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ink/ink4.xml" ContentType="application/inkml+xml"/>
  <Override PartName="/ppt/notesSlides/notesSlide5.xml" ContentType="application/vnd.openxmlformats-officedocument.presentationml.notesSlide+xml"/>
  <Override PartName="/ppt/ink/ink5.xml" ContentType="application/inkml+xml"/>
  <Override PartName="/ppt/notesSlides/notesSlide6.xml" ContentType="application/vnd.openxmlformats-officedocument.presentationml.notesSlide+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notesSlides/notesSlide9.xml" ContentType="application/vnd.openxmlformats-officedocument.presentationml.notesSlide+xml"/>
  <Override PartName="/ppt/ink/ink9.xml" ContentType="application/inkml+xml"/>
  <Override PartName="/ppt/notesSlides/notesSlide10.xml" ContentType="application/vnd.openxmlformats-officedocument.presentationml.notesSlide+xml"/>
  <Override PartName="/ppt/ink/ink10.xml" ContentType="application/inkml+xml"/>
  <Override PartName="/ppt/notesSlides/notesSlide11.xml" ContentType="application/vnd.openxmlformats-officedocument.presentationml.notesSlide+xml"/>
  <Override PartName="/ppt/ink/ink11.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2.xml" ContentType="application/inkml+xml"/>
  <Override PartName="/ppt/notesSlides/notesSlide14.xml" ContentType="application/vnd.openxmlformats-officedocument.presentationml.notesSlide+xml"/>
  <Override PartName="/ppt/ink/ink13.xml" ContentType="application/inkml+xml"/>
  <Override PartName="/ppt/notesSlides/notesSlide15.xml" ContentType="application/vnd.openxmlformats-officedocument.presentationml.notesSlide+xml"/>
  <Override PartName="/ppt/ink/ink14.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5.xml" ContentType="application/inkml+xml"/>
  <Override PartName="/ppt/notesSlides/notesSlide18.xml" ContentType="application/vnd.openxmlformats-officedocument.presentationml.notesSlide+xml"/>
  <Override PartName="/ppt/ink/ink16.xml" ContentType="application/inkml+xml"/>
  <Override PartName="/ppt/notesSlides/notesSlide19.xml" ContentType="application/vnd.openxmlformats-officedocument.presentationml.notesSlide+xml"/>
  <Override PartName="/ppt/ink/ink17.xml" ContentType="application/inkml+xml"/>
  <Override PartName="/ppt/notesSlides/notesSlide20.xml" ContentType="application/vnd.openxmlformats-officedocument.presentationml.notesSlide+xml"/>
  <Override PartName="/ppt/ink/ink18.xml" ContentType="application/inkml+xml"/>
  <Override PartName="/ppt/notesSlides/notesSlide21.xml" ContentType="application/vnd.openxmlformats-officedocument.presentationml.notesSlide+xml"/>
  <Override PartName="/ppt/ink/ink19.xml" ContentType="application/inkml+xml"/>
  <Override PartName="/ppt/notesSlides/notesSlide22.xml" ContentType="application/vnd.openxmlformats-officedocument.presentationml.notesSlide+xml"/>
  <Override PartName="/ppt/ink/ink20.xml" ContentType="application/inkml+xml"/>
  <Override PartName="/ppt/ink/ink21.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22.xml" ContentType="application/inkml+xml"/>
  <Override PartName="/ppt/notesSlides/notesSlide25.xml" ContentType="application/vnd.openxmlformats-officedocument.presentationml.notesSlide+xml"/>
  <Override PartName="/ppt/ink/ink23.xml" ContentType="application/inkml+xml"/>
  <Override PartName="/ppt/notesSlides/notesSlide26.xml" ContentType="application/vnd.openxmlformats-officedocument.presentationml.notesSlide+xml"/>
  <Override PartName="/ppt/ink/ink24.xml" ContentType="application/inkml+xml"/>
  <Override PartName="/ppt/notesSlides/notesSlide27.xml" ContentType="application/vnd.openxmlformats-officedocument.presentationml.notesSlide+xml"/>
  <Override PartName="/ppt/ink/ink25.xml" ContentType="application/inkml+xml"/>
  <Override PartName="/ppt/notesSlides/notesSlide28.xml" ContentType="application/vnd.openxmlformats-officedocument.presentationml.notesSlide+xml"/>
  <Override PartName="/ppt/ink/ink26.xml" ContentType="application/inkml+xml"/>
  <Override PartName="/ppt/notesSlides/notesSlide29.xml" ContentType="application/vnd.openxmlformats-officedocument.presentationml.notesSlide+xml"/>
  <Override PartName="/ppt/ink/ink27.xml" ContentType="application/inkml+xml"/>
  <Override PartName="/ppt/notesSlides/notesSlide30.xml" ContentType="application/vnd.openxmlformats-officedocument.presentationml.notesSlide+xml"/>
  <Override PartName="/ppt/ink/ink28.xml" ContentType="application/inkml+xml"/>
  <Override PartName="/ppt/ink/ink29.xml" ContentType="application/inkml+xml"/>
  <Override PartName="/ppt/notesSlides/notesSlide31.xml" ContentType="application/vnd.openxmlformats-officedocument.presentationml.notesSlide+xml"/>
  <Override PartName="/ppt/ink/ink30.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embeddedFontLst>
    <p:embeddedFont>
      <p:font typeface="Alfa Slab One"/>
      <p:regular r:id="rId41"/>
    </p:embeddedFont>
    <p:embeddedFont>
      <p:font typeface="Consolas" panose="020B0609020204030204" pitchFamily="49" charset="0"/>
      <p:regular r:id="rId42"/>
      <p:bold r:id="rId43"/>
      <p:italic r:id="rId44"/>
      <p:boldItalic r:id="rId45"/>
    </p:embeddedFont>
    <p:embeddedFont>
      <p:font typeface="Open Sans" panose="020B0606030504020204" pitchFamily="34" charset="0"/>
      <p:regular r:id="rId46"/>
      <p:bold r:id="rId47"/>
      <p:italic r:id="rId48"/>
      <p:boldItalic r:id="rId49"/>
    </p:embeddedFont>
    <p:embeddedFont>
      <p:font typeface="Proxima Nova" panose="02000506030000020004"/>
      <p:regular r:id="rId50"/>
      <p:bold r:id="rId51"/>
      <p:italic r:id="rId52"/>
      <p:boldItalic r:id="rId53"/>
    </p:embeddedFont>
    <p:embeddedFont>
      <p:font typeface="Proxima Nova Semibold" panose="02000506030000020004" pitchFamily="2"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8"/>
  </p:normalViewPr>
  <p:slideViewPr>
    <p:cSldViewPr snapToGrid="0">
      <p:cViewPr varScale="1">
        <p:scale>
          <a:sx n="157" d="100"/>
          <a:sy n="157" d="100"/>
        </p:scale>
        <p:origin x="512" y="1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font" Target="fonts/font1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8.691"/>
    </inkml:context>
    <inkml:brush xml:id="br0">
      <inkml:brushProperty name="width" value="0.05292" units="cm"/>
      <inkml:brushProperty name="height" value="0.05292" units="cm"/>
      <inkml:brushProperty name="color" value="#FF0000"/>
    </inkml:brush>
  </inkml:definitions>
  <inkml:trace contextRef="#ctx0" brushRef="#br0">1046 850 8495,'9'0'9830,"-2"0"-1772,-7 0-5770,0 0-2288,-7 0 0,5 2 0,-5 3 0,0 6 0,-3 9 0,-4 2 0,1 0 0,2 1 0,0 3 0,-5 7 0,2 1 0,1 2 0,2 3 0,0-1 0,2 0 0,3 0 0,5 0 0,1-7 0,0-2 0,0-2 0,0-7 0,1 2 0,5-4 0,5-1 0,5-8 0,4-4 0,4-3 0,1-2 0,2-9 0,4-6 0,-2-7 0,-1-3 0,-3-2 0,2-4 0,-3 2 0,-1 2 0,-10 5 0,4-4 0,-5 3 0,-3 3 0,4 2 0,-6 1 0,2 1 0,-5 7 0,3 3 0,-7 12 0,0 5 0,-5 5 0,-1 4 0,3 4 0,1 1 0,2 2 0,0 4 0,0-2 0,0-1 0,0-7 0,0 7 0,0 1 0,7-6 0,2-1 0,0-4 0,6-7 0,-4-2 0,3-2 0,3-3 0,1-2 0,2-2 0,2 0 0,-2 0 0,5 0 0,0-2 0,1-5 0,-4-9 0,1-1 0,-1-6 0,0-1 0,1-3 0,-10-4 0,4-2 0,-5 0 0,-3 1 0,4-3 0,-8 1 0,-1-1-696,-2 4 0,-2 2 0,-2-2 0,-2 2-3225,-1 2 0,-2 7 3921,1-2 0,-3 4 0,-7 2 0</inkml:trace>
  <inkml:trace contextRef="#ctx0" brushRef="#br0" timeOffset="1">1945 589 7797,'-17'9'5968,"1"5"-3602,0-3 1,7 4-1907,3 1 1,6 2 0,4 2 0,3 4 0,2 1 0,4 6 361,1 5 1,-3 2-486,0 11 0,-2-1 0,2 10 1,-5 2-1,-5-2 0,-1 2 2243,0-4-2415,0-7 1,0 6 0,0-10-1,0-5 1,0-5 0,0-10 0,-1-7-166,-5-7-7,4 4 0,-5-21 0,7 1-675,0-8 0,0-3 0,2-3 1,2-2 529,1-7 0,6-2 0,-4-3 0,2-2 247,4-3 1,-4 9 0,2-4 0,2 4 41,1 4 1,-3-1-1,0 8 1,2 0 412,1 4 1,3 8 0,1 3-359,3 6 1,-8 14 0,4 10 0,-3 4-193,1 1 0,-6 1 0,-2 0 0,-2-1 0,1 1 0,-1-6 0,-3-1 0,2-3 0,1-3 0,1-1 0,-6-3-5402,0 0 486,0-7 1,7-3 4812,4-12 0,3-3 0,3-7 1</inkml:trace>
  <inkml:trace contextRef="#ctx0" brushRef="#br0" timeOffset="2">2860 1161 7611,'-25'0'1102,"1"0"0,2 0 973,0 0 1,1 0-1,4 0 1,1 0-620,0 0 0,-1 0 1,1 0-1133,0 0 0,1 1 1,2 3-1,4 3 1,0 2-225,0 4 1,-2 2 0,-3 1 0,1 2-4,2 4 0,6-2 0,-4 7 0,-1 0 13,1-1 1,6 3 0,-3-7 0,4 0-253,2 1 1,2-10-1,4 1 1,5-5-140,3-5 0,2 3 0,1-1 1,1-4 164,4-6 0,-4-3 0,4-8 0,-2 1 83,2-4 0,-8-4 0,4 2 0,-1-4-72,-5-1 0,1 3 1,2-4-1,-5 1 184,-4 0 1,1 5 0,-1-2 0,-1 6 2102,2 5-1299,-5-4 0,5 15 0,-7 2 0,0 12-883,0 12 0,0 1 0,0 2 0,0 4 0,0 1 0,0-8 0,0 5 0,0-4 0,0-2 0,2-3 0,2 4-2284,1-3 0,3-1-2632,-3-6 1,-3-8 4906,3-8 0,12-8 1,1-8-1</inkml:trace>
  <inkml:trace contextRef="#ctx0" brushRef="#br0" timeOffset="3">3023 687 11513,'-10'0'9756,"-1"0"-8952,7 0 0,-3 7 0,7 4 0,2 5-380,3 6 1,-1 12 0,7 14 0,-1 6 48,0 4 0,2 4 0,-6 5 0,-1 0-325,2-3 1,-5-8 0,4 1 0,-4-5-748,-2-5 0,5-19 0,0-3-8545,-1-3 9144,-2-9 0,-2-13 0,0-9 0</inkml:trace>
  <inkml:trace contextRef="#ctx0" brushRef="#br0" timeOffset="4">2909 1014 7599,'-9'0'4915,"14"0"0,14-2-2458,4-4 1,3 4-1,3-3 1,-4 3-2620,-1 2 1,3 0 0,-3-2-1568,1-3 0,-5 3 1729,2-3 0,-4 3 0,-2 2 0</inkml:trace>
  <inkml:trace contextRef="#ctx0" brushRef="#br0" timeOffset="5">4233 899 7860,'-16'0'962,"-1"0"0,1 0 1,0 0-1,-1 2 1,1 2-1,0 1 1,-1 0 557,1 3 0,0-1 0,1 6 1,2-2-1625,2 1 1,6-3 0,-4 2 260,2 2 1,1-4-114,6 2 0,2 0 1,3 3-1,8-1-3,7-2 1,0-2 0,9 4-1,4-2 230,3 1 0,4 1 0,-5 0 0,1-2 205,0 1 1,-10-2 0,5-1 0,-6 0 419,-5 0 1,-7 2 0,-4 5-406,-2 0 0,-1 1 0,-8-1 0,-4 0-491,-5 1 0,-10-1 0,-5 0 0,-1 3 0,0 2 0,-1-8 0,-4 3 0,-3-1 0,-3 0 0,9-6 0,-4-4 0,4-3-1296,4-2 1,-4 0 0,7-2 14,2-3 0,9-4 1,6-10-1,3-1 1281,2-1 0,14-16 0,5 3 0</inkml:trace>
  <inkml:trace contextRef="#ctx0" brushRef="#br0" timeOffset="6">4625 605 7769,'-16'0'2127,"0"0"0,5 5 0,2 3-394,1 1 1,3-4-1,7 8 1,1 5-856,3 7 0,5 8 0,-4 5 0,2 9-192,4 12 0,-6 2 0,0 14 1,-1-1-355,-1 1 1,1-12-1,-6-1 1,0-7-333,0-8 0,-2-9 0,-2-2 0,-3-7 0,-2-7 0,5-9-1067,-1-2 1,3-9-1,2-2-252,0-10 1,0-6-1,0-4 1,2-3 917,3-3 0,-1-1 1,7-6-1,1 0 484,3 1 1,3-1 0,2 2 0,2 4 426,-2 5 1,-2 4 0,0 2 0,2 1 478,2 4 0,2 4 0,-4 7 1,1 4-354,-1 6 0,-7 9 1,-4 13-1,0 3-337,0 3 0,-5-3 0,1 3 1,-3-4-1149,-2-1 0,0-8 0,0-3 849,0-4 0,-7-9 0,-2-1 0</inkml:trace>
  <inkml:trace contextRef="#ctx0" brushRef="#br0" timeOffset="7">5165 1161 13888,'-11'11'9830,"2"-1"-4877,1 3-4953,3 2 0,5 1 0,-2 0 0,-1 3 0,-3 1 0,2 1 0,4 1 0,6 2 0,-2-10 0,6 6 0,3 0 0,3 0 0,4-5 0,2-4 0,-2-6 0,-2 2 0,-1-1 0,-1-3 0,0-1 0,1-4 0,-1-1 0,0-4 0,1-3 0,-1 0 0,-1-7 0,-4 1 0,-6 0 0,-3-6 0,-2 0 0,0 0 0,0-1 0,-2 3 0,-2-6 0,-3 1 0,-2-1 0,-2 6 0,-5-2 0,-2 4 0,-4 2 0,4 1 0,-6 5 0,2 4 0,1 4 0,-3 2 0,2 0-2458,-5 0 0,9 8 1,1 1-1,5 2-7373,3-1 9815,1 1 0,8 6 1,0-1-1</inkml:trace>
  <inkml:trace contextRef="#ctx0" brushRef="#br0" timeOffset="8">5622 1079 7769,'-11'5'2357,"1"1"1,0 1 0,-2-1 1759,1 4-3633,7-2 1,-5 4-1,6-4 1,-3 1-1,2 3 1,3 3 403,1 1 1,0 6 0,0 0 0,0-2-416,0-2 0,0 0 0,0 2 1,0 2-135,0-2 0,1-7 0,3-2 1,3 0-340,2-2 0,2 3 0,6-6 0,-1-3 0,0-3 0,1-3 0,-1-5 0,0-1 0,1-1 0,-3-7 0,-1-1 0,-2-4 0,-2 2 0,4-5 0,-4-1-1867,-2 1 0,0 5 0,-3-4 1,1 3-5015,-1-1 6881,-2 0 0,5-2 0,2-1 0</inkml:trace>
  <inkml:trace contextRef="#ctx0" brushRef="#br0" timeOffset="9">5998 736 14971,'-9'0'8854,"2"1"-8037,7 5 1,0 5 0,0 11 0,0 7-425,0 7 1,0 8 0,0 8 0,0 5-394,0 1 0,0-4 0,0 4 0,0-1 0,0-5 0,0-6 0,0-6-261,0-6 0,0-5 0,2-14 0,3-4-2197,6-6 0,-2-3 1,2-6-1,4-5 1905,5-7 0,-2-19 0,5 1 0</inkml:trace>
  <inkml:trace contextRef="#ctx0" brushRef="#br0" timeOffset="10">6391 687 21654,'0'16'0,"0"2"582,0 4 0,0 5 1,0 11-1,1 8-147,5 6 0,-4 6 0,3 6 0,-3-2 310,-2-2 1,5-13 0,1 0-569,-3-5 1,5-6 0,-3-7 0,1-5-329,1-6 65,-5-5 1,5-15 0,-7-3 0,0-6-1009,0-4 0,-7-1 0,-2-1 0,-2 1 608,0 0 1,0-1 0,-7 3 0,-2 1 730,-2 2 0,-2 8 1,4-3-1,-3 4 394,-3 2 0,6 0 1,-1 0-1,2 2 176,3 4 1,0 3 0,1 7 0,2 2-814,3 4 0,6-4 0,-1 6 0,3-2-2,2-1 0,0 1 0,2-5 0,3-1 0,6 0 0,9-7 0,3-3 0,3-4-527,3-2 0,-4-2 0,3-4 1,-1-5-8090,-2-3 8616,-1-2 0,-1-8 0,3-1 0</inkml:trace>
  <inkml:trace contextRef="#ctx0" brushRef="#br0" timeOffset="11">7257 736 21577,'0'18'1506,"2"4"1,1 5 9,3 4-1260,6 9 0,-4 7 0,4 9 0,-2-1 0,-3-1 0,-4-5 0,-1-2-214,-2-7 0,0-9 132,0-3 0,0-19 0,0-9-91,0-19 1,-5-11-84,-1-9 0,-6 5 0,3-6 0</inkml:trace>
  <inkml:trace contextRef="#ctx0" brushRef="#br0" timeOffset="12">7077 736 7800,'-16'0'4576,"5"0"1197,0 0-3497,7 0 0,-1 0-2276,10 0 0,12-8 0,8-1 0</inkml:trace>
  <inkml:trace contextRef="#ctx0" brushRef="#br0" timeOffset="13">7208 703 7800,'32'-6'0,"-1"1"1859,-3 1 1,2 3 0,-4 1 0,-1 0 1416,-3 0 1,-4 0 0,-1 0-5377,-1 0 1,-1 1-1540,-5 5 0,-2 3 3639,-8 7 0,-8 8 0,-1 1 0</inkml:trace>
  <inkml:trace contextRef="#ctx0" brushRef="#br0" timeOffset="14">7159 1242 10307,'-17'17'3458,"1"-1"0,7-5-1475,4 0 1,10-6 0,8 4 0,7-1-1106,7-5 0,0 5 0,4-3 1,4-1-879,-1-3 0,-5 5 0,-2-1 0,2-1-1387,2-2 0,-3-2 0,-1 0 1387,2 0 0,-6-7 0,1-3 0</inkml:trace>
  <inkml:trace contextRef="#ctx0" brushRef="#br0" timeOffset="15">8352 1177 10449,'-9'0'9520,"2"0"-8901,7 0 0,0 7 0,0 4 0,0 4 0,0 3 920,0 4-1418,0 3 0,0 2 1,0 1-1,1-1 1,3-2-1,1-3 1,-1-4 306,-2-1-1955,-2-8 0,2 3 861,3-6 0,-3-10 0,3-10 0,-3-8 432,-2-4 1,6-1-1,1-6 1,2-1 371,4-4 0,-4 7 1,2-4-1,1 3 220,3 3 0,1 7 0,-1 0 0,-1 6 110,3 5 1,-5 4-1,10 7 1,-4 0 322,-1 0 1,-1 9 0,0 5-1,-1 6-535,-4 0 0,3 0 0,-5 0 1,2 4 42,0 1 0,-5-3 1,3 3-1,-2 1-251,-3-1 1,-2-3 0,-2 5 0,0 1-314,0-3 1,-6 0 0,1-5-848,1 2 1,0-7 0,1-8-922,-3 0 1,1-7 0,7 0 0,3-9-3432,6-5 5464,4-10 0,8-1 0,3-8 0</inkml:trace>
  <inkml:trace contextRef="#ctx0" brushRef="#br0" timeOffset="16">9104 1112 7818,'-17'0'-436,"1"0"2474,0 0 1,-1 1-1,1 3 1,0 3-499,-1 2 0,1 2 0,0 6 1,-1-3-870,1-3 0,5 9 0,0-4 1,0 3-421,2-1 0,2 4 0,7-1 0,0 1-453,0 2 0,2-6 0,3 2 0,6-6-173,4-3 0,3-7 0,2 1 1,3-3 42,3-2 1,-6-2 0,2-1-1,-4-6 23,-2-6 1,0 2 0,1-8 0,-3 2-21,-3 3 1,2-6-1,-6 1 1,0 1 312,1 1 0,-3-2 0,-5-1 1,0 2 776,0 2 0,0 1 93,0 1 0,0 5 522,0 0 1,-5 15-1,-1 1 1,3 8-1179,1 3 0,2 8 0,0 3 0,0 4-198,0 2 0,0-6 0,0 0 0,2 2 0,3 2 0,-1-5 0,5-5 0,0-1-1918,0 2 0,-4-9 0,6 1-835,2-5 0,-4-3 1,2-10 2752,2-7 0,1-7 0,3-14 0</inkml:trace>
  <inkml:trace contextRef="#ctx0" brushRef="#br0" timeOffset="17">9382 1112 7817,'-2'11'5179,"-2"-1"-3638,-1 3 0,-1-4 0,6 2 0,0 4-684,0 5 1,0-2-1,0 5 1,2 1 52,4 3 1,-5-1 0,5-1 0,-4 1-434,-2-1 1,0-9-1,0 4-581,0 0-979,0-7 0,5-13 0,1-13 0,-3-7 354,-1-7 0,3 0 0,3-2 1,-1-4 505,0-1 1,6 6 0,-2-6 0,2 1 200,-3 4 0,5 7 0,-4 0 0,3 4 332,3 2 0,-6 1 0,0 4 0,1 6 343,3 3 0,1 2 1,-1 2-1,-3 5 136,-1 10 0,0 1 0,4 7 0,-3 1-208,-1-1 0,-7 1 0,1 3 1,-3-4-582,-2-1 0,0-1 0,0-3 0,0 2 0,0 0-368,0-13 0,0-9 0,0-13 0,0-5-192,0-4 1,0-1 0,2 3 0,2-4 133,1-1 0,6 5 0,-4-2 1,1 4 472,-1 1 1,6 3 0,-4 1-1,2 4 836,-1 2 0,-4 1 0,5 8-240,1 4 0,-2 3 0,-1 7 1,0 2-644,0 4 0,-6-2 0,5 7 0,-3 0 0,1-1 0,-1 5 0,-5-6 0,0 2 0,0 1 0,0-8 0,0 1-2923,0-2-483,0-10 3406,0-2 0,-7-22 0,-2-3 0</inkml:trace>
  <inkml:trace contextRef="#ctx0" brushRef="#br0" timeOffset="18">10101 1128 10890,'0'16'6736,"0"1"-5600,0-1 1,2-7 0,3-3 477,6-5 0,4-2 0,1-3-1418,0-2 0,1-4 0,-1 2 0,0-1-457,1-4 1,-3-1-1,-1-1 1,-4 3-36,-2 1 0,-1 5 1,-5-5-157,5-1 0,-4-3 0,1 1 0,-4 1 255,-5 2 0,-5 0 0,4-3 0,-2 1 123,-4 2 1,-1 6-1,-3-4 1,1 1 138,0 5 1,-1 1 0,1 4 0,0 3 390,-1 6 0,1 5 1,1 6-1,3 5 729,1 4 0,2 2 0,-4 1 0,4 3-1185,2 1 0,1 0 0,6-5 0,2-2 0,3-4 0,4 2 0,8-9 0,-1-4 0,1-3 0,4-4 0,3 2 0,0-6 0,-1-3 0,1-2 0,-4 0-1801,2 0 0,-1-5 0,-6-3 0,-2-1 1801,-3-3 0,1-10 0,6-4 0</inkml:trace>
  <inkml:trace contextRef="#ctx0" brushRef="#br0" timeOffset="19">931 2436 13881,'0'11'2457,"0"0"1,6 1-1,1 8 1,2 4-1475,4 1 0,-4-3 0,0 5 0,0 2-191,0 2-753,-5 2 0,5-8 1,-5-3-1,1-4 0,-1-1 1,-1-1-1879,3 0 1123,-4-7 1,5-3 0,-7-12 0,0-6-53,0-8 1,5-6 0,1-6 614,-3-1 0,5 0 1,-1-1-1,0-1 1,2 1 99,0 3 0,0 2 0,4-2 1,-2 4 407,2 5 0,-4 9 0,2 4 140,1 2 0,1 3 1,0 10-1,-4 6 80,-2 8 0,4 6 0,-4 8 1,1 3-226,-1 1 1,-2 2-1,-5-4 1,0 0-395,0-5 1,0 0 0,0-9-527,0-2 1,2-4-153,4-5 1,-3-16 0,6-13-1,0-6 317,0-5 0,2-2 0,6-2 0,-1 1 353,0-1 1,1 2-1,-3 4 1,-1 5 1016,-2 4 0,0 3 0,5 4 27,0 6 1,-1 5 0,-2 7-1,-2 10-907,1 8 1,1 11 0,0 4 0,-2 2-86,1 3 0,-4-3 0,-1 0 0,-2-2 0,1-4 0,1-7 0,-3-3-6256,1-3-1156,0-8 7412,-5-15 0,8-16 0,1-10 0</inkml:trace>
  <inkml:trace contextRef="#ctx0" brushRef="#br0" timeOffset="20">1830 2534 7686,'-16'18'0,"0"0"0,1 2 2457,4 0 1,-2-9-1,8 9 1,1 0-820,3-2 1,1 2-1,0 2 1,1 3-1280,5 1 1,3-1 0,9-5 0,2 0-381,2-5 1,1-1 0,-3-8 0,4-3-23,1-1 0,-3-4 0,4-3 0,-1-8-499,1-7 0,-6 0 0,0-7 0,-6 0 190,-3 1 0,-7-3 1,1 7-1,-1 2 318,1 2 1,-3 2-1,3 0 1,-3-1 64,-2 1 0,-2 7 0,-1 2 1820,-3-1 1,-1 6-1108,2-3 0,3 10 1,-4 6-1,4 6-657,2 4 1,0 7 0,2 8 0,4 6-88,5 5 0,-2 0 0,2 11 0,1 1 0,3-1 0,-1-6 0,-1 3 0,-4-3 0,-2 3 0,4-11 0,-5-1 0,-3-5 0,-1 0 0,-7-3 0,-2 1 0,-4-5 0,-8-4 0,1-5 0,-7 4 0,-1-3 0,1-3 0,3-2 0,-3-1 0,-1-1 0,1 0 0,3-6 0,-3-5 0,-1-3-1344,1-2 0,5-7 0,-2-6 0,2-7-553,-2-7 0,11-4 1,1-4-1,6-3 1897,4-6 0,0-3 0,0-2 0</inkml:trace>
  <inkml:trace contextRef="#ctx0" brushRef="#br0" timeOffset="21">2991 2550 8742,'-9'2'4995,"1"2"-1747,1 1-2512,5 1 1,-5-5 0,7 5 0,0 5 2106,0 3-2551,0 3 1,0 4 0,0 3 0,0 0 0,0 1 0,0-1 0,0 1 202,0 0 1,0-5 0,0 2-594,0-4 1,0-7-296,0 0 0,0-9 1,0-4-1,2-10 244,3-8 1,-1-10 0,5 3-1,0-4 285,0-1 1,2-6-1,4 1 1,-3 4 89,-1 4 0,0 4 0,4-2 1,-3 5 571,-1 4 1,0 7 0,6 2-581,-1 2 0,-5 10 0,-2 12 0,0 6-218,0 5 0,-5 7 0,1 5 0,-3-2 0,-2-1 0,0-3 0,0-1 0,0-4 0,0-5 0,0-4 0,0-1-7386,0-1 312,0-7 7074,0-2 0,0-7 0</inkml:trace>
  <inkml:trace contextRef="#ctx0" brushRef="#br0" timeOffset="22">3367 2632 7596,'2'9'6265,"3"-4"-5208,6-3 1,3-2 0,3 0-1,-1 0-545,0 0 0,3 0 0,1-2 0,1-1-9,-1-3 0,0-5 0,0 4 0,2-2 35,-2-4 1,-7 4 0,-2 0 0,0 0-304,-2 0 1,0 4 0,-6-6-88,3-2 0,-1 4 0,-7-2-447,-3-2 0,1 6 1,-6 0 97,-3 0 0,-2 5 0,-1-4 0,0 4 289,-1 2 1,1 0-1,0 0 1,-1 0 230,1 0 0,0 6 1,-1 1-1,1 4 43,-1 7 1,7 0 0,-1 10 0,0 1 95,2 2 0,-4 1 0,8 1 0,1 0-549,2-1 1,2-1-1,2-2 1,3-3-421,6-3 0,4-6 0,1-8 0,0-2 57,1-3 1,-1 3-1,1-2 1,-1-1-1001,0-2 1,1-8-1,-1 1 1,0-1-561,1-1 0,-7-2 1,1-5 2013,2 3 0,2-11 0,1 4 0</inkml:trace>
  <inkml:trace contextRef="#ctx0" brushRef="#br0" timeOffset="23">3939 2501 8368,'-17'0'9304,"8"0"-5109,-5 0-1724,12 0-1443,-5 0 0,1 7 0,1 4-612,1 4 0,2 1 1,2 2-417,0 4 0,0-2 0,2 7 0,2 1 0,1-1 0,-1 0 0,-2-5 0,0 3 0,1-1 0,3-4 0,-1-2 0,-3-3 0,2-3 0,1-1 0,8-7 0,-2 1 0,-2-3 0,2-4 0,1-3 0,-3 1 0,2-7 0,0-3 0,-2-6 0,4 0 0,-6-7 0,2-2 0,4-2 0,-4 3 0,0 1 0,0 0-34,0 1 1,-3-3 0,3 8 0,-2 1 72,-3 1 1,-1 5-1,1 1-24,2 2-15,-1 8 0,-5-3 0,0 12 0,5 3 0,1 7 0,-1 0 0,3 1 0,-7 1 0,7 2 0,-3 2 0,1-2 0,1 3 0,-4-1 0,5 0 0,1 2 0,-6-6 0,5 4 0,-3-4 0,1-2 0,4 0 0,-4 1 0,-1-3 0,3-3 0,-5 2 0,8-8 0,2-1 0,-4-2 0,2-2 0,2-2 0,1-3 0,1-5 0,-3-6 0,-1 0 0,2-1 0,1-1 0,3-2 0,1-2 0,4 2 0,-4-5 0,4 0 0,-4-3-2,-2 1 1,1 5 0,-1-3-1,0-1-2278,1 1 0,-1 3 2280,0-5 0,1 0 0,-1-6 0</inkml:trace>
  <inkml:trace contextRef="#ctx0" brushRef="#br0" timeOffset="24">5802 2567 11123,'-11'0'4163,"0"0"0,8 7-3852,-3 4 1,4 3-1,2 4 1,0 4-1,0 7 60,0 8 0,8-1 0,1 7 0,2 3-128,0 1 1,-6 0-1,4-3 1,-2-6 19,-3-3 1,-2-5 0,-2-2-704,0-6 0,0-10-496,0-1 0,0-9 640,0-2 1,0-9-1,0-13 1,0-3 465,0-1 0,-6-10 0,1 1 0,1-5 0,2-5 166,2-2 1,0-8 0,0 1-1,0-1 211,0-1 1,2 5-1,4-3 1,5 3-123,3 2 0,4 7 0,2 6 0,4 7-36,1 7 1,-3 11 0,5 5 0,2 5-214,2 1 0,-3 1 0,-3 5 1,-1 5-177,-4 3 0,-2 4 0,-4 2 0,-3 4 0,-5 1 0,1 3 0,-2 3 0,-1-2 0,-2-2 0,-10-5 0,-1 5 0,-3 0 0,-5-1 0,5-1 0,-12-7 0,2 0-93,0-3 1,-7-2 0,4 1 0,-2-3-515,-1-5 1,3-3 0,-4 1 0,4 1-734,1-1 0,2-8 1,6-3-1,1-2 532,4-4 1,4-3 0,7-4 0,0-2-5927,0 2 6734,0 2 0,7-6 0,2-1 0</inkml:trace>
  <inkml:trace contextRef="#ctx0" brushRef="#br0" timeOffset="25">6260 2452 7924,'0'16'-4,"-2"-1"1,-2-2 1978,-1-2 0,-1-1 0,8 5-958,4-4 0,-4 3 0,5-3 0,-2 4-144,1 1 0,1 6 0,-3 2 0,1-1 0,-1 3-139,-3-1 0,1-5 1,2 2-1,1-4-119,-1-2 1,-2-5-368,-2 0 1,0-9 0,0-2 48,0-9 1,0-13 0,0-3 0,0-4-226,0-4 1,0 8 0,0-12 0,0 1-73,0 1 0,0 6 0,0 2 0,0 0 0,0 1 0,0-3 0,0 7 0,2 3-2458,3 0 0,-1 8 1,7 2-1,1 0 215,3 0 1,1 6 0,1-3-1,-1 6 2243,0 6 0,8 3 0,1 7 0</inkml:trace>
  <inkml:trace contextRef="#ctx0" brushRef="#br0" timeOffset="26">6570 2436 12174,'-7'9'1787,"5"0"0,-3-4 1,3 6-642,2 4 1,0 1 0,0 0-862,0 1 0,0 5 0,0 1 1,0 1-102,0-1 1,2-1 0,3-5 0,6-1 57,4 0 1,1-1-1,0-4 1,1-6-13,-1-3 1,6-2 0,0-2 0,-2-1-1,0-7-236,1-4 1,-8 1-1,3-9 1,-1 4-24,0 2 0,-6 0 0,-4-1 0,-3 1 28,-2 0 0,0 5 0,-2 0 0,-3-2-171,-6-2 1,-6 5-1,-3 0 1,-1 1-324,1 0 1,-4 6 0,2-3 0,0 4-1063,-1 2 0,5 0 0,-4 0-1544,4 0 3101,1 8 0,1 8 0,0 9 0</inkml:trace>
  <inkml:trace contextRef="#ctx0" brushRef="#br0" timeOffset="27">7061 2485 7896,'-24'9'372,"6"4"0,-4-8 1,4-1 2995,2-3 0,-1 5-2582,1-1 1,7 8 0,3-2-430,5 4 0,1 1 0,0 2 0,0 2-326,0 2 1,5 5 0,4-5-1,4-2-117,5-2 1,2-3 0,-4-3 0,1-3 0,-1-1-329,0-5 1,1-1 0,-1-4 613,0-3 1,-5-4 0,-2-8 0,-1 1-147,-5 0 0,5-3 1,-3 0-1,-1-3-183,-3 2 1,-1 2-1,0 1 1,0-1 290,0-4 1,0 4-1,0-4 330,0 4 0,0 2 0,-1 1 1141,-5 4 0,4 6-1087,-3 10 0,9 12 0,3 10 0,2 6 62,4 5 1,1 5 0,1 10 0,-3 3-529,-1 2 0,-5-5 0,3 2 0,-2-4-80,-3-2 0,-3-6 0,-2-3 0,-5-4 0,-5-5 0,-3-9 0,-3 0 0,-1-4 0,-4-2 0,4-7 0,-5-3 0,1-4 0,0-2 0,0 0 0,6 0 0,0-2 0,-1-4 0,1-3 0,0-7 0,-1 0-1549,1-1 0,0-6 0,-1-3 0,3-1-1070,3 0 0,4 0 0,7-6 2619,0 0 0,7-7 0,2-2 0</inkml:trace>
  <inkml:trace contextRef="#ctx0" brushRef="#br0" timeOffset="28">7420 2419 7807,'-5'17'0,"-2"-1"1745,-3 0 0,5-5 0,-4 0-268,2 2 1,1 1 0,6 3 0,0-1-873,0 1 1,6-1-1,1 0-103,2 1 1,-4-1 0,5 0 686,-3 1 1,4-1-495,-6 0 0,2-7 149,-1-3 1,-4-6-611,3-6 0,-3-3 0,-4-7 0,-1-2-234,-3-4 0,1 2 0,5-7 0,0-2-291,0-2 1,1-2 0,3 2-1,2 2-1067,-3 2 0,4 2 0,1-3 0,-1 6 354,0 4 0,4 2 0,-4 1 1,2 5 1003,4 4 0,2 4 0,1 2 0</inkml:trace>
  <inkml:trace contextRef="#ctx0" brushRef="#br0" timeOffset="29">7862 2387 7832,'-17'0'0,"6"0"0,0 0 4915,-1 0 0,3 5-3256,-2 1 1,0-1 0,-5-3-1317,-1 3 0,6-1 0,2 7-189,2 2 0,-4-4 0,4 3 0,0 5 0,-1 3 10,5 0 0,1 0 0,2 0 0,0 1-443,0-1 1,0-7 0,2-2-1,3 0-168,6-2 0,3 0 0,3-5 0,-1 1 23,1-1 0,-1-10 0,0-5 0,-1-3 49,-4-2 0,3-1 0,-3 1 1,2-2-260,-2-4 1,-2 4 0,-6-4-1,3 4 606,-3 1 0,5 1 0,-3 0 1,-1-1 274,-2 1 0,-2 0 5039,0-1-4282,0 8 0,0 9 1,0 13-1,1 5-374,5 4 0,-2 7 0,6-4 0,1 3-630,-2-1 0,6-5 0,-6 3 0,2-1 0,0-4 0,-2-2 0,4-2-2094,-3 1 1,-4-6 650,5-1 0,-8-8 1443,3-2 0,-4-7 0,-2-9 0</inkml:trace>
  <inkml:trace contextRef="#ctx0" brushRef="#br0" timeOffset="30">8221 2387 7766,'-7'9'2930,"-4"-4"1,4-1-1,-1-1-1273,1 3 0,5 1 0,-3-1-1076,3 5 0,2 3 0,0 2 0,0 1-15,0-1 1,6 2 0,-1 2-34,-1 2 0,-3 0 1,-1-6-1,0 1-40,0-1 0,0 0-1604,0 1 244,8-8 1,-6-9 0,5-13 0,-2-5 435,1-4 1,5-7-1,-4 2 1,0-4 117,0-2 0,4 6 0,-3 0 0,1-1 291,3 3 1,-3 1 0,2 8 0,0 0 593,-2-1 1,6 6 0,-4 2 16,3 2 1,-3 9 0,-2 9-1,-1 5-304,-5 6 1,4-2-1,-1 7 1,-2 2 30,-3 2 1,-1-4-1,0 1 1,0-1-30,0-2 1,0 1 0,-1-6 0,-3 1-288,-2-1 0,-1-1-1174,2-3 559,3-7 0,-5-4 0,7-10 0,0-6 255,0-3 0,5-8 1,2-2-1,2-1 48,4-4 1,2 0-1,-1 0 1,-1 3 291,-2 3 1,0-1 0,5 6-1,-1 0 979,-5 3 1,5 4-1,-4 0-108,3 6 1,1 10 0,-2 6-1,-4 4-823,-2 1 0,4 8 0,-6 1 1,-1 2-29,-2 1 0,3-3 0,1 4 0,-3-4 0,-1-1 0,-2 0 0,0-4-1242,0 2 0,0-6 0,-2-7-2171,-3-2 1,1-1 3412,-7-6 0,0-8 0,-5-1 0</inkml:trace>
  <inkml:trace contextRef="#ctx0" brushRef="#br0" timeOffset="31">8810 2370 7769,'-11'9'1620,"2"-1"3200,1-1 1,3-3-3953,5 6 1,0 1 0,0 6 0,0 1 317,0 4 0,0-2 0,0 5-783,0-1 0,2 3 0,1-3 0,3-1 1,-3 1-207,-1-4 0,-2-2 1,0-2-198,0 1-417,0-8 1,2-6-1,2-12 1,3-9-392,2-5 1,-4-5 0,6-4 0,2-1 398,2 0 1,1 0-1,0 1 1,1 1 520,-1 4 1,0 3-1,-1 8 1,-2-1 363,-3 1 1,1 7 0,6 3 268,-1 5 0,0 8 1,-1 4-1,-2 5-328,-2 6 0,-6-2 0,4 5 0,-2 1-417,-3-1 0,-2 1 0,-2 3 0,0-4 0,0-1 0,0-2 0,0-6 0,0 0 0,0 1-2052,0-8 1429,0-2 1,0-22 0,2-5 300,3-3 0,-1-3 0,7 6 0,-1-3 112,0-3 1,4 6-1,-5-1 1,2 2 678,0 3 1,-6 5 0,6 2 853,2 2 1,-4 1-1,2 8-1157,2 4 1,-6 3-1,0 7 1,-1 0-167,-1 1 0,1-1 0,-6 2-216,0 4 1,1-4-1,3 4 1,1-4-3750,-1-1 0,-2-7 1605,-2 1 2360,0-7 0,-7 11 0,-2-6 0</inkml:trace>
  <inkml:trace contextRef="#ctx0" brushRef="#br0" timeOffset="32">9496 2436 7759,'-7'9'7306,"3"0"-3518,-7-4 1,8-1-2513,-3 7 1,4 2-1,2 7 1,0 1-970,0-1 1,0 0 0,0 0-361,0 2 1,6 5-1,-1-5 1,-1-2 0,-2 0-1732,-2 2 1,0-9 0,2 1-5715,3-5 7498,-3-3 0,-2-21 0,-9-3 0</inkml:trace>
  <inkml:trace contextRef="#ctx0" brushRef="#br0" timeOffset="33">9447 2207 8753,'-16'-16'3302,"-1"-1"1,6 6-1744,1 0 1,6 6-2293,-2-6 1,6 7-1,6-1 733,5 3 0,3 9 0,3 2 0</inkml:trace>
  <inkml:trace contextRef="#ctx0" brushRef="#br0" timeOffset="34">9856 2501 7727,'-15'26'1264,"4"-5"0,-1 3 0,4 0 0,1 1 1,-2 2 279,0-1 0,5-1 438,-1-3 1,3-4-2196,2 4 1,-2-11 111,-3-6 0,3-10 1,-4-6-1,5-5 43,1-6 1,0 2 0,0-6 0,1 1 270,5-1 1,-2 1-1,6-4 1,1 2-76,-2-2 0,6 9 0,-6 0 0,2 0 148,0 2 1,-2 5 0,4 4-1,-3 1 371,3 5 0,-4 3 1,0 5-1,0 6-315,1 4 0,-7 10 0,4 6 0,-1 5-726,-1 1 0,3-3 0,-5-3 0,3-2-1396,-3-2 1,-1-10 0,-2 3-276,0 0 1,2-8 2054,3-6 0,4-12 0,8-3 0</inkml:trace>
  <inkml:trace contextRef="#ctx0" brushRef="#br0" timeOffset="35">10330 2387 8722,'-17'0'1324,"1"0"1,0 7 0,-1 4 805,1 3 0,1 3 0,3-1 0,1 2-1280,-2 4 1,6-4 0,0 4-1,1-2-681,1 2 0,-1-4 0,8 4-612,3-4 1,-1-4 0,5-1 0,0-4-8,0-1 0,-3-3 0,5-5 22,1 0 0,3-2 1,1-3 135,1-6 1,-8-4 0,-2-1 0,-2 0 210,1-1 0,-1-1 0,-5-4 0,0-3 53,0-1 1,0 1 0,0 5 0,0-4 212,0-1 1,0 5 0,0-2-1,0 4 553,0 2 1,0 5 460,0 0 1,0 9-588,0 2 0,0 9 0,2 13 0,2 5 8,1 4 0,6 7 0,-4 2 0,1 2-620,-1 3 0,4 3 0,-6 1 0,-1 0 0,-2 0 0,-2 0 0,0 0 0,0 0 0,0 0 0,-2-7 0,-2-4 0,-3-4 0,-2-1 0,-4 0 0,-7-2 0,-2-2 0,2-2 0,0-7 0,-1 3 0,-7-1 0,-2 0 0,-3-6 0,0-5 0,-1 0 0,-4-2 0,-1 4 0,-6-8 0,-4-1-1091,-2-2 1,4-4-1,-8-5 1,3-8-3404,-3-5 0,8-11 4494,-7-1 0,6-8 0,-8-9 0</inkml:trace>
  <inkml:trace contextRef="#ctx0" brushRef="#br0" timeOffset="36">2615 3564 20650,'0'21'0,"0"5"501,0 5 0,0 5 0,0 15 0,0 5 903,0 10-1264,0-1 1,0 13 0,0-5 0,0-2 0,0-4 0,0-11 0,0-7-513,0-5 0,0-19-545,0 2 1,0-14-286,0-2 1,0-5 1064,0-17 0,0 5 0,0-5 251,0-1 1,0 3-1,2-1 684,3 3 0,-1 0 0,7 3-527,1-1 0,-3-1 0,4 6 0,4 0-138,2 0 0,5 0 1,-4-1-1,4-3-73,1-2 0,-5 1 0,4 5 0,-3 0 455,1 0 0,2 2 1,-4 1 280,2 3 0,-1 1-590,-4-1-4549,-1 3 1477,-7 7 0,-3-9-167,-12-7 1,4-7 3032,-3-9 0,-4-1 0,0 1 0</inkml:trace>
  <inkml:trace contextRef="#ctx0" brushRef="#br0" timeOffset="37">3334 4021 8241,'-16'0'2830,"-1"0"0,1 0 0,0 0-2106,-1 0 1,6 2-1,1 2 1,-1 3 129,2 2 1,-6-3 0,6 5-713,0 1 0,-6 5 0,6 3 1,-2 3-66,0 3 1,6-6 0,-4 3 0,2-1 0,3 0-24,2-2 0,2-2 0,2-3 0,3-3-888,6-1 0,4-7 1,1 1-1,1-3 360,-1-2 1,2 0 0,2-2-1,2-3 42,-2-6 0,-2-4 1,-2-1-1,1 0 42,-1-1 0,-5-1 1,0-2-1,0-2 161,-2 2 1,0-3-1,-5 1 1,1 2 553,-1 2 0,-3 7 0,-1 0 1194,0-2 0,0 4 273,0-2 1,-1 10-1328,-5 1 1,4 7-1,-3 11 1,5 2-609,5 2 0,-1 7 1,5-4-1,0 2-594,0 1 1,0-8 0,4 1 0,-2-2-1271,2-3 1,-4-1 0,2-5 2006,1-4 0,3-4 0,1-2 0</inkml:trace>
  <inkml:trace contextRef="#ctx0" brushRef="#br0" timeOffset="38">3661 3989 7705,'-16'23'0,"7"-8"0,3 7 2289,4 3 0,2-3 1,0 2-1,0-1-1183,0 4 1,6-3 0,1-2 0,0-2-487,1 2 1,-3-4-1,-5 4-802,0-4 0,2-9-159,3-4 1,-3-5 0,5-5 0,-1-8-417,-1-7 1,2-5 0,-3-8 0,3 0 644,2 1 1,1 4 0,2 1 0,-1 0 650,2 1 1,-4 3-1,2 6 1,2 1 51,1 0 0,-3 7 1,0 3-1,2 4 213,1 2 1,2 9-1,1 6 1,-3 7-870,-3 3 0,2 2 0,-8 4 0,1-2-710,1-1 0,-5-3 0,3 2-1268,-3-5 2043,-2-4 0,0-9 0,0-1 0</inkml:trace>
  <inkml:trace contextRef="#ctx0" brushRef="#br0" timeOffset="39">4331 4021 7750,'-11'-16'1842,"0"0"-464,-1-1 0,-3 8 1,-1 4-1,-1 3-214,1 2 0,5 2 0,0 5 0,-1 8-585,-3 5 0,4 3 0,2-1 1,2 5-397,3 4 1,2-4 0,2-1-1,2-1-418,4 1 0,3-6 0,9 1 202,4-2 0,-4-10 0,4-4 1,-4-3-401,-2-2 1,0-2 0,1-3 62,-1-6 0,-5-4 1,-2-1-1,-2 0-45,-3-1 0,-2-5 0,-2 1 0,0 1 185,0 2 1,0-4-1,0 0 1,0 2 209,0 2 1,-6-4-1,1 0 1,1 2 685,2 2 1,-3 7 1848,0 0-1331,-1 8 1,8 4-1,3 18 1,6 11-534,4 12 0,3 5 1,2 4-1,2 4-417,-2 5 0,0 3 0,0 3 0,1-1-234,-1 0 0,-9-1 0,-5-4 0,-4-6 0,-2-3 0,-2-9 0,-6-4 0,-6-5 0,-6-6 0,-9-1 0,2-8 0,-6 0 0,-5-3 0,3-8 0,-5 2 0,0-2 0,-3-3 0,1-2 0,0-2 0,1 0 0,-1 0 0,4-2 0,-2-4 0,2-6-1818,1-8 0,12 1 0,-6-4 1,6-1-865,5-3 0,1 0 2682,3-6 0,0 4 0,-1-11 0</inkml:trace>
  <inkml:trace contextRef="#ctx0" brushRef="#br0" timeOffset="40">4674 3956 7834,'-7'11'294,"-2"0"1300,0 2 0,-4-4 0,8 2-852,1 1 0,2 3 1,4-1-1,2 1-244,1 1 1,2-3 0,-1 9-314,5-4 0,-2-2 0,0 1 0,0-3 0,0-1 494,4-2 0,-4-6 0,2 4-55,2-2 0,-4-1 1,2-6-1,-1-2-263,-1-3 1,6-4 0,-4-8-1,3-1-316,3-4 1,-1 2-1,-1-7 1,-1-2-266,3-2 1,-10 4 0,9 1 0,-1 1-1568,-1 0 1,-3 5 0,-2-2-1,0 5-1516,0 7 1,-5 0 3302,1 5 0,4 3 0,1-5 0</inkml:trace>
  <inkml:trace contextRef="#ctx0" brushRef="#br0" timeOffset="41">5214 3923 7834,'-18'0'0,"-1"2"0,-1 2 664,0 1 0,6 3 1,-8-5 678,4 3 0,2 4 1,1-2-1,2-1-953,2 0 1,8 6 0,-3-2 0,5 3-319,1 3 0,0-1 1,0 0-1,1 1-264,5-1 0,3 1 0,7-3 0,1-3-22,-1-6 0,0 3 1,1-3 26,-1-1 1,0-4 0,1-6-1,-1-5-250,0-3 1,-5-2 0,0-1 0,2-1 155,1-4 1,-3 4-1,-2-4 1,0 2-109,1-2 1,-5 4 5835,6-3-4317,-7 2 1,3 12-1,-7 9 1,0 11-709,0 7 1,0 9 0,0-4 0,0 2-1438,0 1 1,5-8 0,3 1 0,1-2-1835,3-3 0,-3-5 0,2-2 2849,2-2 0,9-1 0,3-6 0</inkml:trace>
  <inkml:trace contextRef="#ctx0" brushRef="#br0" timeOffset="42">5671 3923 7834,'-25'0'-558,"3"0"0,4 0 1576,2 0 1,-1 6 0,3 1 0,1 2 571,2 4 1,2-2-1,-4 3 1,4 4-1511,2 1 0,2 1 1,5 1-1,0 5-424,0-1 0,0 4 0,1-7 1,5-2 68,5-2 0,-2-7 0,2-2 0,1-2-459,3-3 1,-4-2 0,0-2 307,1 0 1,1-7-1,-2-4 1,-4-4-51,1-1 0,-7-6 0,7-2 0,-3 1 260,1-1 1,-1 1-1,-5 3 1,0-4 401,0-1 0,0 5 1,2 0-1,1 5 1733,3 4 1,-1 0-593,-5-5 1,2 9-1,4 9-689,5 12 1,-2 10 0,2 10-1,1 4 249,3 6 0,1 3 1,-1 2-1,-3 2 530,-1 4 0,-7-3 0,1 6 1,-3 0-1418,-2 1 0,-2-12 0,-3 0 0,-4-7 0,0-9 0,-6-6 0,4-10 0,-3-4-747,-3-6 0,-1-5 1,-2-7-1,-2-9-1711,3-10 0,2-5 1,4-3-1,4-6-5718,2-9 8176,2 7 0,-3-20 0,-1 11 0</inkml:trace>
  <inkml:trace contextRef="#ctx0" brushRef="#br0" timeOffset="43">6113 3956 7834,'7'-9'1018,"4"4"526,3 3 0,5 2 0,1-2 0,1-2-23,-1-1 0,4-2 0,0 3 0,-1-3-688,1-2 1,-1 3 0,-3-5-518,2-2 0,-2-1 1,-7-2-552,-2-1 0,-8 6 0,3 0 0,-6 1 95,-6 0 1,-3-2-1,-7 6 1,0 1 117,-1-2 0,-1 5 0,-2-4 0,-4 5 25,-1 1 0,0 1 1,-4 5-1,3 5 421,3 3 0,1 3 0,5-1 0,1 0 28,0 1 0,1 4 0,2 1 0,4 0 92,2 2 1,2 1-1,5 8 1,1-1-545,5 1 0,3 0 0,9 0 0,4-1 0,5 1 0,4-6 0,0-3 0,0-4 0,2-6 0,-8-6 0,11 1 0,1-2-2177,-3-3 0,-5-10 0,-2-5 0,2-5 2177,2-6 0,-5-11 0,-3-8 0</inkml:trace>
  <inkml:trace contextRef="#ctx0" brushRef="#br0" timeOffset="44">6766 3384 8233,'-7'-9'6782,"5"0"-5310,-3 3 0,5 3 1,5-6-973,6 1 0,6 1 0,3 3 0,5-3 677,6-2 0,-2 4 0,11-4 1,0 1-546,3 5 1,-3 1-1,-1 2 1,-5 0-633,-1 0 0,-8 0 0,-3 2 0,-4 3 0,-9 4 0,-3 9 0,-5 2 0,-1 2 0,-9 9 0,-5 0 0,-6 7 0,0 4 0,-4-4 0,1 4 0,-1-1 0,0 1 0,3-5 0,4 1 0,1-4 0,0-1 0,7-8 0,3-3 0,4-4 0,2-1 0,0-1 0,2-5 0,4-2 0,4-2 0,0-1 0,0-6-3648,3 0 0,2-2 3648,1-4 0,0-3 0,1-7 0</inkml:trace>
  <inkml:trace contextRef="#ctx0" brushRef="#br0" timeOffset="45">7208 4169 7772,'-31'45'0,"2"-3"4915,2-4 0,8-15-2458,3 5 1,9-17-1,12-11 1,6-9-7242,4-6 4784,1-9 0,15-1 0,3-8 0</inkml:trace>
  <inkml:trace contextRef="#ctx0" brushRef="#br0" timeOffset="46">997 5607 7777,'-17'6'1916,"3"1"1,1 0 759,2 0 1,9-1-1225,2-6-1048,0 0 0,15-2 0,-4-3 0,3-5 0,3 0 0,-1 0 3084,0 3-2931,1 2 0,-1 5 0,0-2 0,1-2 0,-1-1 1,2 1-1,2 2-446,2 2 0,2 0 0,-4 0 0,1 0-490,-1 0 1,-1 0-1,-3 0 1,0 0-2717,1 0 0,-1 0 893,0 0 0,-7 2-2850,-3 4 5052,-12 10 0,-10 2 0,-9 6 0</inkml:trace>
  <inkml:trace contextRef="#ctx0" brushRef="#br0" timeOffset="47">1111 5705 8207,'-16'17'841,"7"-7"1,1 0-1,3-1 1219,0 0 0,-1-4-1152,6 6 1,0-6 152,0 6 0,2-5 1,3 7-343,6 5 0,-2-2 1,2 8-1,2-3-194,1 1 1,3 7-1,-1-1 1,1 2-199,-1 3 1,-5 2 0,0 1-1,0 2-60,-2-2 1,3-1 0,-6-2-1,-3-1 75,-1 1 1,-2-8 0,0-3-1,0-4-312,0-1 0,-2-1 0,-3-1-30,-6-4 0,-3 1 0,-3-6 0,1-3 0,0-1 0,-1-2 0,1 0 0,-1 0-128,1 0 0,-2-7 1,-2-4-1,-2-4-755,2-1 0,0 0 0,2-2 0,0-2-261,3-2 0,5 0 0,-3 6 0,4-1 25,1 1 0,3 5 0,5 0 1,2-2 1118,3-1 0,12-2 0,8-1 0</inkml:trace>
  <inkml:trace contextRef="#ctx0" brushRef="#br0" timeOffset="48">1487 6048 9207,'-16'17'2393,"5"-6"0,0 0-682,-2 1 0,6-3 0,0 2-1132,-1 2 1,7 2 0,-5 1-282,4 0 0,2 1 1,0-1-1,0 0 74,0 1 1,2 1-1,2 2 1,3 2-81,2-2 0,0-2 0,4-2 0,-2 0-67,2 1 0,1-6 0,2-2 0,3-2-12,2-3 1,-2-3 0,4-1-1,1 0 38,3 0 0,-2-7 1,1-4-1,-3-3-79,-3-3 0,0-1 0,-1-2 1,-1-2-813,-4 3 1,-3 0 0,2 3-489,-2 0 0,-8-1 0,3 1-965,-4 0 0,-2-1 0,0 1 2093,0 0 0,-8-8 0,-1-1 0</inkml:trace>
  <inkml:trace contextRef="#ctx0" brushRef="#br0" timeOffset="49">1994 5640 7733,'-11'0'1017,"0"0"0,-2 2-150,-1 3 0,5-1 625,3 7 1,4-6 0,2 6-1,0 2-446,0 1 1,2 6-1,4 6 1,3 8 40,0 6 0,5 5 1,-3 8-1,2 3-457,-2 3 0,2 1 0,-6 3 0,0-3-873,0-5 1,4-12 0,-5-7-1,-1-6-2684,2-9 1,-3-4-351,7-6 1,-7-6 3276,1-10 0,4-5 0,0-6 0</inkml:trace>
  <inkml:trace contextRef="#ctx0" brushRef="#br0" timeOffset="50">2174 6163 8794,'0'11'4877,"1"-2"-4226,5-2 0,-3-1 0,8-6 0,2 0 55,2 0 0,6 0 1,1-2-1,0-4-728,2-5 0,-6-3 0,4-1 0,-4 3-189,-2 1 0,-5 0 0,0-4 0,0 3-53,-2 1 0,0 2 1,-5-4 453,1 2 1,-1 2 0,-8-4 105,-1 2 0,-8 6 0,2-4 4,-4 2 1,-1-1-1,0 5 17,-1-3 1,1 1 0,0 5 0,-1 0-118,1 0 0,5 7 1,0 4-1,-2 3 185,-1 3 0,3 1 0,2 2 0,0 4 196,0 1 1,5 4-1,-1 7 1,3 3-210,2-3 0,0-2 0,2-1 0,3 0-325,6-1 0,4-6 1,1-6-1,0-6-786,1-3 1,-1-7 0,0 1-1,2-3-1741,4-2 0,-7-7 0,5-6 2480,0-7 0,0-5 0,-4-8 0</inkml:trace>
  <inkml:trace contextRef="#ctx0" brushRef="#br0" timeOffset="51">2811 6065 9944,'-9'7'4915,"2"-5"0,8 5-2720,5-7 0,3 0 0,7 2 0,1 2-2166,-1 1 0,2 1 0,2-6 1,2 1-30,-2 5 0,-2-4 0,-2 3 0,1-3-127,-1-2 1,2 5-1,2 1 1,2-3-1188,-2-1 1,-7-2-1,-2 0 1,1 0-51,3 0 0,-4 0 1,0 0-1442,1 0 1,-4-2-589,-3-3 3393,-3 3 0,5-20 0,2 4 0</inkml:trace>
  <inkml:trace contextRef="#ctx0" brushRef="#br0" timeOffset="52">3105 5934 9294,'-11'0'7952,"0"0"-6394,8 0 1,-4 2 0,8 2-390,5 1 1,3 0 0,7-5-803,1 0 0,-1 6 0,0-1 0,1 1-83,-1 1 1,0-5 0,1 5 0,-1-1-457,0-1 1,1 6-1,-1-6 1,0 1-584,1 1 0,-1-3 0,0 7 252,1 1 1,-6-3 0,0 0-1,-1 1 285,0-1 1,2-4-1,-5 6 905,3 2 0,-7-4 0,3 2 708,-5 1 0,-1-3 1,0 2-1396,0 2 0,-7 2 0,-4-1 0,-3 1 0,-3 1 0,-4-3 0,-1 9 0,0-4 0,-2-2 0,6 0 0,-4 1 0,4-1-1721,2 0 0,5-5-5120,0 0 6841,0-7 0,2-4 0,2-9 0</inkml:trace>
  <inkml:trace contextRef="#ctx0" brushRef="#br0" timeOffset="53">3873 5967 7720,'-5'11'3647,"0"0"0,-6-1-2328,5 7 1,1-1-824,5 0 0,-6 8 1,1 2-1,1 1 0,2-2 1,4 1-1,2-1-139,1 4 0,6-5 0,-4-1 0,1-1-506,-1 0 1,6-6 0,-2-7 0,3 0 0,2-1-75,1-1 1,-1-2 0,1-5 0,1-1-66,3-5 1,-2-5 0,2-9-1,-2-2 98,-3 3 0,-5-5 0,-2 2 0,0 0-68,0-1 0,-5 5 0,1-4 1,-3 2 242,-2-2 0,0 9 0,0-3 0,0 1 460,0 1 1,-2 5-1,-1 1 600,-3 1 1,-7 5-193,2-3 1,4 5-444,2 5 0,3 4 0,2 8-60,0-1 0,0 1 0,2-1 0,1 0 70,3 1 1,7 6-1,-3 3 1,5 1-138,1 0 0,-3 2 1,0 7-1,3 4-241,2 2 0,-9-4 0,8 4 0,-5 0-42,-3 0 0,1-10 0,-7 5 0,3-1 0,-3-1 0,-3-8 0,-3-5 0,-5-4 0,-1-2 0,-2 0 0,-5-1 0,0-4-67,-1-6 1,-1-3-1,-2-2 1,-2 0-969,2 0 1,0-2-1,0-3 1,-1-6 105,1-4 1,-4-1 0,2 0 0,2-2-229,2-4 1,7 2 0,2-6 0,0 1 330,0 0 1,5 3-1,1-4 1,5 1 825,3-1 0,15-1 0,-2-5 0</inkml:trace>
  <inkml:trace contextRef="#ctx0" brushRef="#br0" timeOffset="54">4511 6048 7759,'-16'6'0,"-1"-1"0,1 1 0,1-4 1933,4 3 0,-3-1 0,3 7-95,-4 1 1,1-3-1,1 2 1,4 4-1063,2 5 1,0 0 0,3 5 0,-1 1-259,1-1 0,2 1 1,4 3-1,2-4-269,1-1 0,8-3 0,-2-4 1,5-3-402,6-3 0,-4-2 0,6-5 0,-3 1-302,1-1 1,5-8 0,-5-3 0,0-2 197,2-4 0,-12-1 0,5-3 0,-5-1 75,-3-4 1,4 4 0,-7-5 0,-3 1 122,-1 0 0,-4-2 0,-1 5 0,-5-3 355,-1 2 1,-4 2 0,-6 1 0,-5 3-327,-2 3 1,5-2 0,-5 8 0,3 1-499,3 2 0,0 2 0,2 2 0,-1 3-1683,5 6 0,3 6 0,0 3 2210,6 1 0,3 9 0,2-5 0</inkml:trace>
  <inkml:trace contextRef="#ctx0" brushRef="#br0" timeOffset="55">4854 5999 7829,'-14'2'4698,"1"2"281,2 1-4093,7 1 0,-3-4-175,7 3 1,0-1 0,0 7 0,0 1 0,0 3-57,0 1 1,0 1 0,0 1 0,0 2 83,0 1 1,0 3 0,0-2 0,0 3-677,0 1 0,2-3 0,2-6 0,3-1-63,2 0 0,2-1 0,5-2-349,0-2 0,-3-8 1,2 1 498,3-8 1,2 1 0,-4-8-1,1-4-39,-1-5 0,0 2 0,1-6 0,-3 3-111,-3-1 0,2-2 0,-8 4 0,1-2 0,1 2 0,-5 0 0,3 0 0,-3-1 0,-2 1 0,0 1-2442,0 3 1,0 5-5178,0 0 7619,0 8 0,-7 3 0,-2 9 0</inkml:trace>
  <inkml:trace contextRef="#ctx0" brushRef="#br0" timeOffset="56">5246 6147 19958,'17'0'2247,"-1"0"1,0 0-1194,1 0 1,1 0-1,2 0 1,4-2-1055,1-4 0,-5 4 0,2-3 0,-4 3-1069,-2 2 0,1-5 0,-1-2-925,0-3 0,-5 5 1994,0-6 0,-7 0 0,3-5 0</inkml:trace>
  <inkml:trace contextRef="#ctx0" brushRef="#br0" timeOffset="57">5704 5672 9095,'-9'8'9830,"2"1"-7413,7 7 1,0 1-1,0 1-1794,0 3 1,2-1-1,1 8 1,3 1-624,-3 2 0,1 9 0,0 1 0,1 3 0,-1 0 0,-3-1 0,-1 4 0,0-3 0,0-6 0,0-3 0,2-6 0,2-6-3931,1-6 0,3-6-568,-3-1 1,4-10 4498,7-10 0,1-12 0,-1-4 0</inkml:trace>
  <inkml:trace contextRef="#ctx0" brushRef="#br0" timeOffset="58">6162 6032 7777,'-26'16'2112,"-3"-5"1,7-2 0,1-1-395,-3-5 1,11 5-1,-3-3 1,3 1-810,4 1 1,0-4 0,5 8-795,-1 2 0,0 2 0,5 1 0,0 0-219,0 1 0,0-1 0,0 0 0,1 1 20,5-1 1,-3 0 0,8-1-1,0-2-161,-2-3 1,6-6-1,-4 2-100,3-5 1,3-1-1,-3-1 1,-1-3-191,-2-2 1,-6-8 0,4-1 0,-1-5-1,-5 0 1,4 2-1,-1 0 1,-2-2 381,-3-2 1,5-1 0,-1 3 0,-1-2 149,-2 2 0,-2 2 0,0 1 0,2 1 342,3 0 0,-3-1 0,3 1 1462,-3 0 1,0 7 1695,3 3-2690,-3 4 1,7 4 0,-5 4 0,3 5-583,2 3 1,-3 4 0,3 2 0,0 2-226,0-2 0,2 4 0,3-3 0,-1 1 0,-2 2 0,0-4 0,5 5 0,1 1 0,-1-1 0,-5-5 0,-2 2 0,0-4 0,0-2 0,-4-5-6676,6 0-1580,-7-7 8256,3-4 0,1-17 0,1-8 0</inkml:trace>
  <inkml:trace contextRef="#ctx0" brushRef="#br0" timeOffset="59">6194 7078 8411,'-9'0'9115,"4"2"-8178,10 4 0,-1-3 0,7 8 0,2 2-336,1 1 1,4 5-1,2 2 1,2 7-38,-2 2 0,4 3 1,-3 0-1,1 1-659,2 5 0,-6-9 0,4 5 0,-4-2 33,-2-4 0,-1-8 0,-2-1-6559,-3-7 4641,-6 2 0,-2-21 0,-11-1 1980,-6-11 0,3-8 0,-12-6 0</inkml:trace>
  <inkml:trace contextRef="#ctx0" brushRef="#br0" timeOffset="60">5949 7275 7761,'-16'1'1408,"0"5"0,1-3 0,2 7 3089,2-3-4079,8-2 1,-3-5 0,12-2 144,5-3 0,-2-4 0,2-6 0,1 1-44,3-3 0,-4 5 1,-2-10-1,0 2 48,0-2 1,-4 4 0,5-4 0,-3 4-341,-4 2 1,5-6-1,-3 0 1,1 2-83,1 2 1,-5 7 0,3 0-1,-1 0-206,1 2 0,-1-4 0,7 6 417,1-2 1,-2 4 0,0-4 294,3 1 0,2 3 1,1 5-652,0 0 0,-5 0 0,0 0 0,2 0 0,1 0 0,3 2 0,-1 3 0,0-1 0,1 7 0,-1 1 0,0 3 0,-5-4 0,-2 0 0,1 0 0,-1-2 0,0 5 0,3-3 0,-1 4 0,-7-4-3056,1-1 1,-3-4-527,-2 5 1,2-8 3581,3 3 0,-3 3 0,6 0 0</inkml:trace>
  <inkml:trace contextRef="#ctx0" brushRef="#br0" timeOffset="61">6636 7749 7787,'-8'9'2190,"7"0"276,-5-4 0,4-1 399,2 7-1980,0-8 1,0 6-42,0-3 1,0-2-1,0 6 1395,0 3-1902,0 2 0,2-6 0,2-2 1,1 0-1,1 2 0,1 0 0,-3-5-1583,7-15 1,-6 0 0,4-12 0,0-1 382,0-3 1,-3-4 0,3-2 0,0 1 562,0-1 0,-5 6 1,3 3-1,-2 4 787,1 5 1,1 5 211,-2-1 1,3 5 0,3 12-1,-6 5 258,-3 3 0,3 10 0,1 1 1,-3 2-494,-1 1 0,-2-8 0,2 1 0,2-2-994,1-3 0,1 0-804,-6 1 1,1-10 0,3-7 788,1-9 1,3-6 0,-5-1 0,5-2 594,1-4 1,-4 9 0,4-3 0,-2 1 960,-3 1 0,5 5 1,2 3-71,4 5 0,-5 1 0,1 0 0,0 1-769,-2 5 0,4-3 0,-6 8-1854,2 2 0,-3 0 1,3-1-3737,-2-1 5418,-1-7 0,1 3 0,2-7 0</inkml:trace>
  <inkml:trace contextRef="#ctx0" brushRef="#br0" timeOffset="62">7110 7601 7787,'-15'17'1540,"4"-1"1,-1-5 0,6 0 0,1 2 168,-3 1 0,7 3 1,-5-1-1,6 0-1107,6 1 0,-1-1 0,8 0 0,3-1-259,2-4 0,-3 1 1,7-6-1,-4-1-319,-2 3 0,0-7 0,1 5 0,-1-6-348,0-6 0,1-3 0,-3-7 0,-1-2-509,-2-4 0,-7 2 0,1-5 0,-3-1 253,-2 1 1,0 3 0,0-3 0,0 1 383,0 4 1,0 2 0,0 1 1304,0 1 1,-6 5-764,1 0 1,0 9 0,5 2 0,0 10 185,0 4 1,1 4 0,3 4 0,3 5 24,2 4 1,-3 2 0,5 1 0,0 3-73,-2 1 0,0 2 0,-6-6 1,3 3-107,-3-1 1,5-3-1,-3 7 1,-3-2-353,-6-2 1,1-10 0,-8 6 0,-4-1-365,-5 0 1,0-9 0,-5-4 0,-2-2-1170,-4-3 0,2-2 1,-9 0-1,3-6-4469,2-3 5975,1-2 0,-8-14 0,-2-5 0</inkml:trace>
  <inkml:trace contextRef="#ctx0" brushRef="#br0" timeOffset="63">7813 7569 14628,'-10'7'1991,"7"4"1,6 3-296,8 3-1373,-3 6 1,6 3-1,-3 7 1,4-1-1,-1 1 1,-1-2-1,-4-4 564,-2-5 1,4-4-1243,-5-2 1,1-7-1,-4-7 1,3-9-128,-2-9 0,3-12 310,-2 1 1,1-4 0,-6-1 0,0-1-1,1 2 1,3 2-39,2 2 0,1 7 1,-4-2 1211,3 4 1,7 9 0,-2 3-112,3 4 0,1 6 0,-3 5 0,-1 9-505,2 6 1,1 3-1,3 6 1,-1 0-326,0-1 1,-5 1-1,-2 0 1,-1-1-338,-5 1 1,5-8-1,-3-3 1,-1-4-7276,-3-1 5593,-1-8 0,0-4 0,2-10 0,4-8 1958,5-7 0,3-5 0,3-8 0</inkml:trace>
  <inkml:trace contextRef="#ctx0" brushRef="#br0" timeOffset="64">8352 7618 7800,'-16'5'0,"-1"1"0,6 5 0,0-6 0,1 1 2834,0 1 1,-4-4-1334,3 8 0,4-5 1,1 5-1,5 1-1076,1 3 1,0 1 0,0 1 0,0 1-233,0 4-1,7-4 1,2 4 0,2-4-26,0-2 0,0-1 0,5-5 0,0-2-941,1-1 1,-7-5 0,1 1-1,0-6 113,-2-8 1,4-4 0,-7-1 0,-3 0 257,-1-1 1,0-4 0,1-1 0,3 0 29,-2-2 1,-3 6 0,-1-4-1,-1 4 882,-5 2 0,4 0 0,-3-1 2570,3 1 0,0 7-2168,-3 3 0,3 12 1,-4 5-1,5 3-513,1 3 0,0 1 1,1 2-1,3 1-238,2-1 1,-1-1-1,-3-3 1,1 0-3700,3 1 0,7-1-588,-3 0 1,5-7 4126,1-3 0,1-12 0,-1-3 0</inkml:trace>
  <inkml:trace contextRef="#ctx0" brushRef="#br0" timeOffset="65">8581 7536 9644,'0'16'2145,"0"1"1,0-6 0,0 0 0,0 1-1035,0 3 1,2-2 0,1 1-1,3 4-440,-3 0 0,1 2 0,0 0 0,1 4-199,-1 1 0,-3-5 0,-1 2-1539,0-4 0,0-7-249,0 0 1,0-9 0,0-4 0,2-11 654,4-7 0,-4-7 1,3 4-1,-3-3 441,-2-3 0,5-2 0,1 0 0,-3 2 86,-1 2 0,4 5 0,1-1 0,0 3 469,0 5 0,6 4 483,-2 0 1,4 4 0,-1 9-1,-1 5-260,-2 9 0,-6 3 0,4 6 0,-2 0-135,-3 1 0,-2-6 0,-2 2 1,2-4-433,3-2 0,-3-5-2083,3 0 1683,-3-7 1,-2-4 0,2-11 0,2-4 289,1-1 0,2 0 0,-3-1 0,3 3 34,2 3 0,-3-2 0,3 6 0,0-1 1591,0 1 0,-3 2 0,3 7 1,0 1-503,0 3 0,0 6 0,4-1 1,-3 4-1005,3 1 0,-6 1 0,1-1 0,-3 0 0,1 1 0,-1-1 0,-3-2 0,1-1-670,3-2 1,-1-6-7061,-5 6 7730,0-7 0,0-11 0,0-11 0</inkml:trace>
  <inkml:trace contextRef="#ctx0" brushRef="#br0" timeOffset="66">9104 7585 8663,'0'11'3166,"0"0"1,2-7-1,3 1-2546,6-3 1,3-2-1,1-2 1,-2-2 60,-2-1 0,0-8 0,5 4 0,-2-2-482,-3 0 1,4 0 0,-4-5-59,3 0 0,-5-1 0,-3 1-25,-4 0 0,-2-1 1,0 1-498,0 0 1,0 5-1,-2 0 496,-4-2 0,3 4 0,-8 0 133,-2 2 0,-1 1 0,-3 6 1,1 0 85,0 0 0,5 6 0,0 1 0,-2 2 109,-2 4 1,1 3 0,1 4 0,4 4-288,2 1 0,-4-3 0,6 3 1,1 1-157,2-1 0,2 1 0,0 3 0,2-2 0,3 2 0,4-4 0,8-1 0,-1-2 0,0-2 0,3-11 0,1 5 0,1-4 0,-1-7 0,-1-1 0,-3-2 0,0-2-137,1-3 1,-7-4 0,0-8 0,-3 1-2073,-4 0 1,-1-6 2208,-2 0 0,0-7 0,0 4 0</inkml:trace>
  <inkml:trace contextRef="#ctx0" brushRef="#br0" timeOffset="67">637 9825 8085,'11'-2'2050,"0"-2"1,2-1 0,1 1 0,3 2-642,-1 2 1,2 0-1,4 0 1,3 0-1,4 0-903,4 0 1,-2 0-1,12 0 1,5 0-138,4 0 0,1-7 0,7-4 0,4-3-282,5-3 1,1 1-1,8 0 1,4-1-305,2 1 0,-8 0 0,9 1 1,1 4 111,-3 6 0,-10 3 0,-8 2 0,1 0-6,1 0 0,-5 0 1,17-2-1,1-2 42,6-1 1,-3-6 0,-33 7 0,0 1 0,0-1 0,0-1 32,1-1 1,-2-1-1,33-6 1,3 2-1,0 4-99,1 0 0,-5 5 0,-31-1 0,0 1 0,1 0 0,0 2 36,2 0 1,-1 0 0,36 0 0,-40 0 0,0 2 0,43 1 21,-2 3 1,-11-1 0,3-3-1,8 2 32,-41-2 0,1 1 0,-3 0 0,0-1 0,7-1 1,0-2-1,-5 2 0,0 0 100,-1 2 0,-2 0 0,30-1 0,14 5 0,-43-4 1,1-1 88,1 1 1,0 0 0,41 2-1,-41-5 1,0 0 0,1 1-1,0 0-13,0 2 1,-2-1 0,41 0 0,-41 1 0,0 0 0,42-1-74,-4-2 1,1 0 0,-38 0 0,2 0 0,1 0 0,1 0-57,0 0 1,0 0 0,40 0 0,-44 0 0,-1 0 0,42 0 44,-4 0 1,-3 0 0,9 0 0,1 0-14,-44 0 1,1 0 0,43 0-1,-40 0 1,0 0 0,0 0-1,-1 0 72,-1 0 1,-2 0 0,40 0 0,-1-2 0,-41 0-1,0 0-49,3 0 0,0-1 0,-2-1 0,1 0 0,7 2 0,1 1 0,-3-2 0,1 0-72,0 1 0,-1 1 1,36-1-1,-39 2 1,2 0-1,-2 0 1,-1 0-24,1 0 1,-1 0 0,0 0 0,0 0 0,-1 0 0,2 0 0,2 0 0,1 0 10,2 0 0,-1 0 0,-3 0 0,0 0 0,4 0 0,0 0 0,-2-1 0,0 0 44,-2-2 1,0 1 0,-4 0 0,2 0 0,5-2 0,1-1 0,3 1-1,0 1-19,1 0 1,0 2-1,-7 0 1,0 0-1,0 1 1,1 0 0,-2 0-1,0 0 15,-1 0 1,-1 0 0,44 0 0,-42 0 0,0 0-1,1 1 1,1 0-11,3 2 0,-1-1 0,-4-1 0,0 0 0,3 3 0,1-1 0,-2 0 0,1 0-29,-2 0 1,-1-1 0,40 4-1,-42-6 1,0 0 0,3 0-1,1 0 39,4 0 1,-1 0-1,-4 0 1,1 0 0,7 0-1,0 0 1,-3 0 0,-1 0-17,-3 0 1,-1 0 0,-4 0 0,0 0 0,5 0-1,2 0 1,1 0 0,2 0-20,2 0 0,0 0 0,-3 0 0,0 0 1,1 0-1,-1 0 0,-1 0 0,0 0 25,0 0 1,-1 0 0,-4 0 0,0 0 0,5 0 0,0 0 0,0-1 0,1 0-30,2-2 0,0 1 0,-5 1 1,1 0-1,6-3 0,0 0 1,-3 2-1,0-1 95,-3 0 0,1 1 0,-2-2 0,1 0 0,1 2 0,2 1 0,3-3 0,2 0-28,2 0 0,0-1 1,-6 0-1,0-1 0,7-1 1,-1-2-1,-4 2 1,0 0-124,-1 1 1,0 1 0,-2-3 0,0 1 0,4 2 0,1 1 0,2-1 0,-1 1 70,-2 1 0,0 1 1,-1-2-1,-1 0 0,-2 1 1,-1 1-1,0 0 0,0 0 28,0 1 1,-1 0-1,-5 1 1,1 0-1,7 0 1,2 0-1,1 0 1,0-1 108,1-2 0,1 0 0,-4 2 1,0-2-1,-1-1 0,0-1 1,0 1-1,1-1-128,1 1 0,0-1 0,2 3 0,1-1 0,2-2 0,1-1 0,0 0 0,0 1-21,1 1 0,-1-1 0,-8-2 0,0 1 0,3 3 1,1 1-1,1 0 0,1 0 26,4 1 1,0 0 0,-5 1 0,-1 0 0,5 0 0,0 0 0,-1 0 0,-1 0-12,-4 0 0,-1 0 0,2 0 0,0 0 0,-2 0 0,1 0 0,4 0 0,1 0 15,1 0 1,0 0 0,-7 1 0,0 0 0,5 1 0,0 0-1,-3 1 1,0 1 2,-1 1 0,-1-1 0,-3-2 0,0 0 0,9 1 0,1-1 0,1-1 0,0 0 22,-3-1 1,0 0 0,-2 0 0,-1 0 0,-1 1 0,0 0-1,0 0 1,1 1 28,1 1 1,-1 0 0,-3 0 0,0-1 0,10-1 0,0-2 0,-3 2 0,-1 0-57,0 2 1,-2 0 0,-7-3 0,-1 1 0,4 3 0,2 0 0,-1-1-1,1-1-5,0 1 0,0 0 0,2 0 0,1 1 0,0-2 0,0-1 0,0 3 0,-1 0 0,-2 0 0,0 1 0,-4-3 0,0-1 0,4 2 0,1 0 0,1-1 0,1 0 0,2 0 0,1 1 0,-4-2 0,1 0 0,0 2 0,0-1 0,-2-1 0,0 0 0,-5-1 0,0 0 0,3 0 0,1 0 0,2 0 0,1 0 0,2 0 0,1 0 0,-1 0 0,-2 0 0,-9-1 0,-1 0 0,2 0 0,0-1 0,-3-1 0,0 0-15,0 1 1,1 1 0,-5-3 0,1 0 0,7 1 0,1 1 0,0 0 0,0 0-69,-3 1 1,0 0 0,-1-1 0,-1-1 0,-6-1 0,-1 1 0,-1-1 0,0 0-607,1 1 1,-1-1-1,32-7 1,13 4-1,-4 0-2043,-4-1 1,-17-4-1,-10 3 2732,-7 0 0,-5-4 0,-12 7 0,1 1 0</inkml:trace>
  <inkml:trace contextRef="#ctx0" brushRef="#br0" timeOffset="68">18878 10266 11728,'0'11'3276,"0"0"1,0-9 0,2-4-2926,3-13 0,-3-8 1,5-10-1,-1-1-606,-1-5 0,3 3 0,-5-8 1,3-1-260,-3-2 1,5 0-1,-3 3 301,-1 6 0,3 3 0,-2 4 1,1 6 58,1 9 0,-5 10 0,3 17 927,-3 11 0,4 7 1,-1 6-1,0 1-243,3 2 0,-6 2 0,5-4 0,-2 2-193,1-1 0,1-10 1,-3-5-1,1-4-392,-1-2 0,-1-1-1046,3-4 1,-3-6 373,8-10 1,-2-10 0,4-8 0,-4-3 256,-2-3 0,6-2 0,-4 0 0,2 2 605,0 2 1,-6 2-1,5-3 1,-1 7 1411,0 2 0,-4 3 233,6 0 0,-5 8 0,3 8-1496,-2 10 1,0 9 0,-3 5 0,1 2-285,-1 3 0,3-4 0,0 2 0,1 2-442,-1 2 0,-2-4 0,-5-1 0,2-2-486,4-5 0,-5-6-2349,5-2 0,-2-7 0,-1-1 2504,3-6 0,-1-6 0,-5-8 1</inkml:trace>
  <inkml:trace contextRef="#ctx0" brushRef="#br0" timeOffset="69">19483 9825 7676,'-15'11'455,"4"-1"1,-1-4 5571,6 5-5292,1-8 1,7 7 0,1-5-1,5 6 65,1 3 1,1 5 0,7 1 0,-3 3-96,-3 3 1,4-1 0,-6 4 0,2-2-236,0 2 0,-6-3 0,4-1 1,-2 1-348,-3-1 1,-2-10 0,-2 1-2253,0-1 1302,0-8 0,0-7 1,-2-13-1,-2-7 321,-1-7 1,-6 1 0,6-1 0,-1-2 454,-1-2 0,5-3 1,-3-3-1,3-1 442,2 2 1,0 0-1,0-1 1,0-3-6,0-1 0,5 8 0,3-2 0,-1 3 171,0 3 0,6 7 0,-2 0-95,3 4 1,3 9 0,-1 3-296,0 4 0,1 10 1,-3 3-1,-1 3 68,-2 3 0,-2-1 0,2 0 1,-6 1-23,-3-1 0,3 2 1,1 2-1,-2 2-115,-3-2 0,-2 3 1,-3-1-1,-3-2-321,-2-2 0,3 4 1,-3 0-1,0-2-659,0-2 0,-2-7 0,-5 0-39,-1 2 0,1-6 0,0-2-2845,-1-3 3766,1-2 0,0-7 0,-1-2 0</inkml:trace>
  <inkml:trace contextRef="#ctx0" brushRef="#br0" timeOffset="70">20267 9808 13181,'-9'-7'1138,"2"3"1,7-6 41,0-3-912,0 6 0,2-3 0,1 5 0,5-4 0,1-2 1645,4 0-1097,-6 8 1,7-5 0,-3 8 0,4 0-1,1 0 1,0 2-179,1 4 1,-1 3-1,0 9 1,1 2 0,-1 3 48,1 3-687,-1 1 0,-5 6 0,-2 1 0,-2 3 0,-3 1 0,-2-2 0,-4-1-100,-4-3 1,-3-1-1,-7-2 1,0-3-479,-1-3 0,-5-1 1,-1-7-1,-3-5-398,-3-4 1,4-4 0,-1-2-1,3-2 385,3-4 1,7-3 0,4-7-1,2 0 265,3-1 1,2 1 0,2 0 0,2 1 824,4 4 1,-3-1-1,10 6 1,3 2 354,4 3 1,4 1 0,-2 0-1,3 0-149,1 0 0,3 7 0,-6 2 0,1 2-425,-1 0 0,1 0 1,-6 5-1,0-1-1190,-3-5 0,-4 5 0,1-4-2830,-1 3 0,-7-3 3740,1 0 0,-3-7 0,-2 3 0</inkml:trace>
  <inkml:trace contextRef="#ctx0" brushRef="#br0" timeOffset="71">21477 9906 7671,'-16'0'4764,"-1"0"-853,1 0-3762,7 0 0,-6 0 0,4 0 0,-3 0 0,-3 0 0,1 0 186,0 0 1,-1 8-1,1 1-204,0 0 1,5 0-271,0-4 0,9 4 174,2 8 1,7-8 0,10-4 0,1-1-223,4 1 0,1-1 0,6 5 1,-3 0 348,-3 0 1,1-3 0,-4 5 0,0 1 894,-5 3 1,1 1-1,-7 1-585,0-1 0,-2 0 1,-7 1-1,-2-1-352,-3 0 1,-4-5 0,-7-2 0,-1-1-4,1-5 0,-2 1 0,-2-1 1,-4 3-1322,-1-2 0,5-3 1,-2-2-1,4-3-1129,1-2 1,1-6 0,2 1 2332,3-4 0,3-8 0,8-3 0</inkml:trace>
  <inkml:trace contextRef="#ctx0" brushRef="#br0" timeOffset="72">21706 9972 7656,'16'5'3276,"0"1"1,1-1 0,-1-5-2288,0 0 0,-5 0 0,0 0-1729,2 0 1,1 0 491,3 0 1,-8-7-921,-4-4 1,-3 2 1215,-2-2 1,-2 2 0,-3-2 284,-6 6 1,-4 3 0,-1 2 0,0 0 99,-1 0 1,1 0-1,0 2-352,-1 3 0,1-1 1,0 5-1,1 0-125,4 0 0,-1-4 0,4 6 1,1 2 215,0 2 1,-4 1-1,5 2 1,3 2 118,1 2 1,2 1 0,0-1 0,0 4-181,0-1 1,0 4-1,2-7 1,3-2-806,6-2 1,-2-2-1,2-1 1,2-2-694,1-2 1,3-8 0,-1 3 0,0-6 1386,1-6 0,-1-3 0,0-7 0</inkml:trace>
  <inkml:trace contextRef="#ctx0" brushRef="#br0" timeOffset="73">22294 9988 7680,'-11'0'2094,"0"0"-795,-1 0 0,-3 0 0,-1 0-376,-1 0 1,7 0 0,-1 0-546,-2 0 1,-2 6 0,1 1 0,1 2 47,2 4 1,2-4-1,-4 2 1,4 1-92,2 3 1,0 1-1,3 1 1,-1-1-265,1 0 0,2 1 0,2-1 0,0 0-452,0 1 1,8-3 0,2-1 0,5-2-801,1 2 0,1-6 0,-1-2 1,2-3-146,4-2 0,-2 0 0,5 0 0,-1-2 1326,-4-3 0,-2-4 0,-1-8 0</inkml:trace>
  <inkml:trace contextRef="#ctx0" brushRef="#br0" timeOffset="74">22425 10037 7680,'0'17'1171,"0"-1"230,0 0 0,0 1 0,0-1-113,0 0 1,0 1 0,-2-1-1,-2 0-747,-1 1 1,0-6 0,5-1 0,-2 3-203,-4 2 1,4-4 0,-3 0-232,3 1 1,2-3-1,-2 0 60,-3-1 1,3-5 0,-3-8 118,3-6 0,7-4 0,1-3 0,-1-4-226,2-5 1,3-4 0,4-1 0,-1-1-1200,-2 0 1,0 6 0,3 2 0,-1-1-1051,-2 1 0,-2 5 0,4 0 2188,-3 7 0,1-1 0,6 4 0</inkml:trace>
  <inkml:trace contextRef="#ctx0" brushRef="#br0" timeOffset="75">22605 10037 7680,'2'11'1708,"3"0"1,-1-2 0,7 2-1272,1-6 1,3-3 0,1-2 0,0 0-218,1 0 1,-3-2 0,-1-1 0,-2-4-287,2-3 1,-1 5 0,1-6 15,-2-2 0,-7-1 0,1-2 12,-3-1 0,-4 6 1,-3 2-1,-8 2 171,-7 3 1,2 2-1,-4 2 1,2 0 245,-2 0 1,4 0 0,-4 2-1,4 4 208,2 5 0,-1 3 0,1 3 1,0-1-217,-1 0 1,8 1 0,4 1 0,3 2-238,2 2 0,0-1 1,2-4-1,3-1-579,6 0 1,0-7 0,4-1 0,3-3-863,0 1 0,2-1 0,0-5 0,2-2-235,-2-3 1,-2 1 0,-4-7 1541,-3-1 0,11-3 0,-4-1 0</inkml:trace>
  <inkml:trace contextRef="#ctx0" brushRef="#br0" timeOffset="76">23079 9694 10201,'-17'7'9551,"6"-3"-7382,1 7 1,6-6-1,-2 6-1586,5 2 0,1 7 1,0 3-1,0 5-564,0 6 1,5 1-1,2 6 1,1 1-386,-1 0 0,4-4 1,-6 4-1,1-2-896,1-4 0,-5-7 1,3-3-1,-3-3-2259,-2-3 0,0-7-2375,0-2 5896,0-7 0,-7-4 0,-2-10 0</inkml:trace>
  <inkml:trace contextRef="#ctx0" brushRef="#br0" timeOffset="77">22964 10005 7680,'0'-11'2576,"0"0"-624,0-2 0,2 0 1,4 1-1,4 2-944,5 3 0,1-4 1,1 4-1,1 0-1704,4 0 0,3 1 0,6 6 0,-2 0-1868,-2 0 2564,-7 0 0,18 7 0,-3 2 0</inkml:trace>
  <inkml:trace contextRef="#ctx0" brushRef="#br0" timeOffset="78">23471 9939 8474,'-16'0'2373,"-1"0"0,1 0 1,0 0-1434,-1 0 0,6 6 0,2 1 0,0 0-730,0 0 0,4 1 1,-4-3-805,1 6 1,3-2 361,5 2 1,7-2-1,4 4 116,4-2 0,1-6 0,0 4 1,1 0 239,-1 0 1,0-3-1,1 3 1,-1 0 4,0 0 1,1-3-1,-1 4-226,0 3 0,-5-4 0,-2 2 110,-1 2 0,3-4 1,-6 2 366,-1 2 0,-4-1 0,-6 1 1,-5-4-109,-3-2 1,-3 4 0,1-5-1,0-3-614,-1-1 0,1-2 1,0 0-1,-1 0-1048,1 0 1,0-2 0,1-3 1389,4-6 0,-3-11 0,5-3 0</inkml:trace>
  <inkml:trace contextRef="#ctx0" brushRef="#br0" timeOffset="79">23896 9563 18957,'0'-7'2428,"0"7"1,0 7-1,0 11 1,2 4-2429,3 5 0,-3 4 0,5 4 0,-1 1 0,-1 2 0,6 6 0,-4-6 0,1-2-1135,-1-1 0,4-10 0,-6-3 0,-1-4-2193,-2-1 1,3-7 3327,1 1 0,-1-7 0,-5 3 0</inkml:trace>
  <inkml:trace contextRef="#ctx0" brushRef="#br0" timeOffset="80">23994 10250 7694,'-7'23'1673,"-2"-10"0,-6 3 0,4-1 549,6-1 0,3-3 0,2 0 1491,0 2-1257,0-6-1320,0 1-3551,0-8 1,2 0-5402,3 0 7816,-3-8 0,13-1 0,-6-7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039"/>
    </inkml:context>
    <inkml:brush xml:id="br0">
      <inkml:brushProperty name="width" value="0.05292" units="cm"/>
      <inkml:brushProperty name="height" value="0.05292" units="cm"/>
      <inkml:brushProperty name="color" value="#FF0000"/>
    </inkml:brush>
  </inkml:definitions>
  <inkml:trace contextRef="#ctx0" brushRef="#br0">1111 11018 7725,'-9'2'2618,"2"1"1567,0 3-2654,5-1 1,-4-5 0,12 0-142,5 0-885,3 0 0,2 0 0,1 0 1,-1 0-1,1 0 0,1 0 1,2 0-734,1 0 1,1 0 0,-5 0 0,-1 0-1805,0 0 0,1-1 1,-1-3-1,0-2-3839,1 3 5871,-1-6 0,0 0 0,1-8 0</inkml:trace>
  <inkml:trace contextRef="#ctx0" brushRef="#br0" timeOffset="1">1879 10920 8378,'-9'7'1159,"4"4"1,3-2 0,2 2 0,0 2 2712,0 1-3551,0 3 0,2-1 0,1 0 0,5 1 0,-1-1 1,2 0-1,-2 1 55,1-1 1,2 0 0,-4 1 0,-1-1 56,3 1 0,-7-7-188,5 1 0,-4-9 255,-2-2 1,-6-7 0,-1-11-501,-2-4 0,-2-4 0,-5-6 0</inkml:trace>
  <inkml:trace contextRef="#ctx0" brushRef="#br0" timeOffset="2">1879 10871 9396,'6'-29'0,"-1"-4"1950,-1-1 1,3-1-1,0 4 1,2 2-3338,4 2 0,-4 7 0,2 0 1387,2 7 0,1 6 0,3 7 0</inkml:trace>
  <inkml:trace contextRef="#ctx0" brushRef="#br0" timeOffset="3">2108 10871 7727,'9'2'79,"-1"1"1,-1 3 898,4-3 1,-2-1 0,2-2-234,1 0 0,3 0 0,1-2 0,1-3-235,-1-6 0,0 2 1,1-2-1,-3-2-121,-3-1 1,4 3-1,-6 0-278,0-2 0,3-1-132,-6-3 1,-2 3 0,-10 1 90,-5 2 0,-3 8 0,-3-3 0,1 4 199,0 2 0,-1 0 0,1 0 0,0 2 132,-1 4 0,1 3 1,0 9-1,1 4 305,4 5 1,-2 0 0,6 4 0,0 5 79,0 4 1,1 4 0,6 3 0,2-1-733,3-3 1,5-8 0,6-1 0,2-6-757,4-5 1,-2-3 0,5-7 0,1-4-983,-1-2 0,-3-3 0,5-11 0,0-8 1684,-1-5 0,5-9 0,-6 4 0</inkml:trace>
  <inkml:trace contextRef="#ctx0" brushRef="#br0" timeOffset="4">2795 10348 9546,'-17'20'0,"1"-2"1819,0-4 0,5-1 0,2 4 0,1-1 1370,5 0-2752,1 1 1,9 4-1,2 5 1,2 5-1,2 9 1,1 7-1,5 7-100,1 6 1,-6 4 0,6-1 0,-5-1-997,-5-2 1,1-13 0,4-1 0,-4-8-2592,-6-7 0,3-15 668,-3 1 0,0-14 2582,-5-3 0,0-7 0,0-9 0</inkml:trace>
  <inkml:trace contextRef="#ctx0" brushRef="#br0" timeOffset="5">2729 10806 7645,'-2'16'0,"-1"0"2278,-3 1 0,1-1 1,5 0-1,0 1-1434,0-1 0,9-7 0,6-4 0,6-3-2121,5-2 1,1-2-1,6-1 1,-1-6-2405,1-6 3681,0 10 0,7-24 0,1 11 0</inkml:trace>
  <inkml:trace contextRef="#ctx0" brushRef="#br0" timeOffset="6">3220 10806 7671,'-22'21'1682,"0"1"0,-2-7 1,4 6-1,-1-1-823,1 2 0,5-7 0,2 5 0,-1 0 875,1-2 0,8 0 0,-1-2 0,4 1-1533,2-1 0,2 0 0,4-1-734,5-4 0,-2-2 0,2-5 1,1 1-75,3-1 1,1-4 0,1-6-26,-1-5 1,0-3 0,-1-4 0,-2-2 134,-3-2 1,-6-2-1,3 4 1,-1-3 403,-1-3 0,1 6 1,-6-2-1,1 4 1554,5 2 0,-4 0-1461,3-1 0,4 1 0,0 0 0</inkml:trace>
  <inkml:trace contextRef="#ctx0" brushRef="#br0" timeOffset="7">3236 10936 7671,'0'33'3276,"5"-6"1,3-1 0,1-1-820,3 1 1,-2-1-1,-1 2 1,0-5-3578,0-4 0,-4-7 0,6-2-958,2-2 1,-4-1-1,0-8 755,-2-3 1323,-1-4 0,1-15 0,2-2 0</inkml:trace>
  <inkml:trace contextRef="#ctx0" brushRef="#br0" timeOffset="8">3530 10381 7632,'-14'7'1966,"3"4"0,4-2 0,5 2 0,-2 3 0,-1 6 86,1 7 1,2 6 0,4 3 0,2 6-1503,1 5 1,8 6 0,-4 11-1,2-3-351,0-1 0,-6-5 0,4 1 0,0-5-830,0-9 0,-3-8 1,3-6-2878,-2-7 0,0-10 2068,-1-5 0,-3-14 0,7-6 0,-3-6-206,-4 0 0,1-4 0,0 3 0,1 1 2037,-1 1 1,-2 3 0,-2 0 0,1-1 1313,5 1 1,-4 5-1,3 0 1,-1-2 168,1-1 0,-1-2 0,5-1 0,0 1-1429,0 0 0,-3-1 0,4-1 1,3-2-972,2-2 1,-4 0 0,-1 6 0,1 0-722,-2-1 0,4 1 0,-6 0 201,3-1 0,-7 7 0,4 0 211,1 3 1,-7 0 1015,5 1 1051,-4 5-351,-2-7 0,0 10 1,0 4-484,0 5 1,0 9-1,0 3 1,0 3 342,0 3 0,0 1 0,0 3 0,0 0 188,0 0 1,0-6 0,0 0-1,0 0-1648,0-1 0,0 3 1,0-7-2025,0-2 1,2-4 1733,3-5 1,-1-4 1008,7-7 0,-1-14 0,7-5 0</inkml:trace>
  <inkml:trace contextRef="#ctx0" brushRef="#br0" timeOffset="9">3939 10969 7606,'7'-9'1102,"-3"2"202,7 7 1,0-2 0,5-4-505,0-5 0,2 2 0,2-1 1,4-3 72,1-2 1,-3-1-1,4-2 1,-1-2-497,0-2 0,-3-2 0,4 4 1,-3-3-148,-3-3 1,-9 6-1,-4-1 1,-1 2 17,-1 3 0,-1 2 0,-10 1 0,-4 4-40,-5 1 1,-3-2 0,-2 4 0,-4 2 191,-1 3 0,3 2 0,-3 3 1,1 3-68,4 2 0,2 4 0,2 7 0,-1 4 169,1 1 0,1 2 1,3 6-1,3 2-464,1 3 1,3-2-1,5 6 1,2 1-39,3 5 0,4-8 0,9 9 0,4-4 0,5-3 0,6-4 0,3-11 0,4-7 0,2-7 0,2-9 0,5-15 0,0-13-245,0-10 1,-11-5 0,-4-8 244,-3-4 0,11-16 0,-7 0 0</inkml:trace>
  <inkml:trace contextRef="#ctx0" brushRef="#br0" timeOffset="10">7796 2338 28671,'17'0'0,"1"0"0,2 0 0,3-2 0,3-4 0,1 5 0,6-14 0,1 4 0,2-2 0,4-1 0,0-1 0,0-1 0,-3 1 0,-3 3 0,-3-1 0,-4 0 0,-5 2 0,-4-3 0,-1 12 0,-1-5 0,0 1 0,1 1 0,-6-1 0,-1 6 0,-6 0 0,3 0 0,-7 0 0,0 2-915,0 4-669,0-4 1584,0 5 0,0-7 0,0 0 0</inkml:trace>
  <inkml:trace contextRef="#ctx0" brushRef="#br0" timeOffset="11">8385 2174 7732,'-17'0'723,"1"7"1,0 3-1</inkml:trace>
  <inkml:trace contextRef="#ctx0" brushRef="#br0" timeOffset="12">8417 1815 11486,'0'16'9830,"0"0"-8101,0 1 1,6-7-1,1 0 1,0-1-1621,1 0 0,4-6 0,-3 5 1,2-3-150,0 1 0,0 1 0,5-4-170,1 3 0,-1-1 1,0-3-1,1 2-248,-1 1 0,0 1 0,1-6 88,-1 0 0,0 0 424,1 0 1,-6 0 555,0 0 0,-8 1 175,3 5 0,-4-2-727,-2 6 0,0 1 0,0 6-58,0-1 0,0-5 0,0 0 0,0 2 0,0 1 0,0 2 0,-2-1 0,-2-2 0,-1-2 0,-3-1 0,5 7 0,-3-1 0,3 1 0,-1-1 0,0 0-729,-1 1 1,-6-7 0,6 1-1664,1 2 1,0-6 386,-1-1 0,1 1 1,-7-1-811,-1-3 2815,4-1 0,-6-2 0,5 0 0</inkml:trace>
  <inkml:trace contextRef="#ctx0" brushRef="#br0" timeOffset="13">9627 997 11863,'-9'2'2855,"3"3"0,5-1 0,1 7-2311,0 2 0,7 3 0,2 6 0,2 5 0,0 4 1260,1 2-1646,3 7 1,1-4 0,-1 8 0,-3-1 0,-2 1 0,-1-3-1,-2-1 30,0-3 0,-1-5 0,-6-4-797,0-6-176,0-12 1,1-10 0,3-10 0,2-7 539,-3-5 1,1-3-1,-1-6 1,5 2 412,1 2 0,0 5 0,4-3 0,-3 1 66,3 4 1,2 9-1,1 4 1,0 1 245,1 1 0,1 1 0,2 8 0,2 3 30,-2 2 1,-2 2-1,-2 5 1,0 3-212,1 2 0,-6-2 0,-2 2 0,-2-2-299,-3-3 0,-2 6 0,-4-1 0,-4 1 0,-5 2 0,0 0 0,-3 3 0,-4-4-513,0 1 0,-1-11 0,3 3 0,0-3-1882,-1-4 1,7-2 0,-1-9 896,-2-3 0,6-10 0,1-8 0,4-1 1498,2 0 0,0-5 0,0 4 0</inkml:trace>
  <inkml:trace contextRef="#ctx0" brushRef="#br0" timeOffset="14">10199 1390 18191,'-9'16'783,"3"0"1,5 2 0,1 2-1,0 2-217,0-2 0,1 4 1,3-2-1,3-2-532,2-2 0,2-2 0,6-1 0,-1-3-198,0-1 0,1-7 0,-1 1 0,0-3-99,1-2 1,-6-7 0,-1-4-1,1-4-176,-2-1 0,1-6 1,-7 0-1,3 1 253,-3-3 1,-1 6-1,-2-4 1,0 4 367,0 2 1,0 5 788,0 0 1,0 9-385,0 2 1,2 7-1,3 10 1,4-1 116,0 0 1,6 2 0,-6 2-326,0 2 0,6 2 1,-6-4-1,2 3 1,-2 1-261,-2 0 1,-2 5 0,-5-2 0,0 4-120,0 2 0,0-4 0,-1 0 0,-5 2-469,-5-2 1,-5-2-1,-4 0 1,-2-5-423,2-4 1,2-9 0,0-3 0,-2-5-93,-2-1 0,6-9 1,5-7-1,-2-9-3799,-1-6 4782,5-2 0,-6-14 0,6-4 0</inkml:trace>
  <inkml:trace contextRef="#ctx0" brushRef="#br0" timeOffset="15">10657 915 7839,'-11'15'3574,"2"-2"-442,1-2 0,3-1 0,5 7-2269,0-1 0,0 8 0,0 5 1,2 7-1,3 8-440,6 3 0,4 11 1,-1 4-262,-3 1 0,4 6 0,-5-12 0,3-3 1,0-6-3984,-2-7 1,-8-10-3704,3-9 7524,-4-11 0,-2-11 0,0-9 0</inkml:trace>
  <inkml:trace contextRef="#ctx0" brushRef="#br0" timeOffset="16">10640 1340 7799,'-11'6'4526,"2"1"-2622,2 2 1,2-3-1,6 3-971,5-2 1,3-1 0,7-6 0,2 0-1371,4 0 1,-2 0 0,6 0 0,-1 0-781,0 0 1,-3-6 0,4 1 0,-1-1 50,1-1 0,-5 3 0,5-5 0,-3 2 880,-3 3 1,-2-3-1,-1 0 833,-1-2 1,1 5 0,-3-3 1486,-3 0-1314,3 5 0,-12-7-434,4 3 1,-6 4-1,-4-5-124,-1 0 0,-8 5 0,2-3 0,-3 3 334,-3 2 1,1 0 0,-1 0 58,1 0 1,0 2 0,-1 1 0,1 4 5,0 3 0,1 6 0,3 7 0,2 3 182,3 3 0,2-2 1,5 4-1,0 4-667,0-1 0,2-5 1,3-3-1,6-3-1451,3-3 0,5-3 0,1-5 0,1-3-318,-1-1 1,-2-5 0,-1-8 1692,-1-6 0,8-4 0,1-1 0</inkml:trace>
  <inkml:trace contextRef="#ctx0" brushRef="#br0" timeOffset="17">11425 1275 7790,'-17'0'1922,"7"0"-1474,-1 0 1,5 0 876,-5 0 98,8 0 1,-6 0-813,3 0 0,-3 0 0,-7 0-340,-1 0 0,6 6 0,2 1 0,0 0-56,0 0 0,4 1 0,-4-3-154,1 6 0,3-2 1,5 2 76,0 2 0,7-4 0,4 0 1,5 0 214,6 0 1,-2-5 0,6 3-1,-3-2-59,-3 1 0,-2 1 0,-1-3 0,-1 3 677,0 2 0,-5-4 0,-2 6-675,-1 2 1,-3 2 0,-7-1 0,-3-1-293,-6-2 1,-5-6-1,-4 4 1,-2-1-505,2-5 1,-4 4-1,3-1 1,1-2-2517,1-3 1,8-2 0,2-5 3015,2-5 0,-13-3 0,2-3 0</inkml:trace>
  <inkml:trace contextRef="#ctx0" brushRef="#br0" timeOffset="18">11801 1324 7767,'-11'11'2715,"2"0"-729,1 2 0,3-4 0,7 0-424,3-2 1,10-1 0,8-6 0,3-2 25,3-4 1,-4 4-1,1-5-1492,-3 0 1,5 3-1,-5-5 1,1 2-1,1 3-2911,1 2 0,-6-3-5052,1 0 7867,-2-1 0,-10-1 0,-2-2 0</inkml:trace>
  <inkml:trace contextRef="#ctx0" brushRef="#br0" timeOffset="19">12144 1161 18797,'11'0'3382,"0"0"-3043,1 0 0,3 0 0,3 0-175,4 0 1,-4 0 0,4 0-1,-4 1 1,0 3-91,4 2 0,-9 1 1,3-4-1,-1 5 293,-1 1 0,-3-4 1,-2 6-78,-2 2 0,-1 1 0,-6 3 0,0-1 180,0 0 0,-6 1 1,-1-1-1,-2 0-417,-4 1 0,-1-1 0,-3 1 0,1-1-53,0 0 0,-1-1 0,3-3 0,1-2 0,2-3 0,0 4 0,-3-4-3936,3 2 0,2-5 3936,3 1 0,-3-3 0,-7-2 0</inkml:trace>
  <inkml:trace contextRef="#ctx0" brushRef="#br0" timeOffset="20">12961 1242 7901,'-2'-11'1173,"-1"1"0,-3-3-543,3-2 0,1 4 1,4 2-1,3 0-226,6 0 0,4 6 1,1-5 44,0 1 0,1 5 1,-1-3 7,0 3 0,-5 2 1,-2-2 842,-1-3-1301,4 3 1,-17-5-1,-1 7 137,-6 0 1,-5 0 0,-1 0-1,-2 0 57,-2 0 1,1 5-1,2 2 1,-1 2 59,-1 4 1,-1 2 0,5 1 0,1 0 89,0 1 0,1 4 0,3 3 0,2 0-32,3-1 1,2 1 0,5-4-1,2 2-561,3-2 0,4-2 0,9-4 0,2-1-929,2-2 1,7-7-1,-2 1 1,4-3-832,2-2 0,1-7 1,1-4 2009,-2-4 0,10-8 0,-8-3 0</inkml:trace>
  <inkml:trace contextRef="#ctx0" brushRef="#br0" timeOffset="21">13419 1128 7790,'-22'16'0,"-2"1"1420,-1-1 0,3 0 0,-3 3 0,1 0 0,4 5 168,2 2 0,7-6 0,2 3 1,2-1-1348,3 0 1,2 0-1,4-8 1,4-3-878,5-6 0,9 3 0,1-3 0,1-1-401,2-2 1,-6-10-1,4-3 1,-4-3 298,-2-2 0,-1-3 1,-4-1-1,-4-1 469,0 1 0,-5-4 0,5 2 0,-1 0 86,-1-1 1,1 8 0,-6-5 1417,0 0 1,0 0 369,0 4 1,0 9 0,0 9 0,0 12-611,0 11 0,0 6 0,0 2 0,0 0-859,0-1 1,5 1 0,0 0-1,1-2-1016,1-4 1,0-3 0,6-10 0,-2-3-1530,2-6 0,1-5 1,3-5 2408,-1-6 0,0-11 0,1-3 0</inkml:trace>
  <inkml:trace contextRef="#ctx0" brushRef="#br0" timeOffset="22">13729 1144 16795,'-16'17'6149,"0"-1"-5201,-1 0 0,6 1 0,2-1 0,0 0-465,0 1 1,6 5 0,-3 1 0,4 1-484,2-1 0,0 5 0,0-7 0,2 1-579,4 2 0,3-11 0,7 1 0,0-5-1047,1-5 1,-1-2-1,0-4 1,1-4-2734,-1-5 0,0-9 4359,1-1 0,-1-16 0,0 3 0</inkml:trace>
  <inkml:trace contextRef="#ctx0" brushRef="#br0" timeOffset="23">13942 817 7790,'-15'17'899,"4"-1"1,4 0 0,7 1 0,0 1 1395,0 4 1,0 5-1,0 11 1,2 6-1390,3 3 1,3 2 0,4-2 0,-2 0-451,-3 2 1,4-9-1,-6 6 1,-1-10-351,-2-10 0,3-6-1054,0-4 0,1-9 0,-6-7-16,0-9 1,2-11 0,1-4 0,5-1 543,1-4 1,-4-2 0,6-2 0,2 1 217,1-1 1,3 6 0,-1 1 0,0 3 400,1 3 0,-1 2 0,0 3 1,1 4 945,-1 6 1,0 5 0,1 5 0,-1 8-358,0 7 0,1 5 0,-3 8 0,-1 0-505,-2-1 1,-6-4 0,4-3 0,-1 0-214,-5 1 0,-1-12 0,-2 3-3181,0-3 0,0-5 0,-2 0 3111,-3-1 0,-11-10 0,-10-7 0</inkml:trace>
  <inkml:trace contextRef="#ctx0" brushRef="#br0" timeOffset="24">13174 1112 8500,'-17'0'898,"3"1"1,1 5 0,2 5-1,-2 3 356,-1 3-800,-10 6 1,6-5 0,-4 6-1,4-2 1,2 0 0,0-2-592,-1-2-2548,1-2 2685,0-7 0,-1-9 0,1-9 0</inkml:trace>
  <inkml:trace contextRef="#ctx0" brushRef="#br0" timeOffset="25">15037 752 8075,'-16'0'2063,"5"0"-885,0 0-64,7 0 1,-3 2 842,7 3-1706,0 4 0,2 15 0,1 5 1,5 7-1,-1 10 0,2 5 1,-2 5 275,1 2 1,-3-9 0,-5 4 0,0-2-625,0-6 0,0-9 0,0-10-221,0-3 1,0-10 0,2-13-229,3-9 0,-1-7 0,5-4 0,0-4-311,0-1 0,2-3 0,5-2 0,1 0 784,-1 3 0,2 7 0,2-2 1,2 4 264,-2 2 0,4 5 1,-3 2-1,1 2 186,2 3 0,-6 9 0,2 6 0,-6 4 433,-3 1 0,-7 2 0,1 2 0,-3 2-284,-2-2 0,0-2 1,-2-1-1,-3-1-350,-6 0 1,-3-1 0,-3-2-1,-1-4-595,-4-2 1,2-2 0,-5-3-1,1 2-178,4 1 1,2 1-1,2-6 1,-1 0-998,1 0 1,7-7 1592,4-4 0,3-4 0,2-1 0</inkml:trace>
  <inkml:trace contextRef="#ctx0" brushRef="#br0" timeOffset="26">15446 1144 8567,'0'17'3110,"0"-1"1,-2 0-2071,-4 1 1,5-1-1,-5 0 1,4 1-708,2-1 0,0-5 0,0 0 0,0 2-836,0 1 0,2 2-4277,4 1-1090,-5-8 5870,7-9 0,-8-9 0,0-8 0</inkml:trace>
  <inkml:trace contextRef="#ctx0" brushRef="#br0" timeOffset="27">15446 817 7801,'-17'0'4652,"1"0"-4652,7 0 0,2 0 0,7 0 0</inkml:trace>
  <inkml:trace contextRef="#ctx0" brushRef="#br0" timeOffset="28">15642 539 8132,'7'-9'2319,"-5"2"1,11 16 0,-8 8 0,0 10-1714,3 9 0,-6 8 1,5 10-1,-2 10-170,1 10 0,-1-3 0,-5 9-678,0-6 1,0-6 0,0-12 0,0-11 0,0-6-656,0-9 1,0-13 896,0-1 0,-7-10 0,-2 1 0</inkml:trace>
  <inkml:trace contextRef="#ctx0" brushRef="#br0" timeOffset="29">15593 981 7899,'0'-17'3440,"0"7"1,2-1-2021,3-2 1,4 4 0,7 0-1,3 2-1466,2 3 0,10-3 0,7 1 1,1 1-950,0-3 0,-2 7 995,6-5 0,-6 4 0,3 2 0</inkml:trace>
  <inkml:trace contextRef="#ctx0" brushRef="#br0" timeOffset="30">16786 1161 8748,'-9'0'6171,"2"0"-5180,7 0 0,0 1 0,0 5 191,0 5-1196,0 3 0,0 3 1,0-1-1,0 0 1,0 1-1,0-1 0,0 0-1401,0 1 1,1-1-4360,5 0 5774,-4-6 0,5-3 0,-7-7 0</inkml:trace>
  <inkml:trace contextRef="#ctx0" brushRef="#br0" timeOffset="31">16770 817 12177,'0'17'0</inkml:trace>
  <inkml:trace contextRef="#ctx0" brushRef="#br0" timeOffset="32">16998 1291 8134,'-5'26'594,"0"-4"1,-3-6-1,5-3 272,-3-2-910,1-8 1,5 3 0,0-14 0,0-6 0,0-8-1,2-3 1,1-3-130,3 3 1,-1-6 0,-3 6-1,2-3 171,1 1 0,6 2 0,-4-2 0,0 5 303,1 4 1,-1 7 0,-2 2 68,6 1 0,2 5 0,0 8 1,-2 8 103,1 7 1,-3 0 0,0 7 0,1 4-468,-1 5 1,-6-7 0,5 2 0,-3-5-668,0-6 0,1-2 0,-6-2-2811,0 0 3471,0-6 0,0-3 0,0-7 0</inkml:trace>
  <inkml:trace contextRef="#ctx0" brushRef="#br0" timeOffset="33">17391 556 8737,'-8'16'1938,"7"-5"0,-5 0 0,6 3-1128,6 6 1,4 2 0,10 9 0,4 5-392,2 4 1,-5 0 0,5 8 0,-1 2-346,1 1 0,-6 0 1,0-4-1,-6-3-310,-3-6 0,-7-14 0,3-6-293,0-4 1,-7-3-1,0-11-344,-9 0 0,-5-1 0,-5-3 1,-2-2 418,-7 3 0,3-4 0,-2-1 0,-1 1 263,3 0 0,-6-4 1,6 5-1,-1 3 374,4 1 0,4 2 0,2 0 0,0 2 622,-1 3 0,8 4 0,4 8 0,3 1 63,2 4 1,0-2 0,0 5 0,2 0-581,3 1 0,6-6 0,9 2 1,4-6-651,1-5 0,2-4 1,4-7-1,-2 0 61,-1 0 0,-1-7 1,4-4 300,-4-4 0,4-1 0,-6 0 0</inkml:trace>
  <inkml:trace contextRef="#ctx0" brushRef="#br0" timeOffset="34">17783 1095 8845,'0'17'1754,"0"-6"0,0-1 0,0 3-809,0 2 0,0 1 1,0 0-1,2 1-952,3-1 1,-3 0-1,5-1 1,-1-2-2882,-1-2 0,2-6-643,-1 6 3531,-4-7 0,12-4 0,-5-10 0</inkml:trace>
  <inkml:trace contextRef="#ctx0" brushRef="#br0" timeOffset="35">17783 866 7953,'-5'-10'0,"-3"0"1429,-1 3 0,4 2 1380,-6 5 1,5 0-3367,-5 0 0,8 7 0,-1 4-2864,8 3 3421,-2 3 0,12 6 0,-5 3 0</inkml:trace>
  <inkml:trace contextRef="#ctx0" brushRef="#br0" timeOffset="36">18077 1063 7766,'-22'1'2354,"1"3"-1707,-5 1 1,10 3 0,-1-5-1,3 5 108,-1 1 0,5-4 0,0 6 0,3 2-360,4 1 0,-1 3 0,0-1 0,-1 2-433,1 4 1,4-4 0,6 4 0,3-4-23,0-2 1,5-5 0,-1-2-1,5-1-1979,4-5 0,0-1 0,-4-4 2039,4-3 0,3-4 0,8-8 0</inkml:trace>
  <inkml:trace contextRef="#ctx0" brushRef="#br0" timeOffset="37">18208 1063 7766,'-11'7'0,"0"4"1234,-2 3 1,1 3-1,-1-1 1,4 0-576,2 1 1,-4 4-1,5 1 1,3 0-494,1 2 0,2-12 1,0 5-1262,0-3 0,7-1 0,4-4 268,4-9 0,1-7 1,0-10-1,1-1 361,-1-4-1,-5-1 1,0-6 0,0 3 426,-2 3 0,0 1 0,-6 6 0,3-1 3199,-3 1-1443,7 0 1,-9 8 0,5 8 0,-4 9-1157,-2 6 0,0 7 0,0 0 0,0-1-538,0 3 0,5-6 0,1 4 0,-1-4-1683,2-2 0,-5-5 0,5-2-2761,1-1 4422,-7-3 0,14-19 0,-6-5 0</inkml:trace>
  <inkml:trace contextRef="#ctx0" brushRef="#br0" timeOffset="38">18453 507 18216,'0'18'0,"0"4"570,0 5 1,2 13 0,3 9-1,4 9 1,2 7-449,0 6 0,-5-3 0,5 1 0,-1-8-1279,0-6 1,4-12-1,-5-6 1,0-8-2119,-3-7 3275,-4-12 0,-2 5 0,0-6 0</inkml:trace>
  <inkml:trace contextRef="#ctx0" brushRef="#br0" timeOffset="39">18420 1030 21415,'17'0'0,"-1"0"611,0 0 1,3 0-1,2 0 1,8-2-1020,8-3 1,-3 3 0,4-4-1,-1 5 113,1 1 1,-9-6-1,2 1 1,-4-1-2119,-2-1 0,-5 5 0,0-5 884,-7 0 1,-6 3 1787,-7-7 1,-1 6 0,-5-4 0,-5 1 114,-3 5 0,-3 1 0,1 2 1,-2 0 128,-4 0 1,4 2 0,-4 3-1,4 6 281,2 3 1,5 3-1,0-1 1,-2 1-166,-1-1 1,3 6 0,2-1 0,1 1-298,5 2 0,1-6 0,4 4 0,3-4-1312,6-2 1,5-5-1,4-2 1,2-1-4735,-2-5 5724,6-1 0,-1-16 0,8-5 0</inkml:trace>
  <inkml:trace contextRef="#ctx0" brushRef="#br0" timeOffset="40">19107 866 7789,'-24'8'1953,"1"1"1,-5 5-1,7-1 748,2-2 1,9-6-1978,-1 6 0,7-5-660,-1 5 0,10-2 1,4 3-1,4-3-937,3-1 1,-7 4 0,11-1 0,0 4 750,-2 1 1,1 1-1,-1-3 1,2-1 727,1-2 1,1 0 0,-5 5 0,-1-2 25,0-3 1,-5 4-1,0-6 1,0 2-100,-2 0 1,-2-6 0,-7 6 0,-1 0-55,-5-2 0,-3 6 1,-9-6-1,-2 2-578,-2 0 1,-2-1 0,4 5 0,-3-2-467,-3-2 565,6-8 0,-10 12 0,4-6 0</inkml:trace>
  <inkml:trace contextRef="#ctx0" brushRef="#br0" timeOffset="41">13353 2517 13200,'10'0'2674,"-3"2"1,-5 4-2186,3 5 0,-1 5 0,5 8 0,0 6-240,0 7-605,-5 8 0,10-5 0,-5 4 0,2-8 0,0-5 0,2-7 356,1-6 0,3-13 0,-1-14 0</inkml:trace>
  <inkml:trace contextRef="#ctx0" brushRef="#br0" timeOffset="42">13403 2256 7815,'-17'0'1082,"1"0"1,-1 0-1,1 0 2472,0 0-2947,7 0 0,3 0-1578,12 0 0,-3 0 1,8 0-1,2 0 971,1 0 0,3-7 0,-1-2 0</inkml:trace>
  <inkml:trace contextRef="#ctx0" brushRef="#br0" timeOffset="43">13811 2714 7917,'-7'16'0,"-2"0"2778,0 1 0,-4-1-658,8 0-1987,-1-7 0,6-3 0,0-12 0,0-4 177,0-5 0,0-1 0,-2-1 0,-1-1 0,-3-4 1,1-3-1,3-8 1,-2 1-16,-1-1 0,-1-5 1,5-2-1,-3-2-458,-1-3 1,-6-3-1,5-1 1,3 0-218,1 0 0,2 13 1,0 5-1,0 6-615,0 5 1,2 9 0,3 5-1,6 6 401,3 6 1,10 5 0,1 10-1,3 5-2490,-1-1 3084,-7 6 0,18-5 0,-3 6 0</inkml:trace>
  <inkml:trace contextRef="#ctx0" brushRef="#br0" timeOffset="44">13680 2550 7925,'-14'2'0,"1"2"3643,2 1 0,8 2-2751,-3-1 0,6-4 1,6 3-974,5-3 0,8-2 0,5 0 0,2-2-1263,3-3 1,1 3 0,1-5 1343,-3-1 0,10-1 0,-4-7 0</inkml:trace>
  <inkml:trace contextRef="#ctx0" brushRef="#br0" timeOffset="45">14857 2370 7918,'-23'0'-1,"4"2"1,-2 2 0,2 1-5,3-1 1379,7-2 0,-5 0 1,3 1-1,-4 4 0,1 2-841,3 4 0,-2 2 0,8 1-404,1 0 1,2 1-171,2-1 0,7-5 0,4-2 0,4-2 62,1-3 1,6-2 0,2-2 0,1 0 261,4 0 0,2 0 0,0 0 1,-2 2-41,-2 3 1,-2-3 0,3 5 0,-6-1-28,-4-1 1,-7 8 0,-2-2-83,-2 3 0,-3 3 0,-10-1 0,-7 0 19,-7 1 1,0-1 0,-7 0 0,-2 1-327,-2-1 1,4-7-1,2-2 1,-1-1-30,1-1 1,5 1 0,-2-8-2934,4-4 1,9 3 3134,3-8 0,4-7 0,2-8 0</inkml:trace>
  <inkml:trace contextRef="#ctx0" brushRef="#br0" timeOffset="46">15151 2436 7791,'-16'16'1129,"0"0"1,-1-5 0,1 0-1,2 2-70,3 1 1,-2 3-1,7-1 1,3 1-612,1-1 1,2 0 0,2 1 0,3-1-247,6 0 0,4 1 0,1-3 1,0-3-130,1-6 0,5-3 0,1-2 0,3-2-3,3-3 0,-4 1 0,0-8 0,-3-5-330,-7-3 1,1-1 0,-7 4-1,0 1 64,-3 0 1,1-3-1,-2-1 1,-1-1 136,-2 1 0,-9 7 0,-4 2 0,-4 0 31,-1 2 1,-6-4 0,-2 8-1,-1 1-622,-4 2 1,4 2 0,-3 0-1,1 0-858,2 0 0,1 2 0,10 4 1508,3 5 0,-4 3 0,6 2 0</inkml:trace>
  <inkml:trace contextRef="#ctx0" brushRef="#br0" timeOffset="47">15478 2387 7791,'0'11'881,"0"-1"1,-1 3 699,-5 2 1,4 1 0,-3 0 0,3 3-716,2 2 0,0-6 0,0 5 0,0 0-262,0-2 1,0 0-1,0-1-605,0-1 0,0-5-689,0 0 0,0-9 0,2-2 1,1-10 48,3-4 0,-1-4 1,-3-2-1,2-4 192,1-1 0,6-1 0,-4-1 0,2 3 378,4 1 0,-4 10 0,0-3 0,0 3 665,1 4 1,-5 2 0,6 7 297,2 0 1,-4 7 0,0 6 0,-2 5-620,-3 4 1,-3-1-1,1-4 1,2-1-204,1 0 1,1 1-1,-6-1-544,0 1 1,2-8 108,3-4 0,-3-10 0,5-6 0,0-4 49,4-1 1,-2-1 0,2 1-1,2 0 691,1-1 1,1 7-1,-2 0 1,-2 3 1075,1 4 1,3 3 0,1 5-845,1 6 1,-8 3-1,-4 3 1,-3 1-376,-2 4 1,5-4 0,1 4-7546,-3-4 7313,-1-9 0,-2-2 0,0-7 0</inkml:trace>
  <inkml:trace contextRef="#ctx0" brushRef="#br0" timeOffset="48">15969 2436 7791,'0'11'2604,"0"0"1,1-8-1,5 3-1922,5-5 0,3-1 0,3 0 0,-1-1-402,0-5 0,6-3 1,0-7-1,-2-1-534,-2 1 1,-2 0-1,1-1 1,-3 1-31,-3 0 0,-2 5 1,-5 0 134,1-2 0,-1 4 1,-9 0-1,-6 2 90,-4 3 0,-1 2 1,-1 2-1,1 0 143,0 0 0,-1 0 0,1 2 325,0 4 0,1 3 0,3 7 0,2 2 141,3 4 1,0-2 0,3 7-1,-1 2-194,1 2 0,4-4 0,4-1 0,3-1-470,2 1 0,2-6 0,5 0 1,1-6-965,-1-3 1,0-7 0,1 1 0,-1-3-1723,0-2 1,-5-7 2799,0-4 0,0-4 0,6-1 0</inkml:trace>
  <inkml:trace contextRef="#ctx0" brushRef="#br0" timeOffset="49">16345 1847 12775,'-9'17'2051,"1"1"0,8 4-1158,0 5 1,2 11 0,2 7 0,3 10 0,2 8-251,4 6 0,-4 4 0,0-6-1136,-2-1 1,4-6 0,-4-17-1,1-6 1,1-10-7386,0-11 7878,-6 0 0,5-14 0,-8 6 0</inkml:trace>
  <inkml:trace contextRef="#ctx0" brushRef="#br0" timeOffset="50">16296 2419 10309,'-10'0'3186,"10"-5"0,13-2 1,7-2-3512,7-4 1,6-2-1,3-1 1,3 0-1386,-3-1 1,-7-4 1709,-2-1 0,0 0 0,6 6 0</inkml:trace>
  <inkml:trace contextRef="#ctx0" brushRef="#br0" timeOffset="51">16573 1978 13641,'0'11'1512,"0"0"0,2 3-943,4 6 0,3 2 1,7 9-1,-1 5-302,-4 4 0,1 6 0,-6 6 0,-3 3-61,-1-2 1,-2-3 0,0-2 0,0-5-398,0-5 1,0-10 0,0-7-849,0-2 0,0-12 1,0-9 193,0-13 1,0-3 0,2-9 0,2-2 537,1-2 0,6-2 1,-4 3-1,2 0 241,4 3 1,2 5-1,-1-3 1,-1 1 729,-2 4 0,0 10 0,5 4 1,0 4 248,1 2 0,-1 2 1,0 4-1,1 6-481,-1 8 0,-1 6 1,-3 5-1,-1-2-307,2-2 0,-6-7 0,0 2 0,-1-4-2783,-1-2 1,1-5 2657,-6 0 0,7-7 0,2 3 0</inkml:trace>
  <inkml:trace contextRef="#ctx0" brushRef="#br0" timeOffset="52">17064 2289 7829,'0'16'1474,"0"0"1,0 1 0,0 1-28,0 4 0,0-2 0,0 5 0,0-1-782,0-4 1,2 0-1,1 0-2500,3 1 0,5-4-3266,-6-6 5101,8-8 0,-11-3 0,5-9 0</inkml:trace>
  <inkml:trace contextRef="#ctx0" brushRef="#br0" timeOffset="53">17064 2060 7829,'-17'0'2065,"7"0"1,-1 0 1714,-2 0-8420,6 0 4640,-1 0 0,16 7 0,1 2 0</inkml:trace>
  <inkml:trace contextRef="#ctx0" brushRef="#br0" timeOffset="54">17244 2370 8720,'0'31'0,"0"-2"736,0-1 1,0-8 0,1 1 0,3-3 2276,1-1-3313,1-1 0,-6-9-144,0-7 0,0-7 0,0-9 1,0-2 108,0-4 0,0 4 1,0-4-1,0 4 647,0 1 1,0 1 159,0 0 0,0 5 0,2 2 492,3 1 1,-1 3-1383,7 5 0,-6 0-242,6 0 1,-5 5-1,4 1-1005,3-2 1665,-6-3 0,8 7 0,-6 1 0</inkml:trace>
  <inkml:trace contextRef="#ctx0" brushRef="#br0" timeOffset="55">17358 2305 7829,'-11'-11'932,"0"0"1,2 6 618,-2-6 0,6 9 1,8 2-1249,3 9 0,7 6 0,-4 3 0,2 2-163,-1 2 0,1-1 0,4-4 1,-2-1-222,-3 0 1,0 1 0,2-3 0,-1-1-186,2-2 0,-4-7 0,2 1-69,2-3 1,-4-2-1,0-2 1,-2-3 158,-3-6 1,-3-4-1,-1-3 1,0-2 123,0-2 0,0-1 0,0 3 0,0-4 370,0-1 0,-5 5 0,0-2 0,1 4 225,2 1 1,-3 6-41,-1 0 0,1 10-190,5 1 1,2 7-1,1 11 1,4 2 37,3 2 0,-5 7 0,6-2 1,2 6-22,1 5 0,2-4 0,-1 6 0,-2 0 294,-2 4 0,-2-2 1,2 1-1,-4 3 173,0 1 1,-5-3-1,2-3 1,-8-1-792,-7-3 0,-3-8 0,-5-4 0,-2 1-962,-7-1 1,-4-10 0,-5-1 0,-1-5-2695,2-5 3650,1-2 0,-12-10 0,-4-1 0</inkml:trace>
  <inkml:trace contextRef="#ctx0" brushRef="#br0" timeOffset="56">18404 2272 7937,'-9'-2'5843,"4"-3"-3939,3 3 0,2-3-1290,0 10 0,0 6 0,0 9 1,2 5-403,3 6 0,-1-5 0,5 10 0,-2-1-322,-3-6 1,3 2 0,-2-10 0,-1-1-5815,-2-1 5924,5-10 0,-5-17 0,5-10 0</inkml:trace>
  <inkml:trace contextRef="#ctx0" brushRef="#br0" timeOffset="57">18404 2060 7927,'-16'-8'439,"-1"7"1,1-5 2244,0 4 0,5 2-1867,0 0-1370,7 0 1,-1 0 552,10 0 0,12 0 0,8 0 0</inkml:trace>
  <inkml:trace contextRef="#ctx0" brushRef="#br0" timeOffset="58">18796 2141 8293,'-16'15'603,"0"-4"0,-1 3 1,1-4-1,0 0 383,-1 1 1,1-5 0,0 3-169,-1-2 0,8 0-513,4-1 1,5-3-314,5 8 0,4-7 0,8 3 0,-1-1 303,0-1 1,1 2 0,-1-3 0,0 3-55,1 2 0,-1-5 0,-1 3 0,-3-1 585,-1-1 0,-7 8 0,1-2-494,-3 3 0,-2 3 0,-2-1 0,-3 0-421,-6 1 0,-4 5 0,-1-2 0,0-4-441,-1-3 1,-1-4 0,-2 2-1,-2-6-986,2-3 1,2-9 1515,2-4 0,-8-18 0,-1-6 0</inkml:trace>
  <inkml:trace contextRef="#ctx0" brushRef="#br0" timeOffset="59">14759 3466 8630,'-11'14'1591,"0"-3"1,6-2-1,-4-3-396,2 4-593,1-2 1,6 6 0,0-3-1,2 6 1,3 2 0,4 3 1340,1-2-2016,4 6 0,-7-3 0,6 5 0,-4-7 0,0-2 0,-2-3 0,1 0-955,-5 1-32,-1-8 0,0 0 1,0-7-1,0-2 1060,-4-8 0,-9-4 0,2-5 0</inkml:trace>
  <inkml:trace contextRef="#ctx0" brushRef="#br0" timeOffset="60">14726 3286 7893,'-16'7'1724,"0"-3"1,-1 5 2764,1-2-3526,7-2 0,4-5-2568,10 0 1,4 0 0,7 0-2796,1 0 4400,-1 0 0,8 0 0,1 0 0</inkml:trace>
  <inkml:trace contextRef="#ctx0" brushRef="#br0" timeOffset="61">14939 3417 7893,'0'23'338,"5"1"1,1 5 0,-3-2 636,-1 2 0,0 2 0,2 0 1,1-4-328,-1-5 1,-2 2 0,-2-3 0,1-2 650,5-7-1278,-4 3 0,5-15 12,-7 0 0,0-7 0,0-10 0,0 1-73,0-1 1,0-1 0,2-2-1,1-3 38,3-3 1,1 6 0,-3-3 0,3 1 112,2 0 0,0 6 0,4 5 0,-2 0 304,2 2 1,-4 2-1,1 7 1,3 0 139,2 0 1,1 3 0,-1 6 0,-3 9-260,-1 6 1,-2 3 0,2 4 0,-4-2-216,1-1 1,-6-7-1,3 5 1,-3-3-1888,-2-3 1,0-7-1630,0-2 0,2-7 3435,3 1 0,4-10 0,7-4 0</inkml:trace>
  <inkml:trace contextRef="#ctx0" brushRef="#br0" timeOffset="62">16116 3139 7810,'-11'0'1872,"0"0"0,7 1 0,-3 3-715,0 2 1,5 1 0,-2-2-425,8 6 1,0 6 0,7 4 0,1 8-22,3 8 0,1 1 0,-1 9 1,-3 4-516,-1 0 1,-5 0 0,3-6-1,0-3-1152,0-4 1,-5-13 0,1 6-7105,-3-5 8059,-2-12 0,-7-14 0,-2-9 0</inkml:trace>
  <inkml:trace contextRef="#ctx0" brushRef="#br0" timeOffset="63">16099 3400 11172,'-7'0'4834,"9"-2"-3857,13-3 1,3 1 0,9-5 0,2 0-1701,2 0 0,-4 4 1,0-4-1,1-1-1522,-3 1 2245,-1-2 0,-1-5 0,3 0 0</inkml:trace>
  <inkml:trace contextRef="#ctx0" brushRef="#br0" timeOffset="64">16394 3155 7810,'0'16'1038,"0"1"1,0-1 574,0 0 1,0 1 0,1 1 0,3 4-741,2 5 0,1 0 0,-4 4 0,3 5-290,-2 4 1,-3-1 0,-1 2 0,0 1-98,0 0 0,0-6 0,0 2-1566,0-3 0,-1-17 104,-5-7 0,4-15 0,-3-8 1,3-7 569,2-2 1,5-8 0,1 1-1,-1-1 533,3 2 1,1-2 0,5 5 0,-1 1 4,-2-1 0,0 2 0,5 8 0,0 3 498,1 5 0,-1 5 1,0 1-1,1 0-300,-1 0 0,-1 9 1,-3 5-1,-1 8-205,2 3 1,0-3 0,-1 4 0,-3-3-899,-1-3 0,3-2 0,-4-1 64,2-1 1,2-7 0,5-3-1,1-5 552,-1-1 1,0-7 0,1-6 0,-1-5 298,0-4 1,1 1 0,-3 4 0,-1 1-22,-2 0 1,-2-1 0,2 1 0,-6 0-90,-3-1 1,-2 6 0,-2 0-32,-3-1 0,-1 4 0,-10 3 319,-8 3 1,3 2-1,-1 0 1,4 2 243,1 3 0,3 5 0,1 6 1,2 0 416,-2 1 0,6 4 1,2 3-1,3 0-613,2-1 1,0 4-1,0-5 1,2 0-676,3 2 1,6-6-1,9 2 1,4-6 115,1-3 1,-5-2 0,2 2 0,-4-5-2699,-2-4 1,1-2 0,-1 0 2888,0 0 0,1 7 0,-1 2 0</inkml:trace>
  <inkml:trace contextRef="#ctx0" brushRef="#br0" timeOffset="65">17963 3253 17455,'-17'9'1017,"7"0"1,-1-5 0,-2 3 1056,-2 2-1801,-1-5 1,-6 9 0,0-6-1,2 2 1,2 2 0,2-2 0,1-2-162,5 0 0,-3-3-597,7 7 0,1-6 1,7 6-1,3 2 0,8 2-500,7 1 874,-2 0 0,11 1 0,-5-1 0,-1 0 1,3 2-1,-3 2 585,1 2 1,-8 0-1,-7-6 1,-1 1-17,-5-1 0,-1 0 1,-4-1-836,-3-4 1,-4-4 0,-8-7-1,1 0-530,0 0 1,-1-2 0,3-3 0,1-6-5713,2-4 6619,8-1 0,-12-8 0,6-1 0</inkml:trace>
  <inkml:trace contextRef="#ctx0" brushRef="#br0" timeOffset="66">18224 3433 7786,'17'-7'340,"-1"5"1,0-5-1,1 1 749,-1 1 1,-5-6-1,0 4-199,2-3 1,-6 5 0,-2-6-486,-3-2 0,-2 4 0,-2 0-298,-3 2 1,-4 1 0,-9 6-1,-2 0-184,-2 0 1,-2 0-1,4 0 1,-2 2 448,2 4 1,2 3-1,2 5 1,0-1 451,-1-2 1,3 2 0,1 7 0,4 1-401,2-1 1,1 4 0,6 0 0,0 1 454,0 4 1,7-3 0,4-1 0,6 0-1037,4 1 0,5-8 0,7 0 1,1-7-1341,4-4 1,-3-1 0,5-8-1,-2-5-329,0-10 1,-5-1 0,-8-9 1825,-1-2 0,-3-9 0,-4-4 0</inkml:trace>
  <inkml:trace contextRef="#ctx0" brushRef="#br0" timeOffset="67">18715 2926 7754,'-11'6'1811,"0"-1"0,7 2 0,-1-1-230,3 5 1,2 3-1,0 3 1,2 1-721,3 4 0,-1 3 0,7 9 0,1 5-367,3 4 0,1 4 0,-1 2 0,-2 0-552,-3 1 1,-4-7 0,3-1 0,-2-2-1406,-3-4 0,3-9 0,-1-5-5486,-3-4 6949,-1-9 0,-9-9 0,-2-9 0</inkml:trace>
  <inkml:trace contextRef="#ctx0" brushRef="#br0" timeOffset="68">18600 3335 7754,'-9'7'3276,"4"-5"1,10 3 0,8-5-1362,7-5 0,11 1 0,7-7 0,0-1-1950,2-3 1,-6-1-1,6-2 1,-1-2-1834,-1-2 0,0 4 0,-7 5 1868,-4 0 0,-3-12 0,-8 7 0</inkml:trace>
  <inkml:trace contextRef="#ctx0" brushRef="#br0" timeOffset="69">17587 4986 11587,'-9'-7'337,"1"5"0,7-5 454,-5 7-244,4 0-314,-12 0 1,10 1 0,-7 5 0,0 5 0,1 1 0,-1 3 745,-2 1 0,4-3-809,-2 9 0,6-2 0,-5 2 0,3 3 0,4 0 0,1-1 557,2 0-960,7-6 0,-3 5 0,7-6 0,3-1 0,4-1 0,4-4 0,-2-6-1142,-2-3 1,4-2 0,0-2 0,0-3-440,1-6 1,-5-4 1813,4-1 0,4-8 0,-1-1 0</inkml:trace>
  <inkml:trace contextRef="#ctx0" brushRef="#br0" timeOffset="70">17832 4708 7800,'-16'5'1231,"-1"3"0,1 1 584,0 4 1,5 1 0,2 2-1124,1 1 1,3 5 0,7 1-1,3 3-267,6 3 0,4 2 1,1 1-1,0 3-527,1 3 1,-1-4 0,-1 5-1,-3-5-381,-1-1 1,-5-1 0,3-1-338,-2-3 1,-2-5-14,-5-6 1,0-10 247,0-7 1,0-7-1,0-12 1,2-1 444,4-1 0,-3-7 0,6 5 0,0-1 245,1 0 0,-7 3 0,4 4 0,-1 1 596,-1 0 1,8 7 0,-4 5-91,0 8 0,6 5 0,-6 9 0,2 4-291,0 5 1,-6-2 0,4 3 0,0-1-1052,0-2 1,0-1 0,4-10 730,-2-3 0,0 4 0,5-6 0</inkml:trace>
  <inkml:trace contextRef="#ctx0" brushRef="#br0" timeOffset="71">18208 5035 7800,'-20'11'1655,"4"-2"0,1 0-477,1 0 0,4 2 1,3 4-1,2-1-627,-1 2 1,1-8 0,5 10 0,0 0-395,0 2 0,2 4 0,3-4 1,6 3-281,4 3 1,-3-12 0,3 2 0,3-1-361,0 0 1,0-6 0,-1-4 0,-1-3-320,0-2 1,1-2 0,-1-3 439,0-6 1,-7-4 0,-3-1 0,-4 0 233,-2-1 1,0 1-1,0-1 1,0 1 357,0 0 1,0-1-1,-2 3 1,-2 1 1309,-1 2 1,-1 6 1878,6-6-2897,-7 7 0,5-1 1,-3 10-644,3 6 0,7 4 0,3 1 0,1 0-371,4 1 0,-4-1 1,1-1-1,1-3-536,-2-1 1,6-7 1027,-4 1 0,3 4 0,3 1 0</inkml:trace>
  <inkml:trace contextRef="#ctx0" brushRef="#br0" timeOffset="72">18518 5117 7800,'0'16'1863,"0"0"0,0 1-226,0-1 1,2 0-1,2 1 1,1-1-1140,-1 0 1,3 6 0,1 0 0,-1-2 304,0-2 1,4-1-1,-6-1-662,-1 0 0,0-5-70,1 0 0,-3-9 332,3-2 0,-8-4 1,-5-10-1,1-4 373,0-1 1,-4-4-1,6-1 1,-1-1-516,-1-4 1,5 3 0,-3 1 0,3-1-409,2 1 0,0 5 0,0-4 0,2 3-894,3-1 0,-1 2 0,5 7 0,0 2-192,0-2 1,2 6 0,5 2 0,1 3-4072,-1 2 5304,0 0 0,1 0 0,-1 0 0</inkml:trace>
  <inkml:trace contextRef="#ctx0" brushRef="#br0" timeOffset="73">19434 5231 7779,'-7'9'3394,"3"6"1305,-7-4-3586,7-4 1,-1 0 0,10-7-1,8 0 721,7 0 1,0 0 0,5-2-1267,-1-3 0,5 1 0,-3-5 0,1 0 1,0 0-569,2-4 0,2 4 0,2-2 0,-6 6 0,-2-4 0,1 0 0,-3 1 0,1 1-627,-4 4 1,-2-5 0,-2 3-2651,1 1 0,-8 1 0,-2-1-2626,0-2 5903,-5 1 0,13-2 0,-6-2 0</inkml:trace>
  <inkml:trace contextRef="#ctx0" brushRef="#br0" timeOffset="74">20218 5166 19947,'17'0'1728,"-1"0"1,0 0 0,3 0-1,1 0-1276,1 0 1,7 0-1,-5 0 1,1 0-453,-1 0 0,5 0 0,-5 0 0,1 0 0,-1 0 0,-1 0 0,-5 0 0,-1 0-234,0 0 1,1-6-3020,-1 1 0,-5-2-1147,0 1 0,-6-1 4400,6-4 0,-7-11 0,3 4 0</inkml:trace>
  <inkml:trace contextRef="#ctx0" brushRef="#br0" timeOffset="75">20954 5117 12045,'-2'9'6035,"-2"-2"-4065,-1 0-274,0-5-1696,12 5 0,9-14 0,10-2 0</inkml:trace>
  <inkml:trace contextRef="#ctx0" brushRef="#br0" timeOffset="76">21330 5019 10695,'11'5'9830,"0"1"-13840,-8-1 4010,4-5 0,-7 7 0,0 2 0</inkml:trace>
  <inkml:trace contextRef="#ctx0" brushRef="#br0" timeOffset="77">21559 5051 21460,'0'9'0,"0"-1"0</inkml:trace>
  <inkml:trace contextRef="#ctx0" brushRef="#br0" timeOffset="78">21787 5035 7723,'17'0'4915,"-3"-2"0,-1-1 0,-2-3 0,-6 1-3627,6 5-6945,-7 0-2012,3 0 7669,-7 0 0,-7 0 0,-2 0 0</inkml:trace>
  <inkml:trace contextRef="#ctx0" brushRef="#br0" timeOffset="79">21068 5133 7788,'-16'5'1118,"0"1"0,5 5 0,0-6 2185,-2-1 1,6-4-418,1-6 0,6 3 1,6-6-1756,5 1 1,3-2-1132,3 4 0,-1-7 0,0 4 0</inkml:trace>
  <inkml:trace contextRef="#ctx0" brushRef="#br0" timeOffset="80">21232 5100 7788,'16'0'0,"0"0"2457,1 0 1,-1 0-1,0 0 1,1 0 818,-1 0 1,0 0 0,1-1-2666,-1-5 1,1 4-612,-1-3 0,-7 1 0,-2 1 0,0-3 0,-5 1 0,4 5 0,-12 0 0,4 0 0,-5 0 0,0 0 0,-2 0 0</inkml:trace>
  <inkml:trace contextRef="#ctx0" brushRef="#br0" timeOffset="81">21412 5068 12352,'0'0'0</inkml:trace>
  <inkml:trace contextRef="#ctx0" brushRef="#br0" timeOffset="82">21689 5100 7826,'-10'6'1076,"-1"-1"1,-2 1 0,-2-1 2599,-1 1 1,5-1-3677,0-5 0,8 0 0,-5 0 0</inkml:trace>
  <inkml:trace contextRef="#ctx0" brushRef="#br0" timeOffset="83">21608 5117 7826,'9'0'1966,"5"0"0,-3 0 0,6 0 0,2-2 0,5-2 491,2-1 1,1-2-1,5 3 1,3-3-2162,3-2 0,-3 5 0,3-3 1,-4 1-297,-1 1 0,0-1 0,-2 4 0,-4-1 0,-5-3 0,-4 1 0,-2 5 0,0 0 0,1 0 0,-6 0 0,0 0 0,-8 0 0,3 0 0,-12 0 0,-3 5 0,-7 1 0,-1 1 0,-1-3 0,-4 1 0,4 2 0,-4-3 0,3 2 0,-3-3 0,2-1 0,-7-2 0,-3 2 0,0 3 0,-1-3 0,2 4 0,1-3 0,-1 3 0,4-5 0,-2 5 0,-2-4 0,10-2 0,3 0 0,2 0 0,6 0 0,3 0 0,10 0 0,6-2 0,9-4 0,4-3 0,1 0 0,4-5 0,8 5 0,3-2 0,1 0 0,-4 2 0,1-2 0,-4 4 0,-1-1 0,-8 7 0,-3-7 0,-4 3 0,-1-1 0,-8 1 0,-4 7-328,-10 3 1,-4-1 0,-8 5-503,1-2 830,0-1 0,-8 1 0,-1 2 0</inkml:trace>
  <inkml:trace contextRef="#ctx0" brushRef="#br0" timeOffset="84">22785 5100 7844,'-11'0'9830,"0"0"-5166,7 0 1,-1 0-2997,10 0-1668,4-7 0,9 5 0,2-5 0,4 2 0,0-3 0,1 1 0,-1 0 0,-1 3 0,4 2 0,-3 2 0,0 0 0,-1 0 0,-1 0 0,-6 0 0,1 0 0,-1 0 0,0 0 0,1 0-531,-1 0 1,-5 0-3889,0 0 1,0-2 242,5-3 4176,0 3 0,1-12 0,-1 5 0</inkml:trace>
  <inkml:trace contextRef="#ctx0" brushRef="#br0" timeOffset="85">23422 4986 7821,'-2'11'2578,"-3"0"0,1-6 2239,-7 6-2095,8-7-1256,-5 3 0,16-7 0,1-2-214,0-3 0,5 3 1,-3-4-1253,4 5 0,1 1 0,0 0 0,1 0 0,-1 0 0,-5 0 0,0 0 0,2-2 0,1-4 0,2 5 0,1-5 0,-1 4-1062,0 2 0,1-5 0,-1-2-990,0-3 0,1 7 1,-3-4-1,-1 1-837,-2 1 0,0-3 2889,5 3 0,8-4 0,1-7 0</inkml:trace>
  <inkml:trace contextRef="#ctx0" brushRef="#br0" timeOffset="86">24190 4937 11083,'0'11'9782,"0"0"-4582,0-8-2594,0 5-2606,0-8 0,2 0 0,3 0 0,5 0 0,6 0 0,-5 0 0,-2-2 0,0-2-498,0-1 1,2-1-1,5 4 1,2-1-167,4-3 0,-2-1 1,6 3-1002,-3-1 1,4-2 0,-5 3 0,-2-1 1664,-2 1 0,-1-5 0,-1 0 0</inkml:trace>
  <inkml:trace contextRef="#ctx0" brushRef="#br0" timeOffset="87">24664 4855 8349,'17'7'1940,"-1"-5"1,0 4-419,1-5 0,1-1 0,2 0 0,1 0-20,-1 0 1,-1 0-1,-3 0 1,2 0-718,4 0 0,-4 2 0,6 2 0,-3 1-384,1-1 0,0-2 0,-6 0-969,1 3 0,-6-3-2018,0 3 1,-6-3 558,6-2 0,-6 0 1,6-2-1,4-1 2027,5-3 0,5-6 0,8 2 0</inkml:trace>
  <inkml:trace contextRef="#ctx0" brushRef="#br0" timeOffset="88">19565 5754 9320,'-10'0'9094,"3"0"-7982,7 0 0,0 2-124,0 3-767,0-3 0,0 13 1,0-4-1,2 5 0,2 4 1,3 4 1726,2 1-1832,-5-5 0,5 11 1,-6-4-1,5 2 0,-1 0 1,0-3-1,-1-1-369,1 1 0,-5-12 1,3 3-1,-1-3-859,1 1 1112,-3-6 0,13-2 0,-6-7 0</inkml:trace>
  <inkml:trace contextRef="#ctx0" brushRef="#br0" timeOffset="89">19663 6098 7798,'-9'-8'148,"1"5"0,8-8 0,-2 0-148,-3 2 0,-4-13 0,-7 4 0</inkml:trace>
  <inkml:trace contextRef="#ctx0" brushRef="#br0" timeOffset="90">19270 5901 7838,'-9'8'0,"-5"-7"4856,3 5-2556,4-4-2300,-1-2 0,8-8 0,0-1 0</inkml:trace>
  <inkml:trace contextRef="#ctx0" brushRef="#br0" timeOffset="91">19270 5869 9491,'11'-6'0,"-2"-1"4607,-1-2 1,4 3-4608,-1-4 0,4-1 0,1-6 0</inkml:trace>
  <inkml:trace contextRef="#ctx0" brushRef="#br0" timeOffset="92">19401 5771 7838,'7'-11'2702,"2"0"0,2 0 2213,0 2 0,-5-6-4875,5 4 1,-2-3-1,3-1-96,-1 4 0,-5-1 1,3 4 633,-2-1 1,0 6 0,-3-5 1564,1 1-1260,8 5 0,-4-5-883,8 7 0,-7 0 0,1 2 0,2 2 0,2 1 0,-5 8 0,1-4 0,2 2 0,2 0 0,-4-6 0,-1 6 0,3 2 0,2-4 0,1 2 0,0 1 0,-5-4 0,-2-1 0,0-2-1456,0 1 0,-5 1-6623,2-2 8079,3-3 0,0-2 0,7-9 0</inkml:trace>
  <inkml:trace contextRef="#ctx0" brushRef="#br0" timeOffset="93">19091 6670 9035,'-8'9'4033,"1"0"-1979,-4-4 0,2-3-787,4 4-573,3-5 1,-7-1-79,3 0 0,4 2 0,-3 4-367,3 5 0,2-2 0,0 2 0,0 1 0,0 5 85,0 4-406,0-10 1,2 15-1,2-14 1,3-1 0,2 0-1,4-4 1,1 1-670,3-5 0,-1-3 0,0-5 0,1-6 449,-1-4 0,-2-1 1,-1 0-1,-4-1 476,-1 1 1,-1 5-1,-4 0 1,3-1 118,-3-3 0,-1 4 0,-4 0-5,-3-1 0,1 2 1,-6 1-1,-3 2-468,-2 3 0,4 3 1,0 1-1,-1 0-792,-3 0 0,-1 0 1,0 0-820,-1 0 0,6 0-147,0 0 0,6 0 1928,-6 0 0,7 0 0,-3 0 0</inkml:trace>
  <inkml:trace contextRef="#ctx0" brushRef="#br0" timeOffset="94">19303 6719 8530,'0'16'0,"0"0"1326,0 1 0,0-1 0,0 0 1,0 3-176,0 2 1,0-6 0,2 5-1021,3 0 1,-3-6 0,5-4-195,1-3 0,-5-2 1,6-7 553,-1-3 1,-3-4 0,-5-7 0,0-3 257,0-2 0,0 1 0,0-6 0,0 1-449,0-1 1,2 1 0,2-4 0,1 3-656,-1 3 1,-3 1 0,-1 6-1,0-1-1459,0 1 1,2 1 0,4 5-1,3 2-4445,0 1 6259,5 5 0,-5-5 0,8 7 0</inkml:trace>
  <inkml:trace contextRef="#ctx0" brushRef="#br0" timeOffset="95">19614 6637 9311,'-15'7'0,"2"4"1441,2 4 1,2-4-1,-3-1-391,1 3 0,7-4 1,-1 2-1318,3 2 0,2 1 1,0 3-54,0-1 1,0-5-1,2-2-75,3-2 0,-1-1 0,7-6 25,1 0 1,-3 0 0,1-2 46,-3-3 1,4-5 435,-6-6 0,1 0 0,-5 1 0,3 3-57,1 1 1,1 0 0,-6-6 186,0 1 0,2 7 0,1 2 300,3-1 0,-1 5 1277,-5-8 1,2 9 0,2 2-1505,1 9 1,1 6 0,-5 1-706,5 0 0,-4 1 1,3-1-1579,-3 0 0,-2-5 1,2-2 1966,3-1 0,-3-3 0,5-5 0</inkml:trace>
  <inkml:trace contextRef="#ctx0" brushRef="#br0" timeOffset="96">19777 6702 7766,'-5'19'1536,"-1"2"1,-1-3 0,3 4-1,-1-4-222,1-1 1,2-6-1,2 0-403,0 1-731,0 3-341,0-6 0,2-9 0,2-11-157,1-4 1,3-1 0,-5 0 422,3-1 1,4 1 0,-2 2 0,-1 1 888,0 2 0,4 6 0,-4-5 264,3 3 1,0 2-1386,7 5 1,-3 2 0,-1 3-952,-2 6 0,-7-2 1,3 0-5612,0-2 6689,-5-1 0,12 1 0,-5 2 0</inkml:trace>
  <inkml:trace contextRef="#ctx0" brushRef="#br0" timeOffset="97">20022 6637 9459,'-16'7'4954,"0"2"-3752,-1 8 1,3-1 0,3 0-1206,5 1 0,3-6 0,-1 0 0,-1 1-555,1 3 1,2-4-1,4 0-369,3 1 0,-1-4 0,7-3-164,2-3 0,-4-2 882,2 0 1,-6-2 0,4-3 85,-2-6 0,-1 2 0,-6-2-91,0-2 0,0-2 1,0-1 278,0 0 0,0 5 1,0 0-72,0-2 1,0 4 4381,0-2-2943,0 8 0,2 3 1,1 12-720,3 8 0,1-2 1,-3 6-1,1 0-70,-1 3 1,-2 4-1,-2 2 1,0-1-453,0 1 0,-2 0 0,-4-1 0,-3-1-1161,0-4 0,-5-1 1,3-8-1556,-4-2 0,4-3 0,2-15 2524,2-3 0,1-4 0,6-8 0</inkml:trace>
  <inkml:trace contextRef="#ctx0" brushRef="#br0" timeOffset="98">20120 6719 7766,'17'0'0,"-1"0"988,0 0 1,-5 0 0,0 0 0,2 0 1054,1 0 1,3-6-1,-1-1 1,0-2-1896,1-4 1,-3 4-1,-1-2 1,-4-1-256,-2-3 0,1-1 0,-5-1 85,3 1 1,-3 0 0,-8 1 158,-6 4 0,2-2 0,-2 8 0,-2 1 645,-1 3 1,-3 1 0,1 1-171,0 5 0,1 3 0,4 7 205,6 1 0,3-1 1,2 0-1,0 2-676,0 4 1,2-4-1,1 4 1,5-4-142,1-1 0,2-1 0,5 0 0,0-1 0,1-4 0,-3 3 0,-1-5 0,-2 1-382,2-5 0,-4-3-880,2-2 1,-8-2 0,3-3 1261,-5-6 0,-1-11 0,0-4 0</inkml:trace>
  <inkml:trace contextRef="#ctx0" brushRef="#br0" timeOffset="99">19548 4316 10464,'0'-9'3276,"0"1"1,0 23 0,0 7-2569,0 7 1,6 11 0,1 3 0,2 6-835,4 6 116,-6-4 0,6 5 0,-8-7 0,1-2 0,-1-3 0,0-8 0,-1-7-1257,-2-7-2832,-2-4 1,2-11 4098,3-7 0,-3-7 0,5-9 0</inkml:trace>
  <inkml:trace contextRef="#ctx0" brushRef="#br0" timeOffset="100">5475 10887 7593,'0'11'-138,"0"0"1,0 0 0,0 5 0</inkml:trace>
  <inkml:trace contextRef="#ctx0" brushRef="#br0" timeOffset="101">5508 10822 11460,'0'9'3861,"2"-2"-2154,3-7 1,4 0 0,8 0 0,-1 0-881,0 0 0,1 0 1,-1 0-1,0 0-808,1 0 1,-1 0 0,0 0 0,1 0 85,-1 0 1,0-2-1,1-3-198,-1-6 0,-1-3 0,-3-1-666,-1 4 1,-7-3-1,1 3 568,-3-4 1,-9 6 0,-2 2 0,-2 1 357,0 1 1,-2-1-1,-7 6 1,-1 0 17,1 0 1,0 0-1,0 2 1,-2 4 230,2 5 1,0-2 0,0 2 0,-2 1 99,2 3 1,2 7 0,2-1 0,1-1-271,4-1 0,-2 2 0,6 3 1,0 0-247,0-1 0,1 4 0,8-5 0,3 0 0,6 2 0,4-1 0,3 5 0,4-7 0,5-3 0,0-3 0,4-2 0,4-4-1165,-1-2 1,-3-1-1,-2-8 1,2-6-1006,-2-8 1,0 0 0,0-8 0,-3 2-1222,-5 1 3391,-6-1 0,16-2 0,-6-1 0</inkml:trace>
  <inkml:trace contextRef="#ctx0" brushRef="#br0" timeOffset="102">6129 10756 7690,'-16'0'4310,"1"8"-2135,4 3 1,4-2 0,7 2-1026,0 1 0,7 3 0,6 1 0,5 1-774,4-1 1,5 0 0,-3 2-1,-1 2-201,1 2 0,3 0 0,-3-6 1,-1 1-935,1-1 1,-2-5 0,-6 0 0,1 0-2310,-1-2 0,-5-2 1654,0-7 1414,-8 0 0,12-7 0,-6-2 0</inkml:trace>
  <inkml:trace contextRef="#ctx0" brushRef="#br0" timeOffset="103">6456 10675 8218,'-11'5'2189,"2"2"3725,2 3-4912,-6-7 0,6 6 0,-6-5-505,2 1 1,6 8-1,-4-2 1,-1 3 449,1 3 0,-1 5 0,-7 1 0,1 3-399,-1 3 0,1 2 1,0 1-1,-1 3-622,1 3 0,0-9 1,1 4-1,3-4-1249,1-4 1,7-1-1662,-1-8 0,5-1 0,7-6 2984,9-9 0,8-7 0,8-10 0</inkml:trace>
  <inkml:trace contextRef="#ctx0" brushRef="#br0" timeOffset="104">6848 10724 7721,'-25'25'1682,"-1"-1"1,8-8 0,-2 1 143,0-1 1,11-2-1,-5-1 1,3-4-1015,2-2 1,5 6-1,-1-2-820,3 4 1,2-3 0,0 3 0,0 3-36,0 0 1,7 0 0,2-1 0,2-1-235,0 0 1,0 1-1,5-3 1,0-3-316,1-5 0,-1-5 1,1-1 427,-1 0 1,-5-1 0,-2-7 0,0-6-130,0-6 1,-5-4 0,1 2 0,-3-3-128,-2 0 1,0-6 0,0 5-1,0-1 926,0 0 1,0 5 0,0-3 1714,0 1 0,0 2-1187,0 6 0,0 9 0,0 8 0,2 14-460,3 10 1,-1 6 0,7 2-1,1 1-489,3 5 1,1 0-1,1 5 1,-1-6-86,0-3 0,-5-8 0,-2-2 0,0-3-1931,0-7 0,2-3-3070,6-12 5001,-8-3 0,5-21 0,-5-1 0</inkml:trace>
  <inkml:trace contextRef="#ctx0" brushRef="#br0" timeOffset="105">7208 10707 11292,'-6'22'0,"1"0"2457,1-2 1,2 0-1,2 0 1,0 2-1110,0-2 1,2 0-1,2 0 1,3 3-811,2 3 1,-3-4 0,3 3 0,-2 0-539,-3 1 0,3-10 0,-2 4 0,-1 0 0,3-5 0,-1-4 0,-1-10-286,-5-1 0,0-9 0,0-11 1,0-3-230,0-3 1,0-3 0,0-7-1,2-4 92,3-2 1,-1 9-1,5-3 1,0 0 42,0 1 1,0 3 0,4 4 0,-2 7 687,2 2 1,1 10-1,3 4 1,1 7 614,4 9 1,-8 7 0,4 16 0,-1 4-555,-5 6 1,-1-2 0,2 0 0,-4-2-370,-2-4 0,-1-2 0,-6-3 0,0-4 0,0-5 0,0-9 0,0-2 0,0-9 0,0-2 0,0-11-4,0-9 1,0-4 0,2-5 0,1 2-65,3-2 1,6 3 0,-3 1 0,2 3 137,0 8 1,0-3-1,5 8 1,3 0-71,2 4 0,-1 5 0,6 5 0,-1 8 0,1 7 0,-5 0 0,5 5 0,-4 1 0,-8-1 0,3-3 0,-8 3 0,1-1 0,1-4 0,-7-7 0,1-2-1854,-3 1 1,-4-4 0,-3-3 1853,-6-3 0,-3-9 0,-3-3 0</inkml:trace>
  <inkml:trace contextRef="#ctx0" brushRef="#br0" timeOffset="106">5394 11835 7815,'-10'0'3276,"3"0"1,9 0 0,2 2-1274,1 4 1,10 8-1,-1 10-1228,6 1 1,4 2 0,-4 6-1,3 0-577,3 0 0,-6-3 1,3 0-1,-1-3 0,0 0-1270,-2-2 1,-2-1 0,-2-8-3257,1 1 1,-6-8 2948,0-4 1379,-8-10 0,12-4 0,-6-8 0</inkml:trace>
  <inkml:trace contextRef="#ctx0" brushRef="#br0" timeOffset="107">5769 12097 23102,'8'16'1043,"-1"2"0,6 2 1,-2 4-624,1 2 0,3-1 1,1 4-1,-1-2 1,-3 0-337,-1-1 0,-2 3 0,2-7 1,-3 0-85,-1 1 0,-5-5 0,3 4 0,-3-4 0,-9-7 0,-4-2 0,-4 0 0,-1 0 0,-2-5 0,-2 2 0,-2-5 0,2-1 0,2 0 0,1 0 0,1 0-1351,0 0 1,1-1 0,3-3-2145,1-2 0,7-6-108,-1 1 3603,3-4 0,2-1 0,0 0 0</inkml:trace>
  <inkml:trace contextRef="#ctx0" brushRef="#br0" timeOffset="108">6342 12179 7750,'-17'7'3840,"8"-3"-2705,4 7 0,3-6 0,2 8 105,0 5 1,0 0 0,2 11 0,3 6-770,6 6 1,-2 8-1,0 4 1,0 3 132,0 2 1,0-10 0,4-3 0,-4-7-1720,-2-7 0,-1-9 0,-4-2-2300,3-7 1,-3-8 3414,3-10 0,-10-12 0,-4-8 0</inkml:trace>
  <inkml:trace contextRef="#ctx0" brushRef="#br0" timeOffset="109">6194 12211 7750,'-16'0'2457,"7"0"1,9 0-1,13 0 1,7-1-2064,7-5 1,4 4 0,1-3-1,3 3-1569,3 2 1,-7-2 0,4-1 1174,-5-3 0,5 1 0,-10 5 0</inkml:trace>
  <inkml:trace contextRef="#ctx0" brushRef="#br0" timeOffset="110">6554 12195 13453,'0'13'3067,"0"1"0,2 6-1920,3 4 1,3 5 0,4 9 0,-3 6-462,-1 3 0,2-2 1,-4 1-1,-2 1-541,-3-2 1,1-6 0,2-3-1142,1-7 1,1-11-324,-6-7 1,0-15-1,0-3 1,0-11 743,0-9 0,0-4 0,0-2 0,0 0 514,0 1 1,7-1 0,2 0 0,2 1 184,0-1 0,-2 7 0,4 7 0,-2 4 745,1 4 1,5 7-1,1 1 1,2 8 28,0 12 0,-6 6 1,6 12-1,-5 1-609,-4 2 1,-6 2-1,4-5 1,-2-1-1151,-3-3 1,-2-9 0,-2 0-2892,0-4 0,0-11 3752,0-7 0,-7-14 0,-2-12 0</inkml:trace>
  <inkml:trace contextRef="#ctx0" brushRef="#br0" timeOffset="111">6995 12457 7750,'-14'30'0,"1"0"1006,2-3 1,6-5 0,-4 5-1,1 0 1438,5-1 1,1-3 0,2-7 0,2 1-1844,3-1 0,4-5 0,8-2 0,-1-2-547,0-3 0,1-2 0,-1-4 0,0-3 19,1-6 1,-1-6 0,0-3 0,1-3-146,-1-3 1,0-1 0,-1-4 0,-4 2-343,-6 2 0,-3 5 0,0-3 0,2 1-447,1 4 0,0 2 0,-5 2-5167,0-1 3055,0 8 2973,0 2 0,0 7 0,0 0 0</inkml:trace>
  <inkml:trace contextRef="#ctx0" brushRef="#br0" timeOffset="112">7290 12440 7750,'0'11'0,"0"0"0,0 2 1207,0 1 1,0-1 0,0 2 0,0 5 19,0 3 0,0-1 0,0 5 0,0 2-540,0 2 1,1 2-1,3 0 1,1-3-327,-1-2 1,-2-5-1,0-8 1,1-3-172,3-1 1,-1-9 0,-5-2 0,2-9 143,3-5 1,-3-10 0,4-3 0,-4-6-843,-2-5 0,0 2 0,0-6 1,0 0-1093,0 0 1,0 6-1,0-2 1,0 3-2130,0 3 3729,0 6 0,7-5 0,2 6 0</inkml:trace>
  <inkml:trace contextRef="#ctx0" brushRef="#br0" timeOffset="113">7584 12391 8921,'-17'0'1016,"1"0"1,2 2-1,1 2 1,2 1 196,-2-1 0,-1-2 0,-1-1 0,2 3-358,3 1 0,4 3 1,-3-3-676,2 6 0,-1-2 1,5 2-1,-3 2-550,3 1 1,3 3-1,5-3 1,6-1 31,4-2 0,3 0 0,2 5 0,3-1 106,3-5 0,-1 0 0,4-7 0,-1 4 308,1 3 0,-6-7 1,-1 3-1,-4-5 2253,-2-1 1,1 6-1199,-1-1 0,-10 8 0,-10-4-1067,-11 0 0,-6 6 0,-1-6 0,-4 2-391,1 0 0,-4-6 1,5 4-1,1 0-1112,-1 0 1,2-5-1,6 1-7023,0-3 8462,-1-2 0,8-14 0,2-4 0</inkml:trace>
  <inkml:trace contextRef="#ctx0" brushRef="#br0" timeOffset="114">7927 11966 7735,'-15'2'2011,"5"3"0,-3-1 0,7 7 1,3 2-466,1 1 0,2 10 1,2 1-1,3 4-683,6 4 1,4 3 0,1 13 0,0 2-77,1 4 1,-6-4 0,-1 3 0,3-3-763,2-2 0,1-7 0,-1-6 0,-5-7-601,-4-7 1,1-9-796,-1-2 1,-3-15-1,-6-2 437,-3-6 0,-8-5 0,-1 1 1,-5 0 635,0-1 1,-5 6 0,-1 2 0,-1 2 787,0 4 0,7 1 1,-4 4-1,2 3 478,1 6 1,4 5-1,8 6 1,2 5-503,3 4 1,3-4 0,1-1 0,3-3-1169,8-3 1,2-7 0,14-4 0,2-2-439,2-3 0,3-4 1,3-5-1,1-8-3738,-2-7 4878,-1 2 0,5-13 0,1 5 0</inkml:trace>
  <inkml:trace contextRef="#ctx0" brushRef="#br0" timeOffset="115">8287 12571 7735,'-22'0'1366,"2"0"1597,0 0 0,0 0 1,3 0-1568,1 0 1,2 2 0,3 3-816,5 6 0,4 6 1,2 3-1,0 3-600,0 3 1,8 1-1,3 4 1,5-4-641,6-5 0,-4-6 0,6-5 0,-3-4-129,1 1 0,0-7 0,-6 3 1,1-8-161,-1-7 0,-5-5 1,-2-4-1,-2-2 313,-3 2 0,-2-5 0,-2-1 0,0-1 671,0 0 0,-6 5 1,-1-3-1,0 1 660,-1 4 0,1 2 987,2 2 0,3 14 1,-4 7-1,5 10-449,1 7 0,0-2 0,0 7 0,1 2-1252,5 2 0,-3-6 1,8-1-1,2-2-704,2-1 0,-4-4 0,-1-8 0,3-2-2127,2-3 0,1-4 2849,0-6 0,1-10 0,-1-9 0</inkml:trace>
  <inkml:trace contextRef="#ctx0" brushRef="#br0" timeOffset="116">8597 12424 9247,'-14'16'1175,"3"1"1,-2-5-1,8 3 1,1 3 594,2 0 0,2 6 0,0-1 0,0 3-863,0 3 1,2-4 0,3 1 0,8-3-678,7-3 1,0-3 0,5-6-1,1-4-198,-1 0 0,1-5 0,1 3 0,-5-5-356,-4-5 1,-2 1 0,1-7 0,-3-3-650,-3-6 0,-4 2 0,-7-6 1,0 1 275,0-5 1,0 3-1,0-2 1,0-2 561,0-2 1,0 3 0,0 3 0,0 1 590,0 4 0,-5 8 130,-1 1 0,3 9 0,8 2 276,6 9 0,4 13 1,1 3-1,0 4-74,1 4 0,-1-4 0,0 9 0,1-1-239,-1 1 0,-1-2 0,-3 8 1,-1 1-550,2 2 0,-6-3 0,-1-1 0,-5 1 0,-1-2 0,-1 0 0,-5-6 0,-5 2 0,-3-2 0,-3-3 0,-1-4 0,-4-3 0,-5-3 0,0-1 0,-4-6 0,-3 1-75,-1-1 0,-1-7 0,-2-3 1,-6-6-4474,-3-6 4548,5-3 0,-12-22 0,3-3 0</inkml:trace>
  <inkml:trace contextRef="#ctx0" brushRef="#br0" timeOffset="117">12781 7814 14646,'0'18'794,"0"4"0,2 5-457,4 4 0,-3 9 0,6 4 1,0 3-1,-1 2 944,-1 0-1137,6-7 1,-11-2-1,3-9 1,-3-4 0,-2-5 303,0-4-404,0-9 1,0-9-1,0-11 1,0-4 0,0-3-31,0-4 1,-6 2 0,1-7 188,1-2 1,2-2 0,2-1 0,0-1 0,0 0-3,0 1 1,0-1 0,0 0 0,0 0-446,0 1 1,0 4-1,2 3 1,2 1-1253,1 4 1,8 2-1,-2 4 1,3 3-314,3 5 1,1 5-1,2 1 1809,2 0 0,7 7 0,-4 2 0</inkml:trace>
  <inkml:trace contextRef="#ctx0" brushRef="#br0" timeOffset="118">13239 7977 7961,'-11'17'2987,"0"-1"1,8 1-2085,-3-1 1,6-7-1,6-4-431,5-3 1,3-2-1,1-2 1,-3-3-298,-1-6 1,0-2 0,4 1-1,-3 1-607,-1-2 1,-5-2 0,3-1 104,-2 0 1,-2-1-1,-5 1 440,0 0 1,-1-1-1,-5 3 303,-5 3 1,2 4-1,-2 7 1,-1 0 44,-3 0 1,-3 1-1,-2 5 1,-2 7 0,2 7 1,2 7 0,2 9 0,-1 6-279,1 5 1,5-1 0,2 6-1,2-6-742,3-8 0,4-4 0,4-3 0,5-4-263,5-5 1,1-9 0,12-4-1,2-2-794,2-3 0,2-9 0,-1-8 0,3-5-1722,3-4 3337,-11-7 0,19 3 0,-12-6 0</inkml:trace>
  <inkml:trace contextRef="#ctx0" brushRef="#br0" timeOffset="119">13664 7961 11143,'-11'6'1432,"0"-1"0,0 8 0,-5-2 0,0 3-585,-1 3 1,1 1 0,1 3 0,3 5-424,1-1 1,2 4 0,-2-5 0,4 0-744,-1-1 1,7-1-1,-3-7 1,6-3-149,3-1 0,8-7 1,-2 1-1,5-3-140,6-2 0,-4-7 1,4-4-1,-4-4-187,-2-1 1,-5-6 0,0-1-1,0-1 531,-2 0 1,4 1-1,-8 1 1,1-3 602,1-1 1,-5 3 0,3 6 1893,-3 1-641,-2 7 0,0 21 1,0 18-1003,0 8 0,0-2 1,0 0-1,0-5-633,0-4 1,0-1 0,0 1 0,2-5-1671,3-4 0,-3-2 1,5-1-335,1-4 1,1-4 2045,7-7 0,0-14 0,1-5 0</inkml:trace>
  <inkml:trace contextRef="#ctx0" brushRef="#br0" timeOffset="120">14040 7601 10195,'-16'0'1049,"7"2"1,3 4 0,4 5 659,2 3 0,0 3 1,0 1-1,2 5-1034,4 10 1,-3 1 0,8 10-1,2 1-596,1 3 0,-3 1 0,0-2 1,2-2-211,1-1 1,3-8 0,-1 2-251,0-3 0,-7-15 0,-1-6-371,-1-4 0,-5-7 379,3-8 0,-3 1 0,-2-7 0,-2-1 257,-3-3 1,1 4 0,-5 0-1,0-2 135,0-1 0,3-2 1,-4-1 223,-3 1 1,-2 7-1,-1 3 88,0 5 0,5 8 1,2 4-1,1 3-99,5 3 1,1 1-1,2 2 1,0 2 6,0-2 0,0 3 0,2-3 0,3-4-374,6-3 0,4-4 1,3 2-1,2-4-632,2 1 0,-1-7 0,-4 5 0,-1-4-924,0-2 0,1-8 0,-3-2 336,-3-5 1,-4-1 1354,-7-1 0,8-6 0,1-3 0</inkml:trace>
  <inkml:trace contextRef="#ctx0" brushRef="#br0" timeOffset="121">11915 7552 7987,'-23'24'405,"4"-4"0,-2 7 1,2 6-1,5 7 1,1 13-1,4 10 1,2 19 263,5-33 1,0 2-1,2 4 1,0 2 0,2 9-1,2 1 1,1 5 0,2 1-402,3 6 1,0 0 0,0 4 0,0 1-1,-2-21 1,1 1 0,0 0 0,-1 2 0,1 0-1,-1 0-254,1 4 0,-1 0 0,1-1 0,-2-3 1,-1-1-1,1 2 0,0 9 0,2 2 0,-2 1 1,0 0-1,0 0 0,-1 0 121,0 2 0,-1-1 0,0-1 1,2-5-1,-1-2 0,0 0 1,-3 3-1,-2 0 0,0 0-95,1-2 1,-1-1 0,0 1 0,0 8 0,-1 0 0,1-1-1,-2-9 1,1-2 0,-1 0 0,0-1 0,0 1 0,-1-1-1,0 0 1,0 0 0,-1 0 45,0-4 0,0-1 1,0-2-1,0 16 1,0-1-1,-1 6 1,-1-1-1,1-4 0,1-1 137,1-5 0,0-2 0,1-9 0,1-2 0,0-6 0,1-2 0,1-3 0,0-2-638,3 39 1,6-26-1,-5 2 1,-1-15-1233,2-16 0,-5-12 351,4-6 1,-4-24 0,-2-9 0,0-20 86,0-16 0,-8-18 1209,3 28 0,-1-2 0,2-2 0,1-1 0,-1-5 0,1 1 0</inkml:trace>
  <inkml:trace contextRef="#ctx0" brushRef="#br0" timeOffset="122">11850 7503 8084,'5'-16'1356,"2"2"-718,3 3 0,2-4 1,10 4-84,5-3 0,4-8 0,5 0 0,6 2 0,9 2 144,5 2 0,6-1 1,7 3-27,2 3 1,5 4 0,-1 7 0,3 0 0,7 0-126,4 0 0,2 0 0,-42 0 0,0 0-433,0 0 0,2 0 0,13 0 0,1 0 1,-4 0-1,0 0 0,1 0 0,1 0 0,1 0 1,1 0-50,0 0 1,-1 0 0,-5 0 0,0 0 0,4 0 0,1 0 0,-1 0 0,-1 0 14,-2 0 0,0 0 0,-1 0 1,0 0-1,-3 0 0,-1 0 0,-1 0 1,-1 0 181,-1 0 0,0 0 1,-3 0-1,0 0 0,4 0 1,1 0-1,0 0 1,1 0-179,1-1 1,0 2 0,-5-1 0,-2 1 0,3 2-1,0 0 1,-4 1 0,0 1 50,41 4 1,-4 4-1,-38-9 1,1-1 0,1 1-1,0 1-116,1 1 1,0 1 0,-2-3 0,0 1 0,3 0 0,0 1 0,-3 0 0,0 0-62,-1 2 0,-1-1 0,35 4 0,5 0 0,-1 1 70,-1 3 0,-38-9 1,0-1-1,0 0 1,1-1-1,1 1 0,0-1-29,1 1 0,-2-1 0,37 2 0,-38-2 0,0 1 0,42 4 0,-1 0 0,-4-4 0,-37 0 0,1 1 0,3 0 0,0 1 0,1 0 0,0 0 0,-4-1 0,0-1 0,2 1 0,0-1 0,-1 1 0,0 1 0,0 0 0,-1 0 0,40 3 0,-36-7 0,1-1 0,3-1 0,-1 0 0,4-1 0,1 0 0,-2 0 0,0 0 0,4 0 0,0 0 0,1 0 0,-1 0 0,-1 0 0,0 0 0,-2-2 0,0-2 0,0 1 0,1-1 0,4 0 0,1-1-68,4-1 1,0-1 0,-3 3-1,1-1 1,4 0 0,0-1 0,-4 1-1,0-1 15,0 2 1,-1-1 0,-2 0 0,1 1 0,6 2 0,2 1 0,1-3 0,1 0 36,-1 0 1,-1-1 0,-1 3 0,0-1 0,-1-2 0,1 1-1,2 0 1,0 0-127,1 3 1,1-1 0,-6-2 0,1 1 0,6 0 0,-1 0 0,-5 1 0,-2 1-40,-1-1 0,-1 2 0,-7 2 0,0 1 0,4 1 1,1-1-1,0 2 0,-1-1 25,0 3 0,-1-1 0,-1-1 0,0-1 0,-1 1 0,0-1 1,-2 1-1,0-1-67,-1 1 0,-1 0 1,-1-3-1,0 1 1,10 1-1,1 1 1,4-1-1,0-1-21,5-1 1,-1 0 0,-10 0 0,-1 0 0,0-1 0,-1 1-1,-1 1 1,-2 1-164,-2 1 1,-1 0 0,1-3 0,0 1 0,0 2 0,-1 1 0,-2 0 0,-1 1-252,-4-1 1,-2 2-1,28 9 1,-6-1 657,-17 0 0,-10 2 0,-9 4 0,0 4 0</inkml:trace>
  <inkml:trace contextRef="#ctx0" brushRef="#br0" timeOffset="123">14906 8059 8059,'-11'0'3488,"0"0"1,8 2-2552,-3 3 1,5-1 0,1 7 584,0 2-1200,0 1 1,5 8 0,2 2 0,1-1 0,1 3 0,-2-1 0,2 4 1147,0 2-1305,-5-6 0,8-1 1,-4-8-1,1 1-533,3-1 1,3-7-1,1-5 1,1-8-244,-1-7 1,-3-10 0,-1-7 0,3-4 348,-2-7 1,1 5-1,4-4 1,1 3 355,-5 3 0,-1 6 0,1 4 1,-1 6 551,-2 5 0,-6 6 0,4 12 30,-1 9 1,-3 10-1,-5 10 1,0 4-326,0 2 1,6-4-1,-1 4 1,-1-4-204,-3-7 1,5-4 0,1-7-445,2 2 0,-3-8 1,5-8 99,1-4 0,-3-12 1,1-4-1,-1-8-108,0-3 0,-4 3 1,4-5-1,0-1-337,0 3 0,-3-6 0,3 6 0,0-1-823,0 4 0,-4 4 1,5 2-1,-1 0 131,0-1 0,2 8 0,5 4 1,0 3 649,1 2 0,4 0 0,1 0 1,-2 0 610,-2 0 0,-1 0 0,-1 0 1,0 0 1325,1 0 791,-8 7 1,-4-5 0,-10 3-644,-6-3 0,-4 0 1,-1 2-1,0 3-838,-1 2 1,1 0 0,0 4 0,1-2 163,4 1 1,-3 5 0,5 3 0,-2 2-409,0-2 1,7-2 0,-1-2 0,3 2-438,2 4 1,0-4 0,2 2 0,1-5-128,3-4 1,12-2 0,-2 2 0,3-6-111,-1-3 0,4-2 0,-1-2 0,-1-3-77,-2-6 0,-1-4 0,-3-1 0,-1-2-2,-2-4 0,-7 2 0,1-6 0,-3 3-116,-2 3 0,0 2 1,-2 1-1,-2 1-349,-1 0 1,-8 1-1,4 2-3195,0 2 4093,2 8 0,0-12 0,-3 6 0</inkml:trace>
  <inkml:trace contextRef="#ctx0" brushRef="#br0" timeOffset="124">15838 8174 7967,'0'23'0,"0"3"726,0-1 1,-6 1 0,1-5 0,1 5 568,3-1 1,1 4 0,0-7 0,0-2-76,0-2 1,0-7-514,0 0 1,0-9-497,0-2 0,0-9 0,0-11 0,0-4 170,0-1 0,1-3 1,3-2-1,1 1-211,-1 1 0,0 1 1,-1-4-1,5 4-784,1 5 0,-6-2 0,5 5 0,-3 2-1327,0 4 0,8 4 0,-2-2 1941,4 6 0,1 3 0,0 2 0</inkml:trace>
  <inkml:trace contextRef="#ctx0" brushRef="#br0" timeOffset="125">16198 7830 21404,'0'35'0,"0"3"714,0 6 1,0 10-1,1 4 1,3 0-750,1-3 0,3-6 0,-5-6 1,5-6-1222,1-8 0,-6-6-3,3-6 1,-4-10 0,-2-7 665,0-9 1,-2-7 0,-4-4 0,-5-4 402,-3-1 1,-2 5 0,-1-2 0,1 4 171,-1 1 1,3 6 0,1 2 0,2 2 874,-1 3 0,-3 4 0,1 6 0,3 7 321,5 7 0,-1 0 0,2 7 0,1 2-739,2 2 1,9 0 0,4-4 0,4-5-1378,1-4 1,8-4-1,1-3 1,2-5-5981,1-4 6918,-8-2 0,18 0 0,-4 0 0</inkml:trace>
  <inkml:trace contextRef="#ctx0" brushRef="#br0" timeOffset="126">17096 8337 8264,'-10'15'0,"0"-1"923,3 3 1,-4-5 0,6 10 153,1-4 0,2-7 0,4-2 0,4-2-145,5-3 0,1-4 1,1-5-1,-4-8-424,-2-7 1,1 2-1,-5-6 1,3 2 0,-3-1 384,-1-3 0,0 5 1,2-5-1,1 1-463,-1-1 1,-2 4 0,-2-5 0,0-2-775,0-2 1,0-1 0,0-1 0,0 2-41,0 4 0,0-4 0,1 7 1,3 1-1085,1 1 1,1 13-1,-4-8-593,3 3 1,-1 7-1,5 3 761,-2 8 1,4 6-1,-6 10 1300,-1 2 0,5 15 0,0-3 0</inkml:trace>
  <inkml:trace contextRef="#ctx0" brushRef="#br0" timeOffset="127">16998 8239 7912,'-10'9'2140,"-1"-3"1,9 1 0,2-2-1723,9-1 0,5-2 0,3-2 0,1 0-728,4 0 1,-2 0 0,7 0 0,0 0-878,-1 0 1,3-6 0,-6 1-1,1 1 1187,-1 2 0,-1 2 0,-5 0 0</inkml:trace>
  <inkml:trace contextRef="#ctx0" brushRef="#br0" timeOffset="128">17309 8304 6946,'0'17'1119,"0"-1"1,-2-5 0,-1 0 0,-3 2 353,2 1 0,-3 2 0,0 1 1307,-2-1-3494,5 1 0,-3-10 535,7-7 1,0-7 0,2-12 0,3-1-187,6-1 0,4-7 0,1 5 0,0-1-798,1 1 0,-6 1 1,-1 5-1,3 1 664,2 0 1,-4 1-1,-1 2 1497,3 3-526,-6 6 1,1 4 0,-10 11 0,-2 3 223,-1 3 1,-8-1 0,4 0-1,0 3-269,3 2 0,-1-3 0,2 4 0,1-4-247,2-1 0,2-1 0,2 0 77,4 1 1,3-6 0,7-2 0,2-2 139,4-3 0,-2-2 0,5-4 0,1-4-271,-1-5 1,-5-3 0,2-3 0,-6 1-216,-5 0 0,2-1 0,-8 1 0,-1 0 97,-2-1 0,-2 1 0,-2 2 0,-2 1-60,-1 2 0,-13 5 0,1-3 0,-3 2-453,-3 3 0,5 3 0,-4 1 0,4 1-4802,1 5 5307,1 3 0,0 7 0,-1 1 0</inkml:trace>
  <inkml:trace contextRef="#ctx0" brushRef="#br0" timeOffset="129">17783 8223 7671,'-2'11'1975,"-1"-1"1,-3 3-662,2 2 1,-3 1 0,2 0 0,-1 1-226,-1-1 1,3 2 0,-5 2 0,0 2-360,0-2 1,6-7 0,-5-2-3210,1 1 2313,5-4 1,0-8 0,10-13 0,1-5-687,3-4 0,-3-5 1,2 5-1,2 0 547,2-2 0,1 6 0,-2-3 1,-1 2 1404,-2 3 0,0 7-320,5 3 0,-5 6 1,-2 6-324,-1 5 1,-3 9 0,-5 2-1254,0-2 1,0-2-225,0-2 1,2-7 712,3-3 1,3-12-1,4-3 1,-1-2 283,2 0 1,-4 2-1,0-3 1,0 2 975,0 3 1,-3 2 0,5 5 150,1 0 1,1 2 0,0 3-523,-2 6 0,-8 3 0,3 3-499,-5-1 1,1-1 0,2-3-371,1-1 0,1-5-3471,-6 5-2956,0-8 6714,0 4 0,-7-7 0,-3 0 0</inkml:trace>
  <inkml:trace contextRef="#ctx0" brushRef="#br0" timeOffset="130">18747 8370 8562,'0'9'9688,"0"5"-7266,0-5-460,0 1-1854,-7-3 1,0-14-1,-4-4 1,4-4 0,1-3-86,1-4 0,-1-3 0,6-8 0,0-1 73,0-5 0,0-2 0,0-7 0,0 5-525,0 5 0,2 1 0,4 3 0,3-1-406,0 4 1,5 15-1,-3 2 1,4 3-658,1 2 0,-5 5 0,0 0 645,2 8 0,-6 5 0,-2 7 0,-3 3 123,-2 2 724,0-2 0,-7 11 0,-2-4 0</inkml:trace>
  <inkml:trace contextRef="#ctx0" brushRef="#br0" timeOffset="131">18551 8174 7932,'-9'1'2229,"4"5"1,16-4 0,7 3 0,5-3-1955,6-2 0,2 0 1,2 0-1,0 0-404,-1 0 1,-4-5 0,-1-1 0,0 2 522,-2 3-394,-1 1 0,0-8 0,1-1 0</inkml:trace>
  <inkml:trace contextRef="#ctx0" brushRef="#br0" timeOffset="132">18960 8272 7932,'-9'16'0,"3"0"0,3 3 334,-3 2 1,4-8-1,-3 3 1,3-1 2941,2-1 1,2 1 0,2-2-2858,1-2 0,2-8-704,-1 3 1,-4-6 0,3-6 0,-3-5-1636,-2-3 0,5-4 1,1-2-1,-3-4 1920,-1-1 0,-2-3 0,0-4 0</inkml:trace>
  <inkml:trace contextRef="#ctx0" brushRef="#br0" timeOffset="133">18976 8010 7932,'0'-16'6619,"0"-1"-989,0 1-7558,0 7 1,2 2-1697,3 7 0,4 0 3624,8 0 0,-8 0 0,-2 0 0</inkml:trace>
  <inkml:trace contextRef="#ctx0" brushRef="#br0" timeOffset="134">19140 7912 7932,'-9'24'1557,"-4"-4"1,7 7 0,3 2 475,1 2 1,2 3 0,0 3 0,0 3-948,0 1 1,0-4 0,0 1 0,0-4-1477,0-1 0,0-7 1,2-6-1,1-6-554,3-3 1,1-7-1,-1 1 69,4-3 0,-1-4 1,1-3-1,-3-6-2106,-4-4 0,5 4 0,-1 0 3271,2-1 1,-3 3 0,4-1 843,3 3 1,-4 2 0,2 5 0,2 0-491,1 0 1,3-6 0,1 1-1,2-1-459,2-1 0,5 4 0,-4-7 1,1 1-202,0 0 0,-1-2 0,-3-5 116,2 0 0,-2-1 1,-7 3 1041,-2 3 1,-10-4-317,-1 4 0,-7 4 0,-11 2 0,-2 5-308,-2 5 1,-1 2 0,3 6 0,-2-2-303,2 2 1,2 3 0,1 4-1,1 2-85,0-2 0,7 0 0,1 0 1,3 2-33,-1-2 0,1 0 1,7 0-1,1 1-113,3-1 0,7 0 0,-2-1 0,3-1-92,2-4 1,1-7-1,-1 3 1,0-3-2809,1-4 0,-1-1 1,-1-4 2913,-4-3 0,-4-11 0,-7-10 0</inkml:trace>
  <inkml:trace contextRef="#ctx0" brushRef="#br0" timeOffset="135">13027 8811 15585,'9'7'1070,"-2"3"0,-7 8 1,0 3-132,0 7-851,7 10 1,-5 2 0,3 5-1,-3-1 1,-2-1 0,2 1 0,2-2-158,1-2 1,1-13-2371,-6-5 1,0-13 2438,0 7 0,-8-18 0,-1 1 0</inkml:trace>
  <inkml:trace contextRef="#ctx0" brushRef="#br0" timeOffset="136">12863 9073 7997,'-9'0'2849,"4"0"0,12-2 0,7-2-2446,6-1 0,11-8 1,0 2-1,5-3-1182,1-3 1,-1 3-1,0 1 1,4 4-141,2 2 0,-6-1 0,1 5 0,-6-3-317,-4 3 1,-7 6-1,0 5 1,-7 1 1235,-8 3 0,-3 5 0,-4 3 0,-3 3 473,-6 3 0,-4-4 0,-1 5 0,-1 2 901,1 2 1,0 2-1,1-1 1,4-1-704,6-4 0,3-1 0,2-6 0,0 2-524,0-2 0,7-10 0,4-4 0,6-4-61,4-2 0,-2-2 0,4-4 0,-1-4 218,0-5 0,0-3 0,-6-2 0,-2-2 109,-3 2 0,4 0 1,-6 0-1,0-2-869,-4 2 1,-3 2-1,0 4 1,2 1-3034,1 2 1,1 0-606,-6-5 4094,0 7 0,7 1 0,2 8 0</inkml:trace>
  <inkml:trace contextRef="#ctx0" brushRef="#br0" timeOffset="137">13566 9122 7976,'0'11'2211,"2"-2"-1470,3-2 0,-3 0 0,3-1 504,-3 5 0,0-2-89,4 2 0,-5-6-181,5 6-931,-4-7 1,-2 1-494,0-10 0,0 1 1,0-7-1,0-2-564,0-1 0,0-4 0,0-2 0,1-2 75,5 2 0,-4 2 0,5 3 938,0 4 0,-5-3 0,5 5 0</inkml:trace>
  <inkml:trace contextRef="#ctx0" brushRef="#br0" timeOffset="138">13664 9154 9149,'-9'8'2067,"0"-5"0,5 8-1593,-1 2 1,-6-4-1,5 2 1,3 2-287,1 1 1,2-3-1,0 2 1,0 3 131,0 4 0,0 2 1,0-6-84,0 1 1,0-1-433,0 0 1,2-8 304,3-8 0,-3-13 0,4-11 0,-5-1 132,-1-4 0,6-2 0,-1-2 0,1 1-514,1-1 1,-3 6 0,5 1 0,-2 3-1436,-3 3 0,3 1 1,0 3-1188,2 0 2894,2 7 0,-2 1 0,-2 8 0</inkml:trace>
  <inkml:trace contextRef="#ctx0" brushRef="#br0" timeOffset="139">13811 9154 9205,'0'17'1187,"0"-1"0,0-5 0,2-2 0,2 0 216,1 0 0,0 2-566,-5 6 0,0-1 1,0 0-717,0 1 1,0-1-1,0 0-2523,0 1 2020,0-8 0,0-4 0,0-10 0,2-6 3,4-4 0,-3-3 1,8-2-1,0-2 559,-2 2 1,6-3-1,-4 3 1,3 3 536,3 5 1,4 8 0,1-1 0,0 3 109,2 2 0,-6 7 0,4 4 1,-4 5-877,-2 6 1,0-2 0,-1 7 0,-2 1-1122,-3-3 0,-6-1 1,2-8 1169,-5 0 0,-1 1 0,0-1 0</inkml:trace>
  <inkml:trace contextRef="#ctx0" brushRef="#br0" timeOffset="140">14792 9220 7971,'-26'0'0,"3"7"2107,6 4 1,8-2-1,4 2 1,3 4-1508,2 5 1,2-2 0,2 3 0,1-2-1025,-1-3 1,3 0 0,-2 1-1459,-1-1 1,0-7 734,1-3 1147,-3-5 0,5-15 0,-7-4 0</inkml:trace>
  <inkml:trace contextRef="#ctx0" brushRef="#br0" timeOffset="141">14759 9040 7971,'0'-11'6252,"0"0"-6481,0 8 1,2-5-3619,3 8 3847,4 0 0,8 8 0,-1 1 0</inkml:trace>
  <inkml:trace contextRef="#ctx0" brushRef="#br0" timeOffset="142">15021 9302 7955,'-11'27'1163,"0"0"1,5 0 0,-3 4-1,2-4 1058,3-5 0,-3-9-2317,2-2 1,-1-9-1,6-2 1,2-11-315,4-9 0,-3 0 1,6-7-1,0-1-174,0 3 1,-3-6 0,3 6-1,0-1 366,0 4 0,0 4 0,4 2 1,-2 1 905,2 4 1,-4 4 0,1 7 420,3 0 1,0 7 0,0 6 0,-4 7-844,-2 7 0,4-1 0,-4-1 0,0 1-1180,1-1 0,-3-5 1,-3 0-1,2-5-1263,1-5-1,0-8 2178,-5-2 0,8-7 0,1-9 0</inkml:trace>
  <inkml:trace contextRef="#ctx0" brushRef="#br0" timeOffset="143">15217 9007 9740,'-9'0'3276,"1"8"1,8 4 0,0 8-2691,0 8 0,6 4 0,1 5 0,0 3-438,1 1 0,3 1 1,-6 2-1,0-6-1507,3-4 1,-6-3 0,3-4-5068,-3-5 6426,-2-11 0,0-11 0,0-9 0</inkml:trace>
  <inkml:trace contextRef="#ctx0" brushRef="#br0" timeOffset="144">15168 9220 10626,'-9'7'2917,"3"-5"1,12 3 0,5-3-2818,3-2 1,8 0 0,2 0-1,-1 0-1446,1 0 1,3 0-1,-3 0 1,-1 0 129,1 0 1,-1 0 0,-3 0-1,2 0 790,-2 0 0,-2 0 0,-1 0 0,-1 2 1065,0 3 1,-7-1-1,-1 7 1053,-1 2 0,-5-4 1,3 2-728,-3 1 1,-2-3 0,-2 1-1216,-3-3 0,3 6 302,-3-3 1,3 5 8,2 1 0,0-5 0,2-2-18,3-1 1,4-3 48,7-5 0,1-2 0,-3-3-390,-3-6 1,2 2-1,-6-2 1,0-2-49,1-1 0,-1 3 0,-3 0 0,3 0 438,2 2 1,-5-6 913,1 4 0,-1 2 992,1-2 1,-5 8-1390,0-3 0,-7 5 0,-10 1 0,1 0-1034,0 0 0,-1 0 0,1 0 0,0 0-1467,-1 0 0,1-2 0,0-2 0,-1-1 1892,1 1 0,0 2 0,-1 2 0</inkml:trace>
  <inkml:trace contextRef="#ctx0" brushRef="#br0" timeOffset="145">16524 9220 9950,'-9'2'4043,"2"1"-2027,0 3-1432,5-1 0,-5 2 0,7 4 0,0 4 0,0 1 1061,0 1-1897,0-1 0,0-5 1,0 0-1,2 1 1,1 3-420,3 1 1,-1-5-3043,-5 0 1,0-9 3712,0-2 0,0-7 0,0-10 0</inkml:trace>
  <inkml:trace contextRef="#ctx0" brushRef="#br0" timeOffset="146">16475 9089 7976,'0'-16'6270,"0"-1"-6898,0 1 0,2 7 80,4 4 0,-3 3 0,8 2 548,2 0 0,1 7 0,3 2 0</inkml:trace>
  <inkml:trace contextRef="#ctx0" brushRef="#br0" timeOffset="147">16737 9351 7976,'-6'16'0,"-1"0"917,-2 1 0,5-1 0,-3 0 2108,0 1-3075,5-8 1,-5-4-1,7-10 1,2-6-21,3-4 0,-1-3 0,5-4 0,0-5-96,0-4 1,2 0 0,3 2 0,-1 2 168,-2-2 1,0 5-1,3 3 1,-1 2 368,-2 3 0,0 7 1,5 4 310,1 3 1,-1 5-1,-1 6 1,-3 10-24,-1 4 0,-5 5 0,3 4 0,0-1-907,0-4 0,-6 2 0,3-7 0,-4-2-2217,-2-2 1,0-7-2245,0 0 4708,0-7 0,7-12 0,2-10 0</inkml:trace>
  <inkml:trace contextRef="#ctx0" brushRef="#br0" timeOffset="148">17096 8860 11744,'-9'7'1599,"2"-3"0,7 7 0,0 2-985,0 1 1,0 10 0,0 3 0,2 6-245,3 5 1,-1 4 0,5 7 0,0 0-426,0 0 1,-5-6 0,1-1 0,-3-2-240,-2-3 1,0-10-1,0-5-7603,0-4 7897,0-9 0,0-2 0,0-7 0</inkml:trace>
  <inkml:trace contextRef="#ctx0" brushRef="#br0" timeOffset="149">17031 9154 15355,'16'0'1639,"1"0"0,-1 0 0,2 0-2550,4 0 0,-2 0 0,7 2-4414,2 4 5325,2-4 0,2 12 0,0-5 0</inkml:trace>
  <inkml:trace contextRef="#ctx0" brushRef="#br0" timeOffset="150">17963 9236 7899,'-17'0'0,"-1"0"0,-2-2 0,-2-1 0,3-3 638,0 1 0,-2 5 1,-1 0-1,0 0 1,0 0-1,-1 0 1,-1 0-18,0 0 1,3 2 0,4 1-1,3 5-479,3 1 1,2-4-1,5 6-49,-1 2 0,6 1 0,10 1 0,6-3-187,4-1 0,5-5 0,7 5 0,-1 0 207,1-2 0,0 0 0,-2-6 1,-2 3 506,-2-2 0,-7 3 1,2-2-1,-6 1-111,-5 1 0,-2-3 1,-5 6-1,1 3-29,-1 2 1,-12-4 0,-6 0 0,-8 1-80,-3 3 1,-3 1-1,-4-1 1,1-4-692,4-6 1,-2 2 0,5-1-1,0-3-1117,1-1 1,3-4-1,7-3 1,4-6-2713,2-4 4119,1-1 0,6-8 0,0-1 0</inkml:trace>
  <inkml:trace contextRef="#ctx0" brushRef="#br0" timeOffset="151">18044 9416 7899,'17'0'0,"-6"0"0,0 0 0,3 0 895,6 0 1,-2 0 0,4 0 0,-2-2 278,2-3 0,-8 1 1,6-7-1,0-1-642,-2-3 0,-5-1 0,-4-1 0,-1 1-274,-5 0 0,-1-1 0,-4 1 0,-3 0-471,-6-1 0,-6 3 0,-2 3 0,-5 5 58,-2 5 1,5 1-1,-5 1 1,1 7 155,-1 8 1,6 0-1,-1 8 1,2-2 454,3-1 1,2 7 0,3-5-1,3 1-6,1 0 0,5 3 0,-1-4 1,6 1-481,8 0 1,6-4-1,3-8 1,3-3-956,3-1 0,1-3 1,4-5-1,-2-2-521,-2-3 0,-5-4 0,3-8 1,1-1 1505,-1-4 0,-5 4 0,4-5 0</inkml:trace>
  <inkml:trace contextRef="#ctx0" brushRef="#br0" timeOffset="152">18437 8991 7899,'0'-16'260,"0"-1"1,0 1 3810,0 0-2558,0 7 1,0 3-458,0 12 0,0 4 1,2 10-1,1 6-455,3 5 0,1 0 0,-3 12 0,1 3-140,-1 1 1,-1-4 0,1-1 0,1 0-812,-1 0 1,3 0 0,-1-1 0,-3-6-1219,-1-6 0,4-9 0,-1 2-679,-1-4 2247,-3-9 0,-15-9 0,-4-9 0</inkml:trace>
  <inkml:trace contextRef="#ctx0" brushRef="#br0" timeOffset="153">18290 9269 7899,'11'0'2457,"-1"0"1,3 0-1,7 0 1,4 0-3704,1 0 1,-3 0-1,5-2 1246,2-3 0,2-4 0,2-8 0</inkml:trace>
  <inkml:trace contextRef="#ctx0" brushRef="#br0" timeOffset="154">18845 9383 11332,'17'0'853,"-1"0"1,2 0-1,4 0 1,5 0-2166,4 0 903,2 0 0,-2 0 0,-2 0 409,-2 0 0,0-7 0,6-2 0</inkml:trace>
  <inkml:trace contextRef="#ctx0" brushRef="#br0" timeOffset="155">19205 9089 8747,'-9'0'5985,"2"2"-5451,7 3 0,5 4 0,1 8 0,-1 1-287,2 4 1,-3-2-1,5 7 1,0 2-154,0 2 1,-5 3-1,1 1 1,-3-1-503,-2-3 1,0-3 0,0-1-1,0-5-1854,0-4 1,7-9 1575,4-4 0,-2-10 1,2-6-1,2-4 573,1-1 1,3-6 0,-1 0-1,0 2 416,1 2 0,-1 7 0,0 1 1,1-1 422,-1 2 0,0 1 0,1 8-172,-1 0 0,-5 0 1,-2 2-1,-2 4-227,-3 4 1,-2 0 0,-4 0 0,-3 5-167,-6 5 1,-6-2 0,-3 4 0,-3-4-214,-3-2 1,5 1-1,-5-1 1,3-1-593,3-4 1,1 1 0,3-6-1,2-1-869,3 2 0,-2-7 0,7 0 1513,3-9 0,1-5 0,2-3 0</inkml:trace>
  <inkml:trace contextRef="#ctx0" brushRef="#br0" timeOffset="156">19581 9351 7921,'-9'16'957,"2"0"0,1 1 549,1-1 0,-1-5 0,6 0 1,0 2-804,0 1 1,0-3-1,0 0 1,0 2-694,0 1 1,0-3 0,2-2 0,2 0-1739,1 0 0,1-3 145,-6 5 1,0-10 0,0-1 1582,0-9 0,7-12 0,2-5 0</inkml:trace>
  <inkml:trace contextRef="#ctx0" brushRef="#br0" timeOffset="157">19548 9171 7879,'-7'-17'4031,"3"8"-3144,-7 4 0,8 1-1580,-3-1-2736,5 3 3429,8-5 0,2 7 0,7 0 0</inkml:trace>
  <inkml:trace contextRef="#ctx0" brushRef="#br0" timeOffset="158">19695 8942 13580,'0'16'1227,"0"4"1,0 6-1,2 8-801,4 6 0,-3 4 0,6 5 0,0 2-527,0 3 1,-5-3-1,2 0 1,-5-8-949,-1-4 1,6-16 0,-1 4-1446,-1-7 1,-10-10 2493,-4-5 0,-5-3 0,-1-2 0</inkml:trace>
  <inkml:trace contextRef="#ctx0" brushRef="#br0" timeOffset="159">19663 9367 7879,'0'-16'1291,"0"-1"0,1 3 1,3 1-1057,2 2 1,6 8 0,-1-5-1,4 3-955,1-1 1,6 1 719,0 5 0,7 0 0,-4 0 0</inkml:trace>
  <inkml:trace contextRef="#ctx0" brushRef="#br0" timeOffset="160">20316 9269 8367,'-16'0'615,"0"0"1,-1 0 0,1 0 0,-2 0-20,-4 0 1,4 0-1,-4 0 1,2 0 229,-2 0 1,4 0-1,-4 0 1,4 0-795,2 0 1,1 2-15,4 3 1,6 4-1,10 8-172,6-1 0,4 0 0,1-1 0,2-1 382,4 3 1,-2-5 0,6 10-1,-1-4 163,0-1 0,-5-6 0,0 0 0,-5 1 20,-4 3 1,-2 1 0,2 0-58,-6 1 1,-3-6 0,-4-2 0,-3-2-564,-6-3 1,-5-3 0,-6-1 0,-5 0-636,-4 0 0,-2 0 1,2 0-1,2-1-858,2-5 1,7 3 1701,-2-8 0,-3 0 0,-1-6 0</inkml:trace>
  <inkml:trace contextRef="#ctx0" brushRef="#br0" timeOffset="161">20316 9449 7879,'33'0'278,"-7"0"1,-5 0 0,-1 0 1071,2 0 1,-4 0 0,4-2 0,-2-2-809,2-1 1,-9-8 0,3 4-1,-2-2 121,1 0 1,-6 0 0,-4-5-598,-3 0 1,-2 5-1,0 0 1,-2 0-112,-3 2 0,-4 2 0,-7 7 0,-3 0-69,-2 0 1,2 0 0,-2 0-1,3 0 374,1 0 0,1 1 1,-1 5 80,1 5 0,0 3 1,1 3-1,4-1-72,6 0 1,3 6-1,2 0 1,0-2-199,0-2 0,2-2 1,3 1-1,6-1-564,4 0 1,1-5-1,2-2 1,2 1-1011,2-1 0,2-6 0,-4 3 0,1-6 384,-1-6 1119,-1-3 0,-3-14 0,0-3 0</inkml:trace>
  <inkml:trace contextRef="#ctx0" brushRef="#br0" timeOffset="162">20758 8942 13600,'-9'7'1417,"1"2"0,8 9 1,0 4-531,0 6 1,0 4-1,0 6 1,0 8-329,0 6 1,0 1-1,2 5 1,2 0-1296,1 0 0,3-12 1,-5-3-1,3-6 272,-3-5 0,-1-12 0,0-5-6278,3-6 6742,-3-3 0,-2-6 0,-9 0 0</inkml:trace>
  <inkml:trace contextRef="#ctx0" brushRef="#br0" timeOffset="163">20627 9351 7839,'0'-9'4915,"2"-4"0,3 7-4293,6 3 1,-2 1 0,2 2 0,2 0-1363,1 0 1,5 0-1,0 0 1,3 0 739,-2 0 0,6 0 0,-1 0 0</inkml:trace>
  <inkml:trace contextRef="#ctx0" brushRef="#br0" timeOffset="164">13206 10005 8939,'-11'0'3339,"1"0"1,-1 1-2946,-6 5 1,1-3 0,0 6 0,-1 1 93,1-1-556,0-6 1,-4 12-1,1-6 1,5 2-1,1 0 1,2 1-698,0 3 649,8-6 1,-3 4 0,12-6 0,5 0 0,5 2-1,4-1 1,4 1 317,1 0 0,-3-4 1,3 4-1,1 0 417,-1 0 0,-5-3 0,0 5 1,-5 2-139,-4 1 1,-8-3-1,3 0 1,-5 2-317,-1 1 1,-1 2-1,-5 1 1,-5-3-479,-3-3 0,-3 4 0,1-6 1,0 0-582,-1-4 0,1-3 0,0-2 1,-1 0-468,1 0 1,0-2 0,1-3 0,4-8-1969,6-7 3329,3 2 0,-5-13 0,-2 6 0</inkml:trace>
  <inkml:trace contextRef="#ctx0" brushRef="#br0" timeOffset="165">13452 9841 7975,'0'16'-8,"-2"1"2169,-4-1 1,4 0 0,-3 1 0,3-1-1051,2 0 1,6 8 0,-1 3 0,1 6-901,1 5 1,-4-3 0,7 5 0,-3-2-1008,-4 0 1,-1 0 0,0-5 0,2-2-4954,1-4 5749,1-3 0,-6-8 0,0 0 0</inkml:trace>
  <inkml:trace contextRef="#ctx0" brushRef="#br0" timeOffset="166">13386 10201 7946,'0'-11'1717,"0"0"1,7 5 0,4-3 0,6 2-1452,4 3 1,-1-3-1,8 2 1,1 1-619,2 2 1,0 2 0,-2 0 0,-4 0-609,-1 0 0,-3 0 0,-4 2 0,-3 4 676,-3 4 0,2 5 1,-8 1-1,-1 1 955,-2-1 0,-4 6 0,-2 0 0,-3-2-218,-2-2 0,4-2 0,-5 0 395,3 1-734,2-8 0,5-4 0,2-8-139,3-3 0,2-6 0,6 1 0,-2-4 291,2-1 1,-4-1-1,0 1 127,-2 0 0,-2-1 0,-5 1 0,0 0 0,0-1 0,-1 6 0,-5 1-539,-5-3 1,-3 4-1,-3 0 1,1 1-880,0 5 0,5 1 0,0 2-2409,-2 0 3434,-1 0 0,5 7 0,1 2 0</inkml:trace>
  <inkml:trace contextRef="#ctx0" brushRef="#br0" timeOffset="167">13909 10217 7946,'0'16'316,"0"1"0,0-1 1,0 0 1204,0 1 0,0-1 0,0 0 0,0 1-603,0-1 0,0-5 0,0 0 297,0 2 0,2-6-677,3-2 1,-3-5-542,4-5 1,-4-4 0,-2-7 0,0-3 78,0-2 1,0 1 0,0-6-1,0 1-1812,0-1 0,1 6 0,3-1 0,3 1 41,2-2 0,-3 9 0,5-2 0,0 5 1271,-2 1 1,5 5 0,-3-2 0,4 5 522,1 1 0,-5 7 0,0 4 0,1 3 410,3 3 1,-4-6-1,0-1 1,2 3 1075,1 2 1,-1-4 0,3-2-1316,8-2 1,-6-2 0,2-5 0,0 0-288,-2 0 0,-5-5 0,-2-2 1,-1-2 93,0-4 1,2 4-1,-6-2-208,-3-2 0,-1 4 0,-2-2 1,-2 0 249,-3 2 1,-4 0 0,-8 6 0,1-3 232,0 2 0,-1 3 0,1 1 0,-2 0 202,-4 0 1,4 1 0,-4 5 0,4 5-116,2 3 1,5 3 0,2-1 0,1 2-90,5 4 1,1-4 0,2 6 0,0-2-605,0-1 1,7 1 0,6-6 0,5-1 55,4-4 1,7-2 0,-4-5 0,3 1-3725,-1-1 3922,-7-10 0,11-3 0,-6-7 0</inkml:trace>
  <inkml:trace contextRef="#ctx0" brushRef="#br0" timeOffset="168">15021 10103 13734,'5'16'421,"1"0"1,-1 2 0,-3 2-1,1 4 174,3 1-601,-1 3 0,-5 3 0,2-2 0,2-4 0,1 1 0,-1-3-4331,-2 1 1865,-2-10 2472,0-6 0,7-16 0,2-1 0</inkml:trace>
  <inkml:trace contextRef="#ctx0" brushRef="#br0" timeOffset="169">15086 9923 7905,'-16'2'405,"-1"3"0,3 6 900,3 3 1,-2-3 0,6-2 0,0 1-1129,-1-1 1,3-4 0,7 4-1572,3-2 1,4 4-1,9-5 1394,4-3 0,4 6 0,6 1 0</inkml:trace>
  <inkml:trace contextRef="#ctx0" brushRef="#br0" timeOffset="170">15282 10331 7905,'-5'17'212,"-3"-1"0,1 1 1129,0-1 0,0-5-1392,1 0 1,4-10-1,-3-1 1,5-10 47,5-10 0,-1 0 1,7-6-1,0 3-28,-2 3 0,4 1 1,-6 3 1726,2 0 0,2 1-898,5 4 0,1 6 0,-3 10 1,-1 6-619,-2 4 1,-6 1 0,4 0-1,-2 3-1242,-3 2 0,3-8 1,1 3-4340,1-1 5401,2 0 0,5-6 0,0-2 0</inkml:trace>
  <inkml:trace contextRef="#ctx0" brushRef="#br0" timeOffset="171">16050 10299 8410,'-16'0'1019,"0"0"0,-1 0 0,1 0 0,0 0 693,-1 0-1381,1 0 0,0 0 0,-1 0 0,1 0-230,0 0 0,7 7 0,3 4 17,4 3 0,2-3 0,0 0 1,2 0-483,4-2 1,3 4 0,7-8 0,2-1-276,4-2 0,-4-2 0,4 0 0,-4-2 141,-2-3 0,-5 1 1,0-7-1,0-2 247,-2-1 0,4-3 1,-6 3-1,0 1 427,1 2 1,-1 2 0,-3-3 4880,1 1-4155,0 7 0,-5 4 1,0 11-1,0 3-1092,0 3 1,0-1 0,0 0-1,0 1-490,0-1 0,2 1 1,4-3-1279,5-3 0,-2 2 1958,2-8 0,-1 1 0,7-6 0</inkml:trace>
  <inkml:trace contextRef="#ctx0" brushRef="#br0" timeOffset="172">16263 10282 8125,'0'11'2963,"0"0"-1598,0 2 1,0-4-453,0 2 0,5 0-4,1 5 1,-1-5-175,-5 0 0,0-6 149,0 6-1081,0-7 1,0 1 283,0-10 0,0-4 1,0-7-1,0-1-168,0 1 0,0-1 1,2 1-1,2 0-872,1-1 1,8-4 0,-2-1 0,3 2-119,3 2 0,-6 7 0,-1 0 1,3 0 253,2 2 817,1 2 0,8-1 0,1-1 0</inkml:trace>
  <inkml:trace contextRef="#ctx0" brushRef="#br0" timeOffset="173">16492 10266 7820,'0'24'0,"-6"-10"0,1 8 744,1 3 1,2-3 0,2 0-41,0-4 1,0-1 531,0-1-310,0-7 0,0-4 0,0-10-614,0-6 0,0-3 0,0-3 0,2-1-590,4-4 0,-5 4 0,5-4 0,-4 4-1191,-2 2 0,2-1 0,1 1 1469,3 0 0,6-1 0,-3 1 0</inkml:trace>
  <inkml:trace contextRef="#ctx0" brushRef="#br0" timeOffset="174">16655 10266 10831,'-11'0'1376,"0"0"0,6 6 0,-4 1-1364,2 2 1,1-4 0,6 6 0,0 2-58,0 1 0,0-1 0,0 2-377,0 3 1,2 0-1,2-5 1,3-4-747,2-2 0,2-1 672,5-6 1,1-6 0,-3-1-1,-3-2 304,-6-4 0,3-1 1,-3-3-1,-1 1 354,-2-1 0,-2 1 0,1 2 1,3 1 3736,1 2-2017,1 7 1,-4-3-1262,3 7 0,-1 7 0,7 4-439,1 4 1,-3 1-1,2 0-1170,2 1 0,-4-3 0,2-1-960,2-2 0,-4-7 1,2 1 1947,1-3 0,3-2 0,1 0 0</inkml:trace>
  <inkml:trace contextRef="#ctx0" brushRef="#br0" timeOffset="175">16982 10250 8851,'-16'0'3003,"-1"0"0,8 2-2779,4 3 0,3-1 0,2 7 0,0 1-73,0 3 1,2 1 0,1 0 0,5 1-24,1-1 1,0 1 0,4-3 0,-2-1-325,1-2 1,-3-8 0,2 3-302,2-4 1,1-2-1,1-2-84,-4-4 0,-2-3 1,-5-7 356,1 0 1,2-1 0,-3 1-1,1-1 378,-1 1 0,-2 5 1,-2 0 3088,0-1-2786,7 4 1,2 3 0,6 10-302,-4 6 0,1 6 0,-4 3 0,-1 1 302,0-1 1,4 4 0,-6-2 0,-1 0 215,-2 1 1,-2 1 0,0 5 0,-2-4-851,-3-1 0,-1-1 0,-8-3 0,-5 2-675,1-2 1,0-9 0,0-5 850,-4-5 0,-3-1 0,-8 0 0</inkml:trace>
  <inkml:trace contextRef="#ctx0" brushRef="#br0" timeOffset="176">13664 10838 7267,'0'0'0</inkml:trace>
  <inkml:trace contextRef="#ctx0" brushRef="#br0" timeOffset="177">13697 11132 7898,'0'17'1169,"-2"-3"1,-2-1-203,-1-2 0,-1-6-2148,6 6 1,0-9 423,0-2 757,0 0 0,8-22 0,1 4 0</inkml:trace>
  <inkml:trace contextRef="#ctx0" brushRef="#br0" timeOffset="178">13746 11214 7898,'-7'17'-459,"5"-8"459,-6 5 0,8-12 0,0 5 0</inkml:trace>
  <inkml:trace contextRef="#ctx0" brushRef="#br0" timeOffset="179">13811 11329 7898,'-9'16'516,"2"-1"0,1-3 887,1-1 0,-6-5-2307,6 4-875,-1-6 0,12 2 1779,-1-12 0,8-3 0,-4-7 0</inkml:trace>
  <inkml:trace contextRef="#ctx0" brushRef="#br0" timeOffset="180">13010 11983 16100,'0'16'796,"0"0"0,0 1 1,0-1 208,0 0-952,0 1 0,2 1 1,2 2-1,1 2 0,-1-2 1,-2-2-1,-1-2-1473,5 0 891,-4 1 0,5-1 0,-5-1 0,1-3 1,5-3-1,1-1 529,3-5 0,3-1 0,1-2 0</inkml:trace>
  <inkml:trace contextRef="#ctx0" brushRef="#br0" timeOffset="181">13370 12113 9428,'-17'11'0,"-1"2"912,-3 0 0,2-1 1,-2 5-1,2-1-66,3 0 0,5-5 1,2 0 62,2 2 1,1 1-950,6 3 1,2-8 0,4-4 0,6-3-122,8-2 0,0 0 1,6 0-1,-3-2 5,-3-3 0,4-4 0,-2-6 1,0 3 177,1 1 1,-7 0-1,3-6 1,-7 3 71,1 3 1,0-4 0,-1 5-129,-1-5 1,-7-1 157,1-1 0,-5 3 0,-5 3 0,-6 4-157,-3-1 0,-3 7 0,-1-5 0,-2 4-558,-2 2 1,1 6-1,4-1 1,1 1-1416,-1 1 0,8-3 2006,4 6 0,-4 1 0,0 6 0</inkml:trace>
  <inkml:trace contextRef="#ctx0" brushRef="#br0" timeOffset="182">13631 12130 9192,'-16'0'1031,"5"0"0,2 1 654,2 5 1,-1-4-1,5 5-1281,-3 0 0,-1-5 0,4 5-454,-3 1 1,1 1 0,6 7 104,5 0 0,-2-5 0,6-2 0,3-1-103,2-5 1,1-1 0,0-2 0,3 0 202,2 0 1,-3 0 0,4-2 0,-4-1-77,-1-3 0,-1-5 1,-1 4-1,-4-2 35,-6-4 0,2 4 0,-1-2 0,-3-1-191,-1-3 0,-2 4 0,-2 2 0,-1 0-235,-3 0 0,-6 0 0,1-2 0,-4 4-433,-1-1 1,-1 7 0,1-5 0,0 4-879,-1 2 0,6 0 1623,1 0 0,-1 8 0,-6 1 0</inkml:trace>
  <inkml:trace contextRef="#ctx0" brushRef="#br0" timeOffset="183">13893 12130 14177,'7'9'881,"-3"5"1,7-3-1,0 6-322,-2 4 0,5-1 0,-3 6 0,4-1 58,1 1 1,-2 1 0,-1 4 0,-4-4-1107,-1-5 0,-1-4-50,-2-2 1,-3-8-1008,4-8 1,-10-13-1,-2-11 1,1-1 1151,-2-4 1,3-2-1,-5 0 1,2 2 732,3 2 1,2-1-1,2-2 1,0 0 67,0 3 0,0 5 0,0-3 0,0 1 125,0 4 1,2 4 0,2 3 0,3 4 74,2 2 1,2 2 0,5 5 11,1 0 1,-1 7-1,0 4-361,1 3 0,-8-3 0,-4 0 0,-1 2-300,1 1 0,-3 3 0,4-1-297,-5 0 0,-2 1 0,-5-1-714,-5 0 1,2-5-1,-2-2-2516,-1-1 0,-3-3 3569,-1-5 0,-1 7 0,1 2 0</inkml:trace>
  <inkml:trace contextRef="#ctx0" brushRef="#br0" timeOffset="184">13533 12538 8193,'-9'0'2919,"2"0"0,7 8 0,0 3-2299,0 3 1,0 2 0,0 1 0,2 1-197,3 4-705,-3-4 0,11 11 1,-8-5-1,1-1 0,-1 3 1,2-5-1,1-1-2284,-1-5 0,6-4 0,-3 0 59,5-6 2506,-6-3 0,13-2 0,-4 0 0</inkml:trace>
  <inkml:trace contextRef="#ctx0" brushRef="#br0" timeOffset="185">13746 12767 7910,'-11'6'3465,"0"-1"1,2 8-3040,-2-2 1,4-2-300,7 2 0,0-6 0,2 4 0,3-2-2,6-3 1,3 3 0,3-1-1,-1-3-196,0-1 1,1-2 0,-1 0 0,0 0 113,1 0 0,-6-5 0,0-2 25,1-3 1,-4 5-1,-3-6-128,-3-2 0,-2-1 0,-2-2 57,-3-1 0,1 6 0,-7 2 0,-2 0 26,-1 0 1,3 5-1,0-1-327,-2 3 0,-1 2-2621,-3 0 1,8 7 2924,4 4 0,3-3 0,2-1 0</inkml:trace>
  <inkml:trace contextRef="#ctx0" brushRef="#br0" timeOffset="186">13991 12751 7910,'-11'11'2170,"0"0"0,6-6 0,-4 6-1352,1 2 0,-3-4-624,6 2 0,0-6-122,5 6 1,1-6-1,5 5 191,5-3 0,3-2 0,3-5 1,-1 0 24,0 0 0,1 0 0,-1-2 1,0-1-2,1-3 1,-1-5 0,-1 4-175,-5-2 1,3-2-1,-6-5-209,2 0 0,-5 5 0,0 0-394,-8-2 0,0 0 1,-6 1-734,-3 1 0,-2 5-1085,-1-5 0,0 8 2308,-1-3 0,8 12 0,2 3 0</inkml:trace>
  <inkml:trace contextRef="#ctx0" brushRef="#br0" timeOffset="187">14203 12718 14160,'15'2'1194,"-2"2"1,-4 3-508,-2 2 1,6 2-1,-4 7 1,2 2-291,0 2 1,-2 1-1,3-3 1,-3 2-351,-1-2 1,-3-2 0,-3-1 0,2-1-1847,1 0-6,1-7 0,-8-3 0,-2-13 0,-1-8 1167,1-5 1,0-7-1,1 3 1,-3 1 865,3-1 1,1-3 0,2 5 0,0 0-75,0-1 0,0 4 0,0-2 1,2 2 887,3 3 1,2 5 0,6 2 0,-2 0-4,2 0 0,1 5 0,3-1-639,-1 3 0,-2 4 1,-1 3 44,-2 6 1,-7 4 0,1 1 0,-3 2-492,-2 4 0,-7-4 1,-2 6-1,-2-2-1263,0-1 1,0 1 0,-5-5 0,-1-3-1818,1-3 3126,-8 4 0,6-6 0,-6 7 0</inkml:trace>
  <inkml:trace contextRef="#ctx0" brushRef="#br0" timeOffset="188">13827 13290 13256,'8'-9'3361,"-5"2"-2712,8 7 0,-5 7 0,3 6 1,0 5-475,0 4 1,0 2 0,4-4 0,-2 3-1343,1 3 1,-4-6 0,-1 1-1,0-4-493,4-6 0,-2 1 1660,2-6 0,7-1 0,8-5 0</inkml:trace>
  <inkml:trace contextRef="#ctx0" brushRef="#br0" timeOffset="189">14138 13323 7912,'-7'9'0,"-2"6"0,-8-4 959,1 3 0,0 2 1,1 1 1045,4-1 1,4-5 0,7 0-1756,0 2 0,0-4 0,2 0 0,1 0-165,3 0 1,7-4-1,-3 4 1,7-1-183,5-5 0,-2-1 0,5-2 0,-1-2 213,-4-3 0,3 1 1,-1-7-1,-2-1-88,-2-3 0,-2-1 0,1-1-335,-1 1 1,-7 0 0,-3-1 143,-4 1 0,-4 2 0,-4 1 0,-6 4-3,-8 1 0,1 3 0,-2 5 0,1 0-594,-2 0 1,4 5 0,-4 3-948,4 1 1,3 2 1706,4 5 0,4 0 0,7 1 0</inkml:trace>
  <inkml:trace contextRef="#ctx0" brushRef="#br0" timeOffset="190">14400 13372 8506,'-2'11'3607,"-4"0"0,4 0-3245,-3 5 0,3 0-353,2 1 0,0-1 367,0 0 0,2 1-102,3-1 0,-1-7 1,7-3-1,2-3 101,1 3 1,3-6 0,-1 2-299,0-6 1,1-7 0,-3 4 0,-1-2-221,-2-4 0,-8-2 0,3-1-71,-4 0 1,-2 5 0,-2 0-405,-4-2 1,3 6 0,-8 0-1009,-2-1 1,4 7-3946,-2-5 5571,0 4 0,2-5 0,2-2 0</inkml:trace>
  <inkml:trace contextRef="#ctx0" brushRef="#br0" timeOffset="191">14547 13307 7855,'9'-8'222,"5"7"0,-3-5 488,4 4 0,-4 2 1,-1 2-1,3 4-25,2 4 0,-4 1 0,0 4 0,1 3-56,3 0 1,1 6-1,-1-1 1,-3 3-115,-1 3 1,-7-4 0,1 1-1,-3-1-352,-2 1 0,0-12 1,0 3-1,-2-5-776,-3-3 1,1-1 0,-7-8 0,-1-2-94,-3-4 1,1-3 0,1-9 0,4-2 202,2-2 0,-4-7 1,5 4-1,3-2 651,1-1 1,2 7 0,0-5-1,0 1 393,0-1 0,2 6 1,3-3-1,6 1-32,3 0 1,3 6 0,1 7-1,2 0-51,2-1 1,5 7-1,-5-3 1,0 5 405,1 1 0,-5 1-346,4 5 0,-11 3 0,-6 7 0,-3 1-556,-2-1 1,-7 0 0,-4 1-1,-5 1-1198,-6 4 0,2-10 1,-5 5-1,-1-5 1236,1-3 0,5 6 0,-4-6 0</inkml:trace>
  <inkml:trace contextRef="#ctx0" brushRef="#br0" timeOffset="192">14073 8795 8020,'-11'0'587,"0"0"0,0-2 1,0-2-1,0-1 0,-2 1 1094,-1 2 0,-2 2 0,-3-1 0,-1-3-1359,-1-1 1,-8-1-1,1 4 1,-3-1-19,-1-3 1,-3-1 0,-1 3 0,-6-3-77,-5-2 1,5 5 0,-10-3-113,-1 0 0,-5 3 0,0-5 0,-4 2 0,-5 3 103,0 2 0,3 2 0,4 0-36,4 0 0,-6 2 0,18 2 0,4 3 0,6 0 162,7 1 0,5-1 0,9-3-120,2 1-1274,8 0 644,3-5 1,3 0 555,8 0 1,-5 2-44,5 4 0,-8 3 0,3 7 310,-5 0 1,-1 1 0,0 1-1,0 2-215,0 2 0,0 7 0,0-2 0,0 4-87,0 2 1,0 5-1,0 0 1,0 0-147,0 2 1,-1-4-1,-3 8 1,-1 1-16,1 3 0,-3 1 0,1-2 0,3-2 192,1-1 0,-4-2 0,1-1 1,1-6-189,2-6 1,2-14-1,0 1-109,0-2 0,0-8 192,0-6 1,2-6 693,4-5 0,-3 2-374,8 4 0,0 3 1,5-3-326,1 3 1,-6 2-1,0 0 1,3 0-38,6 0 0,-2 0 0,6 0 0,-2 0 0,-1 0 0,8 5 0,-1 3 0,4 1 0,7 3 0,-5-3 0,4 1 0,-1-1 0,1 0 0,-2-4 0,6 4 0,-2 0 0,-4 0 0,-1-3 0,-5 3 0,-1-2 0,-1-3 0,-14-2 0,3-2-1869,-3 0-158,-7 0 1,-1 0-86,-12 0 1,5-2-1,-7-4 2112,1-5 0,-2-3 0,-7-2 0</inkml:trace>
  <inkml:trace contextRef="#ctx0" brushRef="#br0" timeOffset="193">12781 9253 20455,'-16'7'509,"0"4"1,-1 5 39,1 6-494,-8-4 0,-1 20 0,-10 0 1,-3 10-1,-7 8 0,-4 7 1,-4 10 189,27-33 0,0 0-247,-22 31 0,18-24 0,0 2 0,4-7 0,2 0 0,-20 36 0,6-4 0,11-8 0,5 1-20,7 0 0,10-7 0,-1 7 0,5 0-225,1 1 1,7-1 0,4 11 94,3 0 0,3 2 1,-1-11-1,0-4 0,2 3-6,4-1 1,-2-7 0,6 9 0,-1 0 89,1-2 1,-5 2 0,5 0 0,-1 2 164,1-2 1,-6 0 0,1-2 0,-1 2 141,2 0 0,-4-11 0,2 6 1,-3-4-128,-1-2 0,-7-9 1,9 2-1,-1-2 7,-5-4 1,1-7 0,1 0 0,-1-3-36,-2-2 1,0-2 0,4-2 0,-3-4-52,-1-1 0,-5-1 0,4-3 1,1 2-31,-2-2 1,1-2 0,-5-1 211,6-1 1,-2-2 0,0-1-94,-2-2 0,6 0-163,-2 5 0,3-1 0,1-2-65,-4-3 1,-2-6 0,-5 3-1553,1 1-177,0-7 0,-3 7 509,4-8 0,-4-2 1,3-4 527,-3-4 798,-2-12 0,7 4 0,2-6 0</inkml:trace>
  <inkml:trace contextRef="#ctx0" brushRef="#br0" timeOffset="194">12945 12457 9587,'-16'1'2080,"-1"5"1,6-4 159,0 3 187,8-3-1450,-5-2 1,14 2-1,1 1 1,0 5-380,1 1 1,4 2 0,-1 5 0,4 0-1,1 3 191,1 2 0,-1-1 0,0 8 1,1-1-741,-1-2 0,0 4 0,1-5 0,-1 1-49,0 4 0,1-5 0,-3-2 0,-1-4 0,-2-2 0,-2 1 0,4-1 0,-3 0 0,-6-5 0,2 0 0,-5-5 0,-1 4 0,-1-4 0,-5 5 0,2-6 0,-6 4 0,-3-1 0,-2-1 0,-1-3 0,0 1 0,-1 0 0,1-3 0,0 2 0,-1 1 0,1 1 0,0-4 0,-1 1 0,1 3 0,0 1 0,-1-3 0,1 1 0,0-1 0,-1 3-1043,1-2 1,1 3-3652,4-3 1,4-5 4693,7 0 0,0-7 0,0-10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033"/>
    </inkml:context>
    <inkml:brush xml:id="br0">
      <inkml:brushProperty name="width" value="0.05292" units="cm"/>
      <inkml:brushProperty name="height" value="0.05292" units="cm"/>
      <inkml:brushProperty name="color" value="#FF0000"/>
    </inkml:brush>
  </inkml:definitions>
  <inkml:trace contextRef="#ctx0" brushRef="#br0">22392 9122 10669,'0'-17'1911,"0"7"0,0-1 0,0-2 508,0-2-1708,0 6 0,2 2 0,3 9 3080,6 3-3429,-3 4 1,6 8 0,-3 1-1,2 4 1,0 5 0,-3 4-1,3 2-15,2-1 0,1 1 0,0 0 0,1 1-347,-1 4 0,0-9 0,1 2 0,-1-5 0,0-6 0,3-2 0,1-2-633,1 0-2505,1-6 0,-13-5-630,-3-10 1,-5 1-1851,-1-7 5618,-7 0 0,-9-5 0,-10-1 0</inkml:trace>
  <inkml:trace contextRef="#ctx0" brushRef="#br0" timeOffset="1">22311 9334 8027,'-15'-2'1753,"4"-3"0,4 1 0,7-7-728,0-1 0,0-3 0,0-1 331,0 0 1,0-1 0,0 1 0,0 0-542,0-1 1,0-1-1,0-2 1,0-2-506,0 2 1,0 0 0,2 0 0,1-2-242,3 3 1,1 0 0,-3 3-1,1 0 118,-1-1 1,-2 1-1,-1 0 828,5-1-754,-4 8 1,12 4-262,-3 10 0,-2 4 0,2 8 0,2-1 0,1 0 0,3 2 0,-1 2 0,2 2 0,4-2 0,-8-2 0,6-1 0,0-1 0,0-5 0,-3-2-763,-1-2 1,-5-1-8236,0-6 4599,-8 0 4399,5 0 0,-8 0 0,0 0 0</inkml:trace>
  <inkml:trace contextRef="#ctx0" brushRef="#br0" timeOffset="2">22817 10005 9871,'-16'9'4915,"0"5"0,1-10-2898,4 7-1178,4-8-772,7-3 0,2-3 1,1-8-1,5-2 1,-1-1-331,0-3 0,4 4 0,-4-1 1,0-6 74,1-4 1,4 3 0,-2-5 0,0 1-70,1-1 1,-5 4 0,3-3-1,0 1 478,0 4 0,-4 2 0,5 2 823,-3 0 1,6 1-582,-3 4 0,0 11 0,-1 11 0,0 4-118,0 1 1,-4 0 0,4 2 0,0 2 71,0 2 0,-3 0 0,3-6 1,-2 3-313,-3 2 0,3-8 0,-1 3-1111,-3-1 1,4-6 547,-1 2 0,5-9 1,-6-2-1,-1-9-238,-2-6 0,3-3 1,1-2-1,-3-4 414,-1-1 1,4 3-1,-1-3 1,-1 1 124,-3 4 0,1 2 0,2 2 2049,1-1-76,1 8 1,-1 4 0,2 10-1439,3 6 0,-7 4 0,4 1 0,-1 0-378,-1 1 0,3-1 0,-3 0 0,6 1 0,-2-1 0,0 0-959,-2 1 1,6-1 0,-4 0-1968,0 1 1,0-6 197,-3 0 1,-3-2 2727,8 2 0,0-4 0,6-7 0</inkml:trace>
  <inkml:trace contextRef="#ctx0" brushRef="#br0" timeOffset="3">23324 9612 8423,'-7'-9'4290,"5"2"1,-5 9-3613,7 3 1,0 1-1,1 8 1,5 6 181,5 4 1,-2-3-1,2 7 1,1 1-279,3 2 0,-4-4 1,-2-2-1,0-1-412,0-4 0,0 4 1,4-3-231,-2-1 1,-8-7-6413,3-2 5185,-4-7 0,-2-4 1,-2-13-1,-2-7 862,-1-7 0,-8 1 0,4-1 0,-2-2 503,0-2 0,6-2 1,-4 2-1,1 2 248,5 2 0,1 5 0,2-5 1758,0-2 1,0 11-948,0 2 1,7 10 0,4 1-438,4 3 0,1 4 1,0 3-341,1 6 0,-6-2 0,-2 2-13,-2 2 0,4 1 0,-6 3-200,-1-1 1,-2 0-1,-2 1 1,-2-1-234,-4 0 1,5-5 0,-7-2-1,3 0-32,-1 0 0,-6-3-3342,1 5 0,2-8 3460,-2 3 0,0-12 0,-5-3 0</inkml:trace>
  <inkml:trace contextRef="#ctx0" brushRef="#br0" timeOffset="4">23700 9481 8245,'0'-16'1818,"5"5"0,1 0 343,-3-1 0,1 2 1513,1 0-2858,-3 6 0,6-2 1,-8 12-1,-2 5 547,-4 3 1,4 8 0,-5 0 0,2 0-1346,-1 1 1,-1 1-1,3 3 1,-1-5-19,1-4 0,2-1 0,2-1 0,0 0-341,0 1 0,0-1-69,0 0 1,8-7 0,3-1 0,3-3 102,3 1 0,-1-1 0,0-5 0,2 0 756,4 0 0,-2-5 0,6-1 0,-1 1-12,0-3 1,-5 5 0,4-6 0,-2 1-438,0 5 0,-1-5 0,-6 1 0,-2 0-1778,-2 0 0,-2-1 0,3 5-2364,-1-3-724,-7 1 888,3-2 3978,-7 5 0,-7-13 0,-2 6 0</inkml:trace>
  <inkml:trace contextRef="#ctx0" brushRef="#br0" timeOffset="5">23978 9481 8747,'-17'0'2579,"6"0"1,1 0 2287,-3 0 1,4 0-3611,-2 0 1,7 2-1,-1 4 1,3 5-1258,2 3 0,7 10 0,2 3 0,2 6 0,0 5 0,0 4 0,5 7 0,1 0 0,-1 0 0,0-6 0,1-3 0,-1-2 0,0-1 0,-1-14 0,-2 5 0,-4-7-871,-2 1 0,4-9 871,-6 3 0,8-10 0,-4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031"/>
    </inkml:context>
    <inkml:brush xml:id="br0">
      <inkml:brushProperty name="width" value="0.05292" units="cm"/>
      <inkml:brushProperty name="height" value="0.05292" units="cm"/>
      <inkml:brushProperty name="color" value="#FF0000"/>
    </inkml:brush>
  </inkml:definitions>
  <inkml:trace contextRef="#ctx0" brushRef="#br0">948 7340 10562,'-9'-2'4915,"3"-3"0,4 1-2946,2-7 1,0 6-835,0-6 1,2 0-622,4-5 1,-3 1-1,6 2 1,0 4-513,0 2 1,-3-4 0,5 6 0,2-1-3,1-1 0,-3 5 0,0-3 0,2 3 0,1 2 0,2 0 0,1 2 0,-1 1 0,0 3 0,1 6 0,-1-1 0,1 6 0,-1 4 0,0-1 0,1 6 0,-1-1 0,0 1 0,-5 1 0,-2 6 0,-2-1 0,-3 1 0,-2 0 0,-2-2 0,0-2 0,0-2 0,-2-5 0,-3 3 0,-6-1 0,-4-4 0,4-2 0,0-4 0,-1-1 0,-3-2 0,-1-2 0,0 2 0,1-4 0,4 1 0,-3-7 0,3 5 0,-4-4 0,6-4 0,4-4 0,1 5 0,0-7 0,-1 1 0,-1 3 0,8-5 0,4 2 0,3-4 0,7 4 0,0-2 0,1-4 0,1 4 0,4 0 0,3 2 0,1 3 0,5-3 0,-4 1 0,4 3 0,1 1 0,-4 4 0,-1 3 0,0 6 0,-2 4 0,5 6 0,-9 1 0,-1 0 0,-2 2 0,-7-6 0,0 2 0,0-6-2273,-2-3 2273,-2-7 0,-7-4 0,0-9 0</inkml:trace>
  <inkml:trace contextRef="#ctx0" brushRef="#br0" timeOffset="1">980 9269 7729,'-11'2'5238,"1"1"2795,-3 3-6095,6-1-783,-1-5 1,16 0 0,3 0-590,3 0 1,2-2-1,1-1 1,-1-3-567,0 3 0,1 1 0,-1 2 0,2 0 0,4 0 0,-4 0 0,4 0 0,-4 0 0,-1 0 0,4 0 0,1 0 0,-2 0 0,-2 0 0,-1 0 0,-3 2 0,-1 3 0,-2 6 0,-6-2 0,4 2 0,-1 4 0,-5 5 0,-1-2 0,-2 4 0,0-3 0,0 3 0,-7-4 0,-4 4 0,-4-4 0,-1-1 0,0-1 0,-1-1 0,1-3 0,0-1 0,-1-5 0,1 3 0,0 0 0,-1 0 0,3-4 0,1 4 0,2 1 0,-2-1 0,6-6 0,0 5 0,9-8 0,3 0 0,4-2 0,9-2 0,2-1 0,2 1 0,0 2 0,-6 2 0,2 0 0,4 0 0,-4 0 0,4 0 0,-4 0 0,-1 0 0,-1 2 0,0 3 0,1 6 0,-1 4 0,-1 7 0,-3-1 0,-3-1 0,-1-1 0,-3-1 0,-5 2 0,0 2 0,0-2 0,-2-2 0,-1-2 0,-5-1 0,-1-5 0,-2 5 0,-5-4 0,-2 2 0,-4-2 0,4 1 0,-4-5 0,2 3 0,-2 2 0,8-4 0,-6-1 0,0-2 0,2 1 0,5-1 0,2-3-1253,-2 3 1253,-1-3 0,-3-2 0,1-9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234"/>
    </inkml:context>
    <inkml:brush xml:id="br0">
      <inkml:brushProperty name="width" value="0.05292" units="cm"/>
      <inkml:brushProperty name="height" value="0.05292" units="cm"/>
      <inkml:brushProperty name="color" value="#FF0000"/>
    </inkml:brush>
  </inkml:definitions>
  <inkml:trace contextRef="#ctx0" brushRef="#br0">1291 2648 8178,'0'-25'295,"0"3"0,2 2 0,1 0 0,3-2-295,-3 2 0,7 2 0,-1 2 0</inkml:trace>
  <inkml:trace contextRef="#ctx0" brushRef="#br0" timeOffset="1">1324 2517 28671,'0'20'0,"0"8"0,0 10 0,0 18 0,0 13 0,0 17 0,0-37 0,0 1 0,0 2 0,1 2 0,1 7 0,0 1 0,0-1 0,2 0 0,1 1 0,0 0 0,-1-2 0,0-1 0,-1 0 0,1 0 0,0 3 0,1 0-235,-1 1 1,1-1-1,0-2 1,1 0-1,1 5 1,1 1 234,-3-4 0,0-1 0,3 9 0,-1-1 0,-3-14 0,1 0 0,2 10 0,1 1 0,-3-1 0,0 1 0,2 1 0,-1-2 0,-2-4 0,-1-2 0,1-1 0,0 1 0,0 0 0,-1 1 0,-1 1 0,0-2 0,-1-2 0,-1-1 0,1 6 0,0-1 0,1-3 0,0-1 28,0-3 0,1-1 1,5 34-1,-7-36 1,1 2-1,2-1 1,-1-1-29,2 1 0,0-2 0,0 39 0,0-43 0,1 1 0,0-1 0,1 0 0,0 1 0,0-1 0,4 34 0,0 9 0,2-2 0,1 2 0,1-9 0,-8-33 0,-2 2 0,0 0 0,0 0 0,-2 1 0,1-2 0,8 40 0,-2-8 0,0-4 0,1-2 0,-5-3 0,5 4 0,0-1 72,-2 1 0,5-5 0,-5 7 0,2-1-72,0-2 0,-7-5 0,1-7 0,-1 4 0,1 1 0,-3-2 0,4 10 0,-5-1 0,-1 1 0,0-3 0,0 8 0,0 4 0,0-1 0,0-8 0,0-4 0,0 3 0,0 2 0,0-7 0,0 9 0,0-3 178,0-1 1,6-10 0,-1 14 0,-1 0-179,-2-2 0,3-3 0,1 0 0,-1-2 51,2-2 0,-5-4 0,5 8 1,-1-2-52,-1-2 0,3-4 0,-5 11 0,3 2 0,-3 2 0,4-9 0,-1-4 0,-1-1 0,3-5 0,-7-4 0,5 3 0,-2 1 0,1 3 0,-3-2 0,3 1 0,-3 5 0,-2-1 0,6 0 0,-1-3 0,-1-3 0,-3-1 0,-1-2 0,0 2 0,0-3 0,0-1 0,6-3 0,-1 3 0,-1-3 0,-2-6 0,3 0 0,1 4 0,-1 0 0,2-4 0,-5-3 0,4-1 0,-5-5 0,-1-3 0,6-8 0,-1-2 0,-1-1 0,-2-4 0,-2-2 0,0-1 0,2-1 0,3 0 0,-3 1 0,3 1 0,-3 4 0,-2 5 0,0 0 0,0 4 0,0 5 0,0 4 0,0-2 0,0 2 0,-2-2 0,-3-1 0,1-6 0,-5 5 0,2-5 0,3-4 0,-3-5 0,2 5 0,1 0 0,2-1 0,2-1 0,0-5 0,0 2 0,0-9-4557,0-13 0,6-18 4557,-1-21 0,8-10 0,-4-16 0</inkml:trace>
  <inkml:trace contextRef="#ctx0" brushRef="#br0" timeOffset="2">1422 2501 8189,'-22'0'956,"0"0"1,6 0 0,7-2-72,1-3 0,8 1 0,8-7-236,1-1 0,-4-3 0,6-1 0,2 1 0,1 2 802,3 3 1,-1 4 0,0-3-707,1 2 1,-1-4 0,0 5 0,1 1-1,-1 0 464,0-1 1,1 1 0,-1 5-1210,0 0 0,6 0 0,0 0 0,-2 0 0,0 0 0,2 0 0,-8 0 0,6 0 0,2 1 0,2 5 0,-4-4 0,2 5 0,-3-2 0,3 1 0,-2-1 0,6-5 0,-1 0 0,1 0 0,-3 0 0,6 0 0,4 0 0,1 0 0,-6-1 0,8-3 0,0-3 0,-1-2 0,1 3 0,0-3 0,4 0 0,2 0 0,-4 5 0,4-3 0,0 2 0,0-1 0,-4-5 0,4 6 0,-1-1 0,1-1 0,-4 0 0,4-4 0,-2 4 0,-4-1 0,1 5 0,-1-6 0,4 0 0,2-1 0,-4 5 0,4-4 0,-3 2 0,-2 3 0,3-3 0,-2 1 0,0 1 0,2-2 0,-4 5 0,6-4 0,0 3 0,0-3 0,-4 4 0,4-3 0,-1 3 0,1 2 0,0 0 0,3-2 0,-1-1 0,1-3 0,-3-1 0,2 3 0,1-3 0,2-2 0,-1 4 0,1-5 0,5 1 0,5 0 0,-5 4 0,3-4 0,-4 2 0,-2 3 0,-11 2 0,-4 2 0,-1 0 0,-4 0 0,-7 0 0,0 0 0,-4 0 0,-2 0 0,1 6 0,-1-1 0,2-1 0,4-3 0,-2 1 0,5 2 0,1 1 0,-1-1 0,4-2 0,8-2 0,3 0 0,1 0 0,3 0 0,5 0 0,2 0 0,3 0 0,-3 0 0,4 0 0,-5 0 0,-1 0 0,-7 0 0,-5 0 0,-7 0 0,-2 0 0,-8 0 0,1 0 0,-2 0 0,-3 0 0,0 0 0,1 0 0,-1 0 0,0 0 0,3 0 0,0 0 0,3 0 0,-2 0 0,-2 0 0,-1 0 0,-1 0 0,0 0 0,1 0 0,-1 0 0,0 0 0,-5 0 0,0 0 0,-5 0 0,5 0 0,-8 0 0,5 0 0,-8 0 0,-2 0 0,-4 0 0,4 0 0,-5 0 0,7 2 0,0 3 0,0 6 0,0 9 0,0 4 0,0 3 0,0 7 0,-5 6 0,-1 11 0,3 4 0,1 5 0,2 5 0,0 4 0,0 4 0,0 1 0,0-3 0,0 3 0,0 1 0,0-1 0,0-8 0,0 1 0,2 0 0,3 0 0,-3-9 0,5 6 0,-1-4 0,-1-2 0,8 2 0,-4 4 0,2-1 0,0 3 0,0-8 0,3 9 0,-1 0 0,-2 0 0,0-12 0,3 7 0,-1 1 0,-2 2 0,0-5 0,3 8 0,-1-1 0,-2 0 0,0-7 0,5 9 0,0 2 0,1 2 0,-6-8 0,-1 2 0,1-2 0,-2-3 0,6 0 0,-6 2 0,2-3 0,0-1 0,-6-5 0,4 5 0,0 1 0,1 3 0,-5-4 0,4-2 0,-2 0 0,-3 0 0,0-3 0,-1 1 0,3-1 0,-3-3 0,5-3 0,-3 9 0,-1 1 0,-3-1 0,1-4 0,2 4 0,1 2 0,-1 4 0,3-8 0,-1 6 0,-3-6 0,-1-3 0,4-4 0,-1 9 0,1-2 0,1-3 0,-5 0 0,5-2 0,-2 1 0,1 1 0,1-4 0,-3 9 0,1 0 0,-1 0 0,3-3 0,-2 3 0,-1-2 0,-2-3 0,3 0 0,1-1 0,-1 5 0,3 1 0,-5-4 0,6 2 0,-2 1 0,-3 1 0,0-7 0,-1 14 0,3-1 0,-3-1 0,1-3 0,0-2 0,1 2 0,-1 4 0,-1-8 0,1 8 0,2-2 0,-3 1 0,-1-7 0,0 10 0,1-1 0,3 4 0,-1-5 0,-5 3 0,0 0 0,0 0 0,2-1 0,2 6 0,1-1 0,-1-2 0,-2-9 0,-2 9 0,0 2 0,0 2 0,0-2 0,0 1 0,0-1 0,0-2 0,0-3 0,1 4 0,3-2 0,2-5 0,-1-8 0,-5 12 0,0-2 0,0-3 0,5 2 0,1 1 0,-2 0 0,-3-1 0,5-8 0,-1 10 0,-1-8 0,-2-2 0,3-3 0,1 5 0,-1-2 0,2-3 0,-5-2 0,4-4 0,-3 0 0,3 2 0,-5-3 0,7 6 0,-3-3 0,1 0 0,1-9 0,-3 7 0,1-5 0,-1-5 0,-1 3 0,1-2 0,1 0 0,-1 2 0,0-6 0,-1 4 0,3-3 0,-3-2 0,1 1 0,0 3 0,1 1 0,-1-2 0,-1-2 0,1-1 0,1 2 0,-1 3 0,-2-4 0,-2 6 0,2-2 0,3 1 0,-3-1 0,3-7 0,-3-2 0,-2-2 0,0-7 0,0 2 0,0-4 0,0-2 0,0-5 0,0 0 0,0 2 0,0 1 0,0-3 0,0 0 0,0 2 0,0-4 0,0 2 0,0 1 0,0-2 0,0 0 0,0-4 0,0 5 0,0-8 0,0 5 0,0-8 0,-2 0 0,-3 0 0,1 1 0,-7 5 0,6-4 0,-6 3 0,-2-3 0,-1-2 0,-4 0 0,-2 0 0,-2 0 0,-7 0 0,2 0 0,-4 0 0,-2 0 0,-3 5 0,-4 1 0,-8-1 0,-2 3 0,1-5 0,-10 6 0,1 0 0,0 1 0,0-1 0,-4 3 0,4-3 0,2-1 0,1 3 0,8-6 0,2-1 0,1-3 0,12 5 0,-3-1 0,2-1 0,4-2 0,0-2 0,-3 0 0,-3 0 0,-3 0 0,0 0 0,-8 0 0,-3 2 0,-1 3 0,0-1 0,-8 5 0,0 0 0,0 0 0,4-4 0,-4 4 0,-1-1 0,1-5 0,9 5 0,-2-3 0,1-1 0,-1-2 0,2-2 0,-8 0 0,1 0 0,-2 0 0,11-6 0,-15 1 0,-2 1 0,-1 2 0,11 2 0,-6 0 0,0 0 0,0 0 0,7 0 0,-9 0 0,8 0 0,7 0 0,-1 0 0,-4 2 0,-3 2 0,3 1 0,4 1 0,1-6 0,-4 0 0,0 0 0,-1 0 0,1 0 0,0 0 0,4 0 0,7 0 0,-2 0 0,0 0 0,1 0 0,4 5 0,-1 2 0,2 2 0,-2 4 0,3 3 0,-3 4 0,2 2 0,-2-2 0,7 0 0,-6 0 0,1 2 0,2-2 0,-1-2 0,4-3 0,4-3 0,5-1 0,4-2 0,2 2 0,-1-5-2263,8-5 0,2-2 2263,7-5 0,0-10 0,0-10 0</inkml:trace>
  <inkml:trace contextRef="#ctx0" brushRef="#br0" timeOffset="3">7306 12751 12640,'-9'2'4413,"3"3"-3421,-3-3 1,6 5 0,-6-5 873,1 3-1494,-4-3 1,8 11-1,-5-6 1,0 1 0,2 1-1,-3 0 924,1 3-1156,6 3 0,-10 1 1,8 2-1,1 4 0,0 5 1,1 3-1,-3-1-173,3-2 1,3 0 0,3 4 0,4-2-312,3-2 0,0-7 1,7 2-1,1-4 135,4-1 1,-4-7-1,4 0 1,-2-3 65,1-4 1,-1-8-1,6-6 1,-3-3 192,-3-3 0,-1-1 1,-5-2-1,-1-4 25,-2-1 1,-8-2 0,5-4 0,-3 2-102,1 2 0,-1 5 0,-5-5 0,-2-2 76,-3-2 1,1 3 0,-7 3-1,0 0 101,2-1 1,-5 6-1,3 0 1,-4 6-17,-1 3 0,0 5 0,-1-3-267,1 2 0,0 1 1,1 8-1,2 2-881,2 1 1,6 8-1,-4-2 1,0 5-1389,0 6 1,5-4 0,-1 4 2400,3-4 0,9 6 0,2 1 0</inkml:trace>
  <inkml:trace contextRef="#ctx0" brushRef="#br0" timeOffset="4">7616 12931 9548,'0'16'4683,"0"0"1,2 1-3806,4-1 1,-3 0 0,8 1 0,2-1-264,1 0 1,5 1 0,2-1-1034,7 0 0,-5-1 0,-1-2 0,-4-2-1204,-1 1 1,-7-4-1,1-3-1410,2-3 1,-4-2 3031,2 0 0,-7-7 0,3-2 0</inkml:trace>
  <inkml:trace contextRef="#ctx0" brushRef="#br0" timeOffset="5">7845 12882 8723,'-14'1'3839,"3"5"0,-4-2-2868,4 6 0,4-4-430,2 5 1,-3-6-1,3 6 1,0 0-1,-1 0 364,1 0 1,-6 2 0,3 7 0,1 3-696,0 3 1,-4-5 0,4 7 0,-2 1-453,-4 2 0,6-1 0,1-2 1,3-7-2826,-3-2 1,4-3 1121,-3 0 0,10-7 1,6-5-1,4-8-1718,1-6 3663,0-5 0,1-9 0,-1-1 0</inkml:trace>
  <inkml:trace contextRef="#ctx0" brushRef="#br0" timeOffset="6">8009 12931 7874,'-17'7'3132,"6"-3"-828,1 6 1,0 1 0,-2 6-1157,1-1 0,7-5 1,-1 0-704,3 2 0,2 1 1,0 2-1,0 1-228,0-1 1,0 0 0,2 1-356,3-1 0,4-5 0,8-2 81,-1-2 0,0 4 0,1-5 1,-1-3-6,0-1 1,1-4 0,-1-1-158,0-3 0,-5-5 0,-2 4 1,-1-2 34,-5-4 1,5-1-1,-3-3 1,-1 1 299,-3 0 1,-1-1-1,0 1 1,0 0 174,0-1 0,-5-1 0,-2-2 1,-1-2-107,1 2 1,-5 4-1,1 3 1,-4 3 35,-1-3 1,-1 6 0,1 1 0,0 4-861,-1 2 0,1 0 0,1 2 1,3 4-292,1 4 0,2 0 0,-2 0 1,5 3-24,5 2 953,1 1 0,7 8 0,2 1 0</inkml:trace>
  <inkml:trace contextRef="#ctx0" brushRef="#br0" timeOffset="7">8303 12947 7845,'-16'0'1252,"-1"0"0,3 2 1539,3 3 0,2-3-1422,3 4 0,4-3-657,-3 3 1,3-3 0,2 8-485,0 2 0,0 1 1,0 3-1,0-1 946,0 0 0,0 1 0,2-1-764,3 0 0,-1-1 0,5-2 0,0-4-270,0-2 0,2 4 1,6-6-75,-1-1 1,0-2-1,1-2-420,-1 0 0,0 0 1,1-2-1,-1-3 217,0-6 0,1-4 0,-1-1 0,0-1 218,1 1 1,-6 0-1,-2-1 1,0 1 320,0 0 0,-6-1 1,3 1-1,-4 0-103,-2-1 0,-2 1 0,-4 1 1,-4 3-300,-5 1 0,-3 5 0,-2-3 0,-4 2 0,-1 3 0,3 3 0,-3 2 0,-1 7-211,1 8 1,8 0 0,-1 8-1,2-2-2134,3 0 1,2 1 2344,0-1 0,-3-4 0,5 6 0</inkml:trace>
  <inkml:trace contextRef="#ctx0" brushRef="#br0" timeOffset="8">6243 1929 7222,'-9'-2'3883,"4"-3"-2272,3 3 1,0-5-580,-3 7 643,3 0-118,-5 0-1313,7 0 0,2 0 0,3 0 0,4-2 0,2-2 147,0-1 1,0-1 0,5 6 0,0 0 0,1 0-81,-1 0 0,-1 2 1,-3 2-1,-1 3-93,2 2 1,2 2 0,-1 5 0,-1 2-116,-2 4 1,-8-2-1,3 8 1,-4 1 107,-2 1 0,0 3 0,-2-2 0,-4-2-157,-5-2 1,-3-1-1,-1 1 1,3-5-370,1-4 1,0-7-1,-5-2 1,-1 0-361,1 0 1,-1-5 0,1 1 189,0-3 0,5-4 0,2-3-17,2-6 0,1 2 1,6-2 662,0-2 0,0 4 472,0-2 0,2 6 0,3-6-380,6-2 1,4 6 0,1 1 0,0 3 50,1-3 1,-1 4 0,1-3 0,-1 3-49,0 2 1,1 0 0,-1 0-185,0 0 0,1 0 1,-1 2-220,0 3 0,-5-1-882,0 7 0,-5-2-1868,4 2 1,-6-2 656,1-3 1,-3-6 135,-2 0 2104,0 0 0,0-22 0,0 4 0</inkml:trace>
  <inkml:trace contextRef="#ctx0" brushRef="#br0" timeOffset="9">6505 1864 12995,'-9'0'4281,"2"0"-3320,7 0 431,0 0-1305,7 0 1,-3-2-1,5-4-76,-2-5 1,4 2 0,-6-2 0,-1-1 47,-2-3 1,3 4-1,1 0 1,-1 1 58,2 0 0,-5-4 0,5 5 0,-1-2 116,-1 0 1,1 6 0,-4-5 67,3 3 0,-1-5-52,6 1 54,-6 3 1,5 1 811,-3 7-611,-5 0 1,9 0 0,-7 2 29,3 3 0,1-1 1,-3 7-264,1 2 0,2-1 0,-3 1 1,1-2-306,-1 2 1,3-4 0,-1 2-60,-3 1 0,5 3-2760,-3 1 1,2-5-4026,-1 0 6877,-4-7 0,12-4 0,-5-9 0</inkml:trace>
  <inkml:trace contextRef="#ctx0" brushRef="#br0" timeOffset="10">6995 1651 13216,'-2'-9'3891,"-3"4"-2183,3 3-737,-5 2-624,7 0 1541,0 0-1750,-7 0 531,5 0 184,-5 0-723,7 0 0,-2 0-144,-4 0 0,5 2-529,-5 3 0,2-3 837,-1 3-162,3 4 1,-7 0 21,4 8 1,1-1-1,-5 0-189,2 1 1,1-6 0,6 0 0,0 1-158,0 3 0,0-4 1,-2-2-1,-1 0 181,-3 0 0,1-4 75,5 6 0,2 0-122,3 6 0,-1-8-153,7-4 0,-2-1 0,3-1 1,-1 3-126,2-3 1,-4-1-1,2-2-386,2 0 0,1 0 230,3 0 1,-6-5 0,-2-2 793,-2-3 0,-2 5 1,-5-6 309,0-2 1,0 4 47,0-2 0,-1 2 234,-5-2 1,2 4-715,-6 7 0,-1 0-1171,-6 0 1,1 0-146,0 0 1,-1 6-809,1-1 1,5 2-746,0-1 2689,8-4 0,-5 12 0,8-5 0</inkml:trace>
  <inkml:trace contextRef="#ctx0" brushRef="#br0" timeOffset="11">7208 1651 7848,'-9'2'4915,"3"3"0,4-1-3270,2 7 1,-1 0 0,-3 5-1108,-1 0 1,-1-5 0,6 0-81,0 2 1,0-4 0,0 2-770,0 2 0,0-4 22,0 2 1,7-8 189,4 3 1,4-4 0,1-2 38,0 0 0,1 0 0,-1 0-1341,1 0 0,-1 0 1,-2-2-952,-3-4 0,-2 4 0,-5-5 2352,1 0 0,1-2 0,-6-7 0</inkml:trace>
  <inkml:trace contextRef="#ctx0" brushRef="#br0" timeOffset="12">7306 1684 10366,'-6'11'901,"1"0"1,-6-6-1,6 6 799,1 2 1,2-4 0,2 2-1140,0 1 0,0 3 0,0 1 0,0 1-739,0-1 1,2 0-1,2 1 1,1-1-1999,-1 0 0,-1-5 2176,3 0 0,3 0 0,7 5 0</inkml:trace>
  <inkml:trace contextRef="#ctx0" brushRef="#br0" timeOffset="13">6096 2893 7820,'0'-10'1542,"0"-1"1,0 0-358,0-6 0,0 7 897,0-1-1145,-7 0 0,3 2 1,-6 3-140,-3 4 1,-2 10-1,-1 3-609,0 3 0,5 4 0,2 2 0,1 4-147,5 1 1,1-3-1,2 3 1,0-1-112,0-4 1,0 0 0,2 0 0,3 2-526,6-2 1,4-7-1,1-3 1,2 1 418,4-2 1,-4-1-1,6-8 1,-3 0 144,1 0 1,0 0 0,-6-2-1,1-4 6,-1-4 1,-5-1 0,0-6 43,2-6 1,-6 1-1,-2 0 1,-3 4 2,-2 2 1,0-3 0,-2-2 189,-3-7 1,1 5 0,-7 1 0,-1 2-39,-3-2 0,-1 4 0,-1-4 0,3 4-114,3 2 1,-4 1-1,5 2 1,-5 4-386,-1 2 0,-1 2 0,1 5-535,0 0 0,1 1 0,2 5 1,3 7-412,-3 7 0,6-2 0,1 4 1270,4-4 0,2 5 0,0 3 0</inkml:trace>
  <inkml:trace contextRef="#ctx0" brushRef="#br0" timeOffset="14">6407 2893 11656,'-9'8'4282,"3"1"-2950,12 7 0,3-7 0,5-1 0,-1-3-1379,-2 0 1,0 3 0,5-5-1,1 3-1132,-1-3 0,0 5 0,1-3-518,-1-1 1,-5-2 351,0-2 1345,-8 0 0,12 0 0,-6 0 0</inkml:trace>
  <inkml:trace contextRef="#ctx0" brushRef="#br0" timeOffset="15">6603 2697 7820,'-16'26'1721,"-1"-4"1,6-2 0,1-1 0,-1 3-461,2-2 0,-4 4 0,6-1 0,-1 3-619,1 3 1,-4-4 0,6 1-1,-1-1-966,-1 1 0,5-5 0,-3 5-2423,3-2 0,4-10-3183,3-8 5930,-3-12 0,20-10 0,-4-10 0</inkml:trace>
  <inkml:trace contextRef="#ctx0" brushRef="#br0" timeOffset="16">6668 2632 9022,'-9'16'7261,"-3"-5"-4490,6 0 1,1-5-2109,5 4 1,2 1-1,3 7 1,4 2-414,0 2 0,6 7 0,-6-3 0,2 3-766,0 3 0,-6-8 0,4 7 0,0-4 90,0-1 1,-5-12-1,1 3-7871,-3-3 8297,5-7 0,-5 1 0,5-8 0</inkml:trace>
  <inkml:trace contextRef="#ctx0" brushRef="#br0" timeOffset="17">6685 2697 14835,'7'9'4726,"4"-5"-4283,3-8 1,5 1 0,1-8-1,1 0-1280,-1 2 0,-1-4 0,-3 6 0,0 0-4513,1-1 5350,-1 3 0,0 5 0,1 0 0</inkml:trace>
  <inkml:trace contextRef="#ctx0" brushRef="#br0" timeOffset="18">6734 2861 16208,'16'0'-1035,"0"0"1,1-2-1,1-2 1035,4-1 0,-4-8 0,6 4 0</inkml:trace>
  <inkml:trace contextRef="#ctx0" brushRef="#br0" timeOffset="19">6963 2599 7825,'0'17'2040,"0"-7"0,0 1 0,0 2-1012,0 2 0,0 6 0,0 3 0,1 1-343,5 5 0,3 0 0,5 1 0,-1-2-658,-2-1 1,-5-8 0,3 1 0,-2-2-6514,-3-3 6486,5-7 0,-8-2 0,7-7 0</inkml:trace>
  <inkml:trace contextRef="#ctx0" brushRef="#br0" timeOffset="20">6979 2697 15448,'-9'-2'3139,"5"-1"1,8-4-2904,7-2 0,0 3 1,3-5-1,4 0-1035,1 2 0,-1-5 1,-2 5-1,2-2 679,4 0 120,-4 7 0,6-10 0,-8 5 0</inkml:trace>
  <inkml:trace contextRef="#ctx0" brushRef="#br0" timeOffset="21">7044 2779 8312,'-7'16'3549,"5"-5"-2138,-3 0 1,5-7-1193,5 1 0,-1-3 1,7-2-1,2 0-949,1 0 1,2-5-1,1-3 1,-3-1-1199,-3-3 1928,4-3 0,-6-1 0,7-1 0</inkml:trace>
  <inkml:trace contextRef="#ctx0" brushRef="#br0" timeOffset="22">7224 2567 8754,'-9'10'2911,"4"1"1,3 0 0,2 6-2282,0-1 1,0 0 0,0 1 0,2-1-602,3 0 1,-1 6 0,5 0 0,-2-2-1197,-3-2 0,5-2 0,0 1-4348,0-1 5515,-2-7 0,0-2 0,3-7 0</inkml:trace>
  <inkml:trace contextRef="#ctx0" brushRef="#br0" timeOffset="23">7240 2648 9298,'-16'0'9830,"7"-2"-9583,4-3 0,5-4 0,5-6 0,6 3-920,3 1 1,3 0 0,-1-5-1258,1-1 0,-1 6 0,-2 0 1930,-3-1 0,4 4 0,-6 1 0</inkml:trace>
  <inkml:trace contextRef="#ctx0" brushRef="#br0" timeOffset="24">7322 2665 13203,'-9'7'1722,"2"-5"1,9 5-3602,3-7 1,-1 0 1878,7 0 0,-8 0 0,5 0 0</inkml:trace>
  <inkml:trace contextRef="#ctx0" brushRef="#br0" timeOffset="25">7535 2534 8182,'-9'16'1091,"1"-5"0,8 0 535,0 2 1,0-4-1243,0 2 0,0 0 0,0 5 1,0 2-1,0 2 0,2 4 1017,4 1 0,-5-3-1473,5 5 1,1-5-1,0 2 1,1-4-1,-1-6 1,-2 1-5018,3-1 5089,-7-5 0,7-9 0,-8-9 0</inkml:trace>
  <inkml:trace contextRef="#ctx0" brushRef="#br0" timeOffset="26">7486 2501 10302,'-2'15'7618,"-4"-4"-6958,5 3 1,1-12 0,10 3 0,5-5-445,1-5 1,1 1 0,-1-5-379,0 2 1,1-4 0,-1 4 0,0-1 0,1 1-2312,-1 4 1,-5-1 0,0 0-2728,2-1 5200,1-1 0,2 6 0,1 0 0</inkml:trace>
  <inkml:trace contextRef="#ctx0" brushRef="#br0" timeOffset="27">7535 2681 10291,'2'9'1435,"3"-4"0,4-3 0,7-2 1,1 0-2501,-1 0 0,0-5 1,1-2 1064,-1-2 0,0-2 0,1-6 0</inkml:trace>
  <inkml:trace contextRef="#ctx0" brushRef="#br0" timeOffset="28">7976 2468 7782,'-7'11'2211,"-2"0"-1849,0 2 1,-4 1-1,7 3 1,3-1 859,1 1 1,4-1-1,1 0 1,5 2-1037,1 4 0,0-2 0,2 7 0,-4 1-347,0-3 1,-5 4 0,5-7 0,-1-2-4034,-1-2 2267,1-9 1927,-6-2 0,-8-7 0,-1 0 0</inkml:trace>
  <inkml:trace contextRef="#ctx0" brushRef="#br0" timeOffset="29">7911 2567 12579,'0'-11'2138,"0"0"0,7 2 1,4-4-1,3 2-2363,3-2 1,-1 4 0,0 0 0,1 0-1607,-1 0 1,0 5-1,1-1-1319,-1 3 3150,0 2 0,1-7 0,-1-2 0</inkml:trace>
  <inkml:trace contextRef="#ctx0" brushRef="#br0" timeOffset="30">7976 2648 7782,'-5'11'3174,"-1"0"1,2-7-1,10 1-2947,5-3 0,3-4 1,3-1-1,-1-5-343,0-1 0,3 4 0,1-4 116,1 1 0,1-4 0,-6 3 0</inkml:trace>
  <inkml:trace contextRef="#ctx0" brushRef="#br0" timeOffset="31">8287 2844 7760,'0'17'0,"0"-1"0,0-5 0,0 0 7488,0 2-10622,0-6 3134,0 0 0,7-7 0,2 0 0</inkml:trace>
  <inkml:trace contextRef="#ctx0" brushRef="#br0" timeOffset="32">8515 2910 6123,'17'0'0,"-6"0"1350,0 0 3200,-8 0-4550,12 0 0,-13 0 0,5 0 0</inkml:trace>
  <inkml:trace contextRef="#ctx0" brushRef="#br0" timeOffset="33">5835 2975 11534,'0'-11'1199,"0"0"1,0 6-1,0-6 1,0-2-1027,0-1 1,0-3-1,0-1 1,0-3-65,0-7-203,0-3 1,-6-7-1,-1-2 1,-2-1-1,-2-5 1,0 1 0,0-1-606,-1 3 691,-3 6 0,-1-8 0,-2 7 1,-1 3-1,-1 4 0,2 6 0,-2 1 349,2 4 0,0 2 0,2 2 0,-1 0-98,1-1 1,0 6 0,-1 0-305,1-1 0,0-1 0,1 0 0,2 4 451,2 2 1,6 1 0,-6 6-235,-2 0 1,-1 8 0,-1 3 0,3 3-1765,1 2 1,2 1 0,-2-1 1607,5 1 0,-3-1 0,0 0 0</inkml:trace>
  <inkml:trace contextRef="#ctx0" brushRef="#br0" timeOffset="34">6685 3335 7941,'7'23'-181,"-3"5"1,5 8-1,0 6 287,0 5 1,2 6 0,3 12 0,-1 2 0,-4 2 0,0 6 0,0 1 0,4 6 274,2 1 0,-5-6 0,1 6 0,4 3-377,5 3 1,-2 1 0,-7-38-1,0 0 1,-2-1 0,0 0 23,-1 0 0,0-1 0,9 36 1,-9-35-1,0 1 0,1-1 1,0 0-87,2-3 1,0 0 0,-4-1 0,0-1-1,3 0 1,0 1 0,1 0 0,-2 0 29,1 0 0,-1 0 0,9 41 0,-11-40 1,0 2-1,0-2 0,-1 0 7,-1 0 1,1-2 0,5 38 0,-4-36 0,0 2 0,-1 1 0,-1 2 21,-2 0 1,0 1 0,-2-5 0,-1 0 0,1 5 0,-2 1 0,1-1 0,0 1-54,0-1 0,0 1 1,0-4-1,0 1 1,0 5-1,0 1 1,0-2-1,0 0 95,0 0 0,0-1 0,1-6 0,0 0 1,1 6-1,0 1 0,1-1 0,1 1 35,1-1 0,-1-1 0,-1-3 0,0 0 0,2 0 1,1 1-1,0 2 0,0 1 21,2 2 0,-1 0 0,-1-5 0,-1 0 0,-1 6 0,1 0 1,-1-4-1,1-1-44,0-1 1,-1-2 0,-1-3-1,-1 1 1,3 4 0,0 1-1,-1 2 1,1 1-27,-1 1 0,1 0 0,-3-7 0,-1-2 0,3 3 0,0 0 0,-2 0 0,1 0 63,-1 0 0,1-1 1,8 39-1,-7-39 0,0 0 1,-1-3-1,1-1 17,3 45 1,4-11-1,-7-34 1,-1 2 0,1-1-1,1 1 48,2-2 0,-1 0 1,3 38-1,2-3 1,2-1-137,1-1 1,-3-9 0,-2 12 0,0-4-70,0-5 0,-3-11 1,3 5-1,-2-4-101,-3-6 0,3-8 0,0-4 1,1 2 67,-1-1 0,4-4 0,-6 1 1,1 3 31,1-1 0,-3-9 0,5 12 1,0-7 163,0-4 0,-5-1 0,1 0 0,-3 4-5,-2 2 1,0-6 0,0 1 0,0-5 55,0 1 0,0-9 0,0 7 0,0-4-134,0-2 1,0 2 0,0 4 0,2-2-480,3-1 0,-3-3 0,3 2 1,-1-3-483,1 0 0,-3-12 0,4 5-821,-5-3 1750,-1 1 0,0-6 0,0-2 0</inkml:trace>
  <inkml:trace contextRef="#ctx0" brushRef="#br0" timeOffset="35">7453 11884 7998,'0'11'3814,"0"0"1,0 0-2802,0 5 0,0-5 0,0 0-647,0 2 0,0 2 1,2 1-1,1 2-69,3 4 1,7 3 0,-3 8 0,5 1 163,1 5 0,-5-3 1,0 8-1,2-1-50,1-1 0,1-2 0,-2-9 1,-4-2 121,-2-2 0,6-9 0,-4 0-630,0-5 0,5-9 0,-5-1 0,2-4-58,0-5 0,2-7 1,7 2-1,4-3-281,1-2 0,-3-3 0,5-1 0,2-3-1002,2-3 0,-4-1 0,-1-6 0,-1 1 1438,0-1 0,-5-7 0,4-2 0</inkml:trace>
  <inkml:trace contextRef="#ctx0" brushRef="#br0" timeOffset="36">6554 3662 7911,'-7'16'177,"3"-1"1,-5-3 0,0-3 1479,0-1 0,5-1-1366,-1-2 0,3-5 0,2 0 0,2-7 0,1-4 1,5 0 676,1-1 1,-6-3-1,3-1 1,-3-1-464,3 1 0,-2-6 1,5 0-1,-2 1-408,-3-3 0,3 0 0,0-5-26,2 2 0,-3 2 0,4-6 1,1 2-1,0-2-96,0 2 1,-5 5-1,3-1 1,0 1 84,0 4 1,-6 8 1504,3 1 1,-2 7-906,1-1 1,-1 5-1,5 5 1,0 6-244,0 3 0,-4 1 1,6-2-1,2-2-128,1 1 1,3 3 0,-1 1 0,2 0-290,4 1 0,-4-1 0,4 1 0,-4-1 0,-1 0 0,-1 2 0,0 1 0,1-1 0,-1-4 0,-5-1 0,-2 3-6237,-2 1-2766,6-8 9003,-11-9 0,12-9 0,-5-8 0</inkml:trace>
  <inkml:trace contextRef="#ctx0" brushRef="#br0" timeOffset="37">1634 4136 6880,'0'-9'428,"0"-6"0,-7 13-72,-4-3 1,2 3-140,-2 2 721,7 0 0,-5 0 1314,4 0-2042,3 0 1,-7 0-2973,4 0 1829,3 0 933,-6 0 0,1-7 0,-2-2 0</inkml:trace>
  <inkml:trace contextRef="#ctx0" brushRef="#br0" timeOffset="38">1471 3874 7852,'-17'8'2463,"3"-5"1,1 6 822,2-1-2028,8-3 0,-3-5 0,12 0 1349,5 0-1084,-4 0 1,7-5 0,-3-1-1,4 2-1480,1 3 1,0 1 0,1 0-44,-1 0 0,0 0 0,1 0 0,1 0 0,4 0 0,-2 0 0,7 0 0,2 0 0,2 0 0,-2 0 0,0 0 0,2 0 0,-2 0 0,0 0 0,2 0 0,-2 0 0,-2 0 0,-7 0 0,2 0 0,-2 0 0,2 0 0,-2 0 0,5 0 0,-1 0 0,-4 0 0,3 0 0,1 0 0,1 1 0,4 5 0,-3-4 0,1 5 0,2-2 0,2 1 0,4-1 0,1-5 0,2 0 0,-2 0 0,-1 0 0,-4 0 0,0 0 0,1 0 0,-8-1 0,7-3 0,-4-2 0,-2 3 0,1 1 0,3 2 0,-2 0 0,2 0 0,-3-2 0,-1-1 0,0-3 0,1 2 0,-4 3 0,3 1 0,1-2 0,-1-4 0,-3 3 0,5-6 0,2 1 0,2 5 0,-4-4 0,0 1 0,2 1 0,2-3 0,-3 7 0,-1-7 0,2 3 0,2-1 0,1-1 0,1 3 0,2-3 0,3-2 0,-2 0 0,6-4 0,0 2 0,-1-1 0,-2-3 0,2 1 0,1 1 0,0 2 0,-6 6 0,2-6 0,-3 0 0,-2 2 0,-1 0 0,-1 5 0,0-1 0,2 1 0,-10-3 0,10 1 0,0 3 0,3 1 0,-2-4 0,5 1 0,-3-1 0,2-1 0,4 3 0,5-5 0,-2 0 0,-1 0 0,-6 0 0,4-4 0,-2 4 0,-4 2 0,-5 0 0,-2 3 0,2-1 0,-2 1 0,0-3 0,2 1 0,-2 1 0,-2-2 0,-7 5 0,4-4 0,-1 3 0,5-3 0,-8 5 0,0-5 0,0 2 0,-2-1 0,5 3 0,-1-3 0,-2 3 0,-7 2 0,-2 0 0,2 0 0,-4 0 0,2 0 0,-1 0 0,7 0 0,-1 0 0,2-6 0,2 1 0,2 1 0,-2 3 0,0-5 0,0 1 0,2 1 0,-2 2 0,0 2 0,0 0 0,1 0 0,1 0 0,-5 0 0,-1 0 0,-5 0 0,-2-2 0,-2-3 0,6 3 0,-2-3 0,3 1 0,3 0 0,-1-1 0,-5 0 0,0 5 0,2 0 0,1-2 0,2-4 0,-5 4 0,0-3 0,2 3 0,-4 2 0,2 0 0,-6 0 0,6 0 0,-7 0 0,10 0 0,-5 0-96,8 0 0,-6 0-1347,0 0 0,-6 0 0,4-2 1443,-2-3 0,-1-4 0,-6-8 0</inkml:trace>
  <inkml:trace contextRef="#ctx0" brushRef="#br0" timeOffset="39">2925 4316 20584,'-16'16'-372,"7"-5"1,4 0-1,1 0 1,0 0-479,-1 0 824,-1-8 0,6 12 0,-1-6 0,-3 2 0,-2 0 448,3 1-127,1 3 0,9 1 0,4-1 0,4-3 1,-1-1 241,-3 2 1,4-6 0,-4 1 0,3-1-436,2 4 1,1-2 0,-1 0 0,0 0-66,1 0 0,-6 0 0,-2 4 1,0-2 237,0 1 0,-5 3 0,1 1 1,-3 1 241,-2-1 1,0-5 0,0 0-1,-2 0-35,-3-2 0,-4 4 0,-8-6-479,1 2 0,-1-6 0,1 3 1,0-4-638,-1-2 1,7 0 0,-1 0 0,-2 0-1093,-2 0 1,5 0-1,-1-2 650,-2-4 1,6 3 0,1-8 0,3-2-386,-3-1 1,4-4 0,-3-2 1460,3-2 0,9-7 0,2 3 0</inkml:trace>
  <inkml:trace contextRef="#ctx0" brushRef="#br0" timeOffset="40">3105 4103 15942,'0'11'1980,"0"0"1,6 2-1,1 7 1,0 3-1080,0 3 1,4 3 0,-3 9 0,1 7-602,3 8 0,-2-2 0,0 3 0,1-3-300,-2-2 0,4-2 0,-6-3 0,1-8-2528,-1-7 1,4-5-1765,-6-8 0,1-8 1688,-6-8 1,-8-9 2603,-2-13 0,-5 4 0,-1-6 0</inkml:trace>
  <inkml:trace contextRef="#ctx0" brushRef="#br0" timeOffset="41">3089 4430 7833,'11'9'2457,"0"-3"1,1 1-1,8-2 1,4-1-1720,1-2 1,-3-2 0,5 0-1,4-2-2894,6-3 0,-3 3 0,2-6 2156,-6 1 0,8-2 0,-4-7 0</inkml:trace>
  <inkml:trace contextRef="#ctx0" brushRef="#br0" timeOffset="42">3530 4414 7800,'-16'14'1560,"0"-3"0,5 4 0,0-3 461,-2 8 0,6-5 1,1 7-1570,4 3 0,2-3 1,0 2-1,0-3-345,0 1 0,2 0 0,2-6 0,3-1-336,2-4 1,2 1 0,6-6-753,-1-2 0,-5-3 0,0-1 456,1 0 1,-4-7-1,-3-4 1,-1-3 159,1-3 0,-3-1 0,3-2 0,-3-2 177,-2 2 0,0 0 0,0 0 0,0-1 175,0 1 0,-2 1 0,-1 3 1,-3 0 829,3-1 0,1 7 0,2-1 2840,0-2-3031,0 6 0,0 1 0,0 12 0,2 5-125,3 3 0,-1 4 1,7 2-1,0 2-516,-2-2 0,5 0 0,-5 0 0,2 2-1417,0-2 1,-5-8-1,4-1-1460,3 2 1,-4-6 2891,2-1 0,0 3 0,5 0 0</inkml:trace>
  <inkml:trace contextRef="#ctx0" brushRef="#br0" timeOffset="43">3824 4414 8412,'-16'0'5346,"5"0"-3360,0 0 1,6 0-908,-6 0 1,2 2-299,-2 3 0,-2-1-363,8 7 0,-1-1 1,6 7-57,0-1 0,0 2 1,0 2-1,0 2-179,0-2 0,6-2 0,1-1 0,0-1-635,1 0 1,2 1 0,-2-1-731,1 0 1,2-1-1,3-2-14,-3-3 1,4-6 0,-6 0 660,0-8 0,4 0 0,-8-6 1,0-3-192,3-2 1,-6-1-1,5 0 1,-2-1-1619,1 1 2344,-1 0 0,-5-8 0,0-1 0</inkml:trace>
  <inkml:trace contextRef="#ctx0" brushRef="#br0" timeOffset="44">3955 4087 7772,'-11'0'9146,"0"0"-8192,8 0 1,-5 7-593,8 4 0,0 5 0,2 6 0,2 5 0,3 4-5,2 2 0,-3 7 0,5 2 1,0 3-227,-2 4 1,3-9 0,-4 7-1,-1-7-1508,0-9 0,0 0 0,-3-9 0,1-2-551,-1-2 1928,-2-9 0,-2-2 0,0-7 0</inkml:trace>
  <inkml:trace contextRef="#ctx0" brushRef="#br0" timeOffset="45">4021 4495 12786,'0'-10'2912,"1"-1"-2172,5-2 1,-3-2 0,7-1-1,-1 0-553,0-1 1,2 7-1,3-1 1,-1-2-1015,-2-2 0,-2-1 0,4 1 0,-4 3-277,-2 1 0,0 7 0,-3-3 1104,1 0 0,1 5 0,-6-5 0</inkml:trace>
  <inkml:trace contextRef="#ctx0" brushRef="#br0" timeOffset="46">4119 4348 7753,'0'17'1367,"0"-6"0,0 0-473,0 1 1,0 3 0,0 1-27,0 0 0,1 1 1,3 1-1,3 2 1,1 2-565,-1-2 1,4 0-1,-4-2 1,2 0-1893,4-3 0,-6-3 1,0 3 1587,1-4 0,1-4 0,7-7 0</inkml:trace>
  <inkml:trace contextRef="#ctx0" brushRef="#br0" timeOffset="47">4544 4103 8293,'-11'0'8785,"0"0"-7780,0 7 0,2-3 1048,3 7-1651,5 0 0,2 7 0,3 2 0,3 4 0,1-1 0,1 4 1669,0 4-1676,2-2 0,-1 17 0,0-6 0,-1 2 0,0 3 0,2 0 0,0 1-651,-1-3 0,-6-6 0,3 1 0,-1-5-1017,-1-6 1,1-4 0,-5-6-450,5-1 1,-4-5-90,3 0 0,-3-9 675,-2-2 0,-5-2 1136,-1-9 0,-7 0 0,4-5 0</inkml:trace>
  <inkml:trace contextRef="#ctx0" brushRef="#br0" timeOffset="48">4364 4822 22378,'16'10'1833,"0"11"1,1-3 0</inkml:trace>
  <inkml:trace contextRef="#ctx0" brushRef="#br0" timeOffset="49">4576 5051 7770,'11'17'7318,"-2"-1"-4042,-1 0 1,4-1 0,-3-2-2026,0-3 0,0-6 0,-3 2-1251,5-5 0,-2-2 0,2-5 0,-2-3 0,4-7 0,-4-2 0,-2-4 0,6 2 0,-2-6 0,1 1 0,-1-1 0,4 6 0,-6-1 0,2 3 0,0 1 0,-6 1 0,6 1 0,0 3-1270,-2 1 0,0 7-694,-4-1 1,3 1 1963,3-1 0,-4 3 0,-7-6 0</inkml:trace>
  <inkml:trace contextRef="#ctx0" brushRef="#br0" timeOffset="50">2010 9563 25918,'16'0'1208,"3"0"1,1 0-873,1 0-336,1 0 0,0 0 0,2 0 0,1 0 0,4 0 0,0 0 0,2 0 0,2 0 0,-8 0 0,13 0 0,-5 6 0,9-1 0,-1-1 0,1-3 0,4-1 0,1 0 0,-5 0 0,3 6 0,-5-1 0,0-1 0,2-2 0,-2-2 0,0-2 0,-4-3 0,-2 3 0,-1-4 0,0 3 0,0-3 0,1 4 0,2-5 0,4 2 0,2-1 0,-4 1 0,6 3 0,1-2 0,2-1 0,4-2 0,0 3 0,2-1 0,-1 1 0,-2 2 0,6 2 0,-2-2 0,-1-3 0,-9 1 0,8-5 0,3 2 0,1 3 0,-7-3 0,2 2 0,0-1 0,0-1 0,-4 5 0,5-5 0,-3 1 0,1 1 0,-9-2 0,10 3 0,-2-3 0,-3-2 0,-6 5 0,1-3 0,1 1 0,0 1 0,-4-6 0,4 5 0,0 1 0,-1-2 0,-3 5 0,6-4 0,1 3 0,3-3 0,-5 5 0,-1-5 0,2 4 0,3 2 0,-7 0 0,7 0 0,-3 0 0,-3 0 0,-3 0 0,4 0 0,0 0 0,0 0 0,-10-2 0,3-1 0,-2-3 0,-4 3 0,0-5 0,3 3 0,1 1 0,0 3 0,-4 1 0,0 0 0,2 0 0,-2 0 0,-5 0 0,1 0 0,0 0 0,1 0 0,-4 0 0,3 0 0,0 0 0,1 0 0,-6 0 0,3 0 0,-1-2 0,0-4 0,0 5 0,-6-5 0,1 4 0,-1 2 0,0 0 0,1 0 0,-1 0 0,-5 0 0,0 0 0,-8 0 0,6 0 0,-3 0 0,-3 6 0,8-1 0,2-1 0,-4-2 0,2-2 0,-5 0 0,4 0 0,-6 0 0,3 0 0,-7 0 0</inkml:trace>
  <inkml:trace contextRef="#ctx0" brushRef="#br0" timeOffset="51">2778 8729 13937,'11'0'4915,"0"0"0,-5 0-4302,4 0 0,-4 8 0,3 4 0,0 8 54,0 8-412,2 3 0,4 3 0,-3 4 0,-1 4 0,2 2 0,0-3 0,-1 1-255,-1 0 0,-7-11 0,3 0-35,0-6 1,-5-3 0,4-6-1613,-5 1 466,-1-8 0,0-4 0,0-10 896,0-6 1,0-4 0,0-1 0,0 0 254,0-1 1,0-1-1,0-4 1,0-3 128,0-1 0,0-5 0,0 6 0,2-2 21,4 0 1,-3 7 0,6-2 0,1 4 450,-1 1 0,1 8 0,7 4 0,-1 3 21,1 2 1,1 7 0,2 6 0,1 7-340,-1 7 1,-1 0-1,-3 2 1,-2 2-254,-3-2 0,2-1 0,-6-1 0,1-5-1417,-1-4 380,-2-2 1,-5-9-1,0-7-8794,0-9 9690,0-5 0,0-10 0,0-1 0</inkml:trace>
  <inkml:trace contextRef="#ctx0" brushRef="#br0" timeOffset="52">3383 8975 12440,'16'9'4387,"1"-4"-3572,-1-3 0,2-2 0,2 0 0,2 0-185,-2 0 1,-2-5 0,-1-3 0,-1 1-900,0 0 0,-5-6 0,0 4 0,0-2-270,-2 0 1,-2 0-1,-7-5 222,0 0 1,0-1 0,-2 1 0,-3 1 226,-6 4 1,-3-3-1,-3 5 1,1 0 515,0 3 0,-1-1 1,1 2-1,0 1 425,-1 2 0,-1 4 1,-2 3-329,-2 6 0,0 6 0,8 3 0,1 5 319,2 6 0,8-2 1,-3 9-1,4-2-678,2 3 0,0-10 0,2 3 0,4-3-164,5-3 0,3-3 0,2-8 0,3-4-846,2-6 1,-1-3 0,6-2-1,-1-2-436,1-3 0,-5-4 0,5-8 0,-1-1 1282,1-3 0,-6 2 0,3-4 0</inkml:trace>
  <inkml:trace contextRef="#ctx0" brushRef="#br0" timeOffset="53">3841 8811 8930,'-17'0'1586,"1"0"0,5 0 0,2 2 0,0 2-980,0 1 0,3 2 1,-3-1-1,0 5 386,0 3 0,0 3 1,-2-1-41,6 0 0,1 8 0,1 1 0,-3 3 1,2-3-611,3-1 0,2-3 0,3-4 1,3-1-1142,2 0 0,2-6 0,6-5 0,-1-5 221,0-5 1,1-5-1,-1-8 1,0-2-524,1-2 1,-6-7 0,-2 4-1,-2-2 564,-3-1 1,-3 7-1,-1-5 1,0 1 606,0-1 0,0 5 1,0-5 285,0 3 0,0 6 659,0 6 0,0 10 0,0 1 1,0 10 1217,0 10 1,0 0 0,0 8 0,0 1-2234,0 2 0,6-4 0,1 0 0,0 0 0,1-1 0,3-3 0,-6-6 0,0-1 0,3 0 0,-5-7-9831,8-3 9433,0-4 0,6-10 0,-1-1 0</inkml:trace>
  <inkml:trace contextRef="#ctx0" brushRef="#br0" timeOffset="54">4004 8778 10754,'-5'17'2270,"-1"-1"0,1 1 1,5-1-1,0 2-108,0 4 0,7-2 0,4 7 0,4 2-2115,1 2 0,0 2 0,1-1 0,-1 1-47,0 0 0,-5-1 0,0-1 0,0-3 0,-2-7 0,0-4-866,-3-6 0,-5-6-196,5-10 0,-4-4 0,-4-10 1,-2-1 919,-1-1 1,-3-8 0,5 1 0,-4-4 350,-2-7 0,5 3 0,-2-6 0,3 1 171,-3-1 1,5 4 0,-5-6 0,4 0 259,2 3 1,2-5 0,2 10 0,3 3-236,2 4 1,2 9-1,5 0 1,1 8-406,-1 6 0,6 4 0,0 2 0,-1 2 0,3 4 0,-6 3 0,4 5 0,-4 1 0,-2 1 0,-5-9 0,-2 10 0,0-3 0,1 1 0,-7 3 0,3 2 0,-5 2 0,-2 5 0,-5-4 0,-7 3 0,-5 1 0,-3-1 0,-9 3 0,5-8 0,-2-1 0,0-1 0,-1-5 0,-3-1 0,2-4-678,2-2 1,5-1-1,-3-8 1,1-4-7136,4-5 7813,9-10 0,-10 3 0,3-6 0</inkml:trace>
  <inkml:trace contextRef="#ctx0" brushRef="#br0" timeOffset="55">4413 4855 7937,'-9'0'9830,"1"0"-2071,8 0-4614,0 0-3145,0 7 0,0-3 0,0 7 0,0-6 0,2 4 0,4-1 0,1-1 0,6-2 0,-2 6 0,-6-2 0,6 1 0,2-1 0,1 0 0,1 2 0,-3 5 0,-1 2 0,2 4 0,2-8 0,1 6 0,0 0 0,1-1 0,-1-1 0,0-2 0,1 0 0,-1 1 0,0-1 0,-5-1 0,0-3 0,2-1 0,-6-7 0,0 3 0,-7-7-1855,0 0 0,0-7 0,0-2 1</inkml:trace>
  <inkml:trace contextRef="#ctx0" brushRef="#br0" timeOffset="56">4723 7928 7864,'-11'0'2756,"1"0"1,4 0 402,-5 0 1096,8 0 999,-5 0-2628,8 0-2626,0 8 0,0-5 0,0 8 0,0 4 0,2 5 0,2 7 0,1 4 0,-1 2 0,5 7 0,0 3 0,2 6 0,0 6 0,-6-8 0,6 6 0,0 1 0,-2 2 0,4-8 0,-6-1 0,0-4 0,1-1 0,3-4 0,-6 2 0,-1-3 0,-3-7 0,5-2 0,-1 1 0,-1-4 0,-2-1 0,-2-8 0,0-5 0,0-7 0,0 1-313,0-10 0,0 1 1,0-7-1126,0-2 0,-6 3 0,1-5 0,-1-3-3246,-1 0 0,4-6 4684,-8 2 0,0-14 0,-6 1 0</inkml:trace>
  <inkml:trace contextRef="#ctx0" brushRef="#br0" timeOffset="57">4446 8076 8706,'-17'7'584,"6"-5"0,2 5 3502,2 0 2291,1-5-3260,6 5 0,0-9-2592,0-3 0,6 1 0,1-5 0,0 0-525,1 0 0,3 4 0,-4-6 0,0-2 0,2-1 0,0-3 0,0 1 0,4-1 0,-2 1 0,2 0 0,-4-1 0,2 1 0,1 0 0,3-1 0,-4-4 0,0-1 0,0 2 0,-2 2 0,5-1 0,-5-1 0,2-1 0,0 1 0,-2 0 0,4 0 0,-2-2 0,-6 0 0,6 6 0,-7 7 0,5 1 0,-6 10 0,3 4 0,-1-3 0,-3 6 0,2 1 0,1-1 0,3-4 0,-3 6 0,6 2 0,3 1 0,1 3 0,-2 1 0,-2 4 0,-1-4 0,7 3 0,-1-1 0,0 2 0,-5-4 0,0 4 0,2-4 0,2-1 0,-5 1 0,1 2 0,2 2 0,-4-1 0,2-4 0,-7-1 0,3-7 0,-7-9 0,-7-9 0,-2-7 0</inkml:trace>
  <inkml:trace contextRef="#ctx0" brushRef="#br0" timeOffset="58">2615 10070 17718,'-11'0'2276,"0"0"-952,-2 0-1142,-1 7 0,-1 2 0,3 8 0,1-1 0,-2 2 1,0 2-1,1 2 69,1-2 1,7 0 0,-1 0-985,3 2 1,4-1 0,3-6 78,6-4 1,3 2-1,5-8 1,1-1 318,1-3 0,1-1 0,-5-1 0,-1-3 1,0-3 135,1-2 1,-3-2 0,-1-4 0,-4 1 28,-2-3 0,4 8 1,-6-11 118,-1 0 1,-2 0 0,-2 4 0,0 0 202,0-1 1,-6 1-1,-1 1 1,0 3 163,0 1 1,-4 5 0,4-3 282,-3 2 0,5 2 1185,-6 5-1278,7 0 0,-1 1 0,9 5-102,1 5 1,8 9-1,-2 2 1,3-1-148,3 3 1,-1 1 0,-2 6-1,-1-2-96,-2-1 1,0-1-1,4 4 1,-5-2 65,-4-2 1,1 0 0,-1 4 0,-3-2 57,-1-2 1,-2-5 0,-2 4-1,-3-3 40,-6-3 1,-2-2 0,0-3 0,3-2-249,-3-2 0,-2-8 1,-1 3-1,0-5-555,-1-1 0,1 0 0,0-1 0,-1-5-147,1-5 0,1-3 0,3-1 0,1 1-1295,-2-3 1,6 5-1,1-10 1,4 2-68,2-2 1,0 2 0,0-5 1986,0 1 0,8-5 0,1 4 0</inkml:trace>
  <inkml:trace contextRef="#ctx0" brushRef="#br0" timeOffset="59">2876 9955 8337,'-9'0'5239,"0"6"-4107,4-1 1,3 8-379,-3-2 0,5 4 0,3 3 304,3 3 0,1-1 0,-4 6 0,5-1-585,1 1 0,-6 1 0,5 4 1,-3-2-244,1-2 1,5-5 0,-6 3 0,-1-1-1167,-3-4 0,5-2 0,1-3-2341,2-4 0,-3-4 0,5-9-2042,1-3 5319,-4-4 0,6-8 0,-5 1 0</inkml:trace>
  <inkml:trace contextRef="#ctx0" brushRef="#br0" timeOffset="60">3073 10184 10109,'-2'17'1032,"-4"-1"0,4-5 1,-5-2-1,2 0-46,-1 0 1,1-3 0,5 5-487,0 1 0,0 3 1,0 1-78,0 0 1,0 1 0,2-1-384,3 1 0,-1-8 0,7-2 0,1-2 134,3 1 0,1-1 1,1-5-1,-1-2-173,0-3 1,1-4-1,-3-7 1,-1-1-243,-2 1 0,-2-1 0,4 1 0,-4 0-133,-2-1 1,-2 1-1,-5 0 388,0-1 1,-1 3 0,-5 1 0,-5 4-62,-3 2 1,-3-4 0,1 5 0,0 3 60,-1 1 0,6 2 1,0 0-1,-1 0-1823,-3 0 1,4 0 0,2 2-122,2 3 1930,2-3 0,-3 13 0,-1-6 0</inkml:trace>
  <inkml:trace contextRef="#ctx0" brushRef="#br0" timeOffset="61">3465 9857 7937,'-15'17'0,"3"-1"2319,1 0 0,7 1 0,-1-1 1,3 0-1364,2 1 0,0 5 0,2-1 1,3-1-584,6-1 0,-2-1 0,0 4-276,-2 5 1,6-4 0,-4 1 0,0-2 0,-3 0 63,-4-2 1,-2-2 0,0-2-897,0 0 1,0 1-1254,0-1 1158,-8-7 1,5-2 452,-8-7 1,7-7 0,-1-4 701,3-3 1,2-4 0,0-2 0,2-4 59,3-1 1,-3 5 0,3-4 0,-1 2-152,1 0 1,-3 1-1,6 4 1,-3 1-22,0 0 1,3 5 0,-3 2 230,6 1 0,4-3 1,1 8-115,0 5 1,1-1-1,-1 10 1,0 0-181,1-2 0,-1 6 0,-2-4 0,-3 3 106,-5 3 1,1-6-1,-1-1 1,-3 3-50,-1 2 0,-2 1 0,-2-1 0,-3-3-242,-6-1 1,-4 0-1,-1 4 1,0-3-242,-1-1 0,-1-2 0,-2 4 0,-2-4-224,2-2 0,8-1 1,1-6-1,0 2-643,2 3 0,-6-3-783,4 3 1,4-5 0,2-5-4048,3-6 5973,2-4 0,14-8 0,5-3 0</inkml:trace>
  <inkml:trace contextRef="#ctx0" brushRef="#br0" timeOffset="62">3808 10070 9728,'-9'0'5341,"-4"2"-4556,8 3 1,-2-3 80,1 3 0,2-1 0,-5 2-45,2 4 1,-4 5-1,4 1-663,-2 1 1,5-6-1,-1-1-609,3 3 1,2 2-276,0 1 0,7-7-313,4-3 0,4-6 1,-1-6-1,-3-5 675,-5-3 1,1-3 0,0 3 0,0-1 217,1-1 0,-3 9 0,-3-10 0,2 3-157,1-1 1,0 4 2400,-5 0 1,2 2 545,4-2-2290,-5 4 1,9 14 0,-7 4 0,4 2-456,3-2 1,-7 4 0,3-5 0,-3 5-237,3 1 1,-4-5 0,5-2-4478,0-1 1970,-5 4 1,7-10 2843,-4 4 0,-3-5 0,5-1 0</inkml:trace>
  <inkml:trace contextRef="#ctx0" brushRef="#br0" timeOffset="63">3955 9759 8906,'-11'6'3354,"0"-1"0,8 2-3187,-3-1 0,4 3 0,4 7 0,2 1 311,1-1 0,6 2 1,-3 4-1,1 5 60,3 4 1,-3 2 0,0 0 0,1-1-420,-1 1 0,-6-6 1,3-1-1,-3-1-1017,3 0 1,-4-10-1,3 1 1,-1-3-777,1-4 0,-3-3 0,5-10 1674,0-2 0,3-13 0,6 0 0</inkml:trace>
  <inkml:trace contextRef="#ctx0" brushRef="#br0" timeOffset="64">4315 9874 8699,'-17'0'1303,"1"0"1,5 5 0,0 1 0,-1-1-298,-3 2 1,4-3 0,0 5 0,0 0-313,2 0 1,-3-3 0,4 3-1007,-1-2 0,6 0-71,-3-1 1,4-3 0,4 6 57,4-1 0,3-1 1,7-3 319,0 1 1,1 1 0,-1-5 0,0 3 364,1 1 1,1 3 0,2-5 259,2 3 1,-1-1 0,-4-3 53,-1 3 1,-1-1 0,-3 5 226,-1-2 1,-7 6-261,1-2 1,-10 4 0,-6 1 0,-4 0-337,-1 1 0,-6-6 0,1-1 0,-1 3-440,-2 2 0,6-4 1,-4-2-1,4-2-1744,2-3 1,-1-3-1,1-1 1879,0 0 0,-1 0 0,1 0 0</inkml:trace>
  <inkml:trace contextRef="#ctx0" brushRef="#br0" timeOffset="65">2648 10985 8006,'-10'8'1051,"3"-7"1,7 9 1248,0-5-509,0-3-1382,0 12 0,6-5 0,1 8 0,0-1 0,2 2 0,-1 4 0,1 5 304,0 4 0,0-4 0,2 1 0,-4-1-469,0-2 0,-5 4 0,5-9 0,-1-3-2106,-1-5 1454,1-1 0,-6-3 0,0-8 0,0-11 333,0-9 1,0-6 0,0-6-1,0-1-90,0 0 1,0 1 0,0-1-1,0 0-340,0 0 1,5 6 0,1 2 0,-1 1-1135,2 4 0,-3 2 1,7 2 1638,1-1 0,10 8 0,4 2 0</inkml:trace>
  <inkml:trace contextRef="#ctx0" brushRef="#br0" timeOffset="66">2991 11067 8442,'2'9'2901,"1"-2"-1707,3 1 0,1-6-552,-2 3 0,-1-3-638,7-2 1,-7-2 0,1-3 19,-3-6 1,-2 2-1,0-2-64,0-2 1,0 4 0,-2 0-1,-2 0-81,-1 0 0,-8 5 206,2-1 0,-3 3 1,-1 4-1,4 3 296,6 6 0,-2 3 1,1 3-1,3 1-265,1 4 0,2-4 0,0 4 1,0-2-873,0 1 0,2-2 0,3 2-407,6-2 0,3-10 0,3-4 1,-1-3-1323,0-2 2485,1-7 0,6-2 0,3-8 0</inkml:trace>
  <inkml:trace contextRef="#ctx0" brushRef="#br0" timeOffset="67">3187 11034 7884,'-11'2'1423,"0"4"0,2 3 0,-4 7-347,2 0 1,8-3 0,-3 3-443,5 8 0,1-2 0,0 0-887,0-4 0,1-4 1,3-1-1,3-4-352,2-2 1,-3-1 0,5-6 125,1 0 1,1-7 0,-2-4-1,-4-4 66,1-1 1,-7-2 0,5-2 0,-4-2 393,-2 2 1,5 2 0,1 1 27,-3 1 0,-1 0 1865,-2-1 0,0 10-1493,0 7 1,5 7-1,1 10 1,-1-1-741,3 0 0,-1 1 0,6-3 0,-3-1-1212,3-2 1,-4-6 0,2 4-838,2-1 2408,1-3 0,3-12 0,-1-2 0</inkml:trace>
  <inkml:trace contextRef="#ctx0" brushRef="#br0" timeOffset="68">3416 10724 14141,'9'16'1034,"-2"2"1,0 4-462,4 5-1,-2 1 1,2 1 0,2 3-355,2 3 1,1-10-1,0 8 1,1-4-480,-1-4 0,-5-1 1,-2-8-1,0-1-710,0-4 350,-5 3 1,1-12 0,-10 4 295,-6-5 0,-4-1 0,-1 0 0,0 0 350,-1 0 1,1-5-1,0 0 188,-1 1 0,1 2 0,-1 2 489,1 0 1,5 0 0,2 2 152,2 3 0,1 4-863,6 8 0,2-3 0,4-1-184,5-2 1,3-7-1,2 1 1,1-3-380,-1-2 0,1 0 0,-1 0-565,0 0 0,1-2 0,-1-2-2598,0-1 3734,-7 0 0,6-3 0,-6-1 0</inkml:trace>
  <inkml:trace contextRef="#ctx0" brushRef="#br0" timeOffset="69">3743 11002 7884,'0'16'3230,"-6"-5"-1621,1 0 0,-1-6 252,6 6-88,0-7-1160,0 3 1,2-7-466,4 0 0,-3 0 1,6-2-4593,-1-3 4444,4 3 0,-3-13 0,8 6 0</inkml:trace>
  <inkml:trace contextRef="#ctx0" brushRef="#br0" timeOffset="70">3955 10887 10027,'-9'8'2003,"-4"-5"0,6 6-572,-2-1 1,5-1-428,-1-2 1,1 2 0,1 6-381,-3-2 0,1 0 0,5 5-545,0 1 1,0-1 0,0 0 0,2-1 24,3-4 1,-1 3 0,7-3-1,1 2-875,3-2 1,1 2 0,1-8 239,-1-1 0,0-3 1,1-1-1,-1 0 274,0 0 1,-5-7-1,0-6 212,2-6 1,-6 0 0,-2-2-1,-3 1 237,-2-2 0,-2 4 0,-1-4 0,-4 4 62,-3 1 0,1 1 0,-3 1 0,1 3-550,-2 1 1,-1 5-1,-3-3-1565,1 2 1,0 2-882,-1 5 2742,8 0 0,-5 7 0,4 2 0</inkml:trace>
  <inkml:trace contextRef="#ctx0" brushRef="#br0" timeOffset="71">4168 10855 7946,'0'16'1301,"0"0"0,0 1 0,0-1-207,0 0 0,0 1 1,0-1-1,1 0-390,5 1 1,-4-6 0,3-1 623,-3 3-1608,-2 2 1,0-8 88,0-7 1,0-7 0,0-11 0,0-2 21,0-2 0,0-7 1,0 3-1,0-1 196,0 0 1,5 7 0,3-2 0,1 4 481,3 2 0,3 6 1,1 5-1,1 3 4,-1 2 0,0 0 0,1 2 1,-1 5-180,0 10 0,1 1 0,-3 7 1,-1-1-520,-2-4 0,-7 3 1,3-1-1,-2-2-2078,1-2 0,-1-7-4083,-5 0 6346,-7-7 0,-2-11 0,-8-12 0</inkml:trace>
  <inkml:trace contextRef="#ctx0" brushRef="#br0" timeOffset="72">4462 10462 8729,'0'17'3122,"-6"-1"1,1 0-2217,1 1 1,3-1-1,1 0 1,1 2-302,5 4 0,1 4 0,6 6 1,-2 3 324,1 3 1,1-3-1,0 3-1078,-2-4 0,-2 3 0,3-3 1,-1-5-1,0-3-995,-2-6 0,4-8 1,-6-3 622,2-1 1,-3-5 0,3-8 0,-2-6-1599,-3-4 1,-1-1-1,1 0 1,3-3 2117,2-2 0,-5 3 0,3-6 0</inkml:trace>
  <inkml:trace contextRef="#ctx0" brushRef="#br0" timeOffset="73">4691 10756 14512,'1'15'1324,"3"-2"1,3-2-378,2 1 1,-3 3 0,5 1-587,2 1 1,-4-3 0,2-1 0,1-4-487,3-2 1,-4-1-1,0-6 152,1 0 0,3-2-297,1-4 1,-7-3-1,-3-7-189,-5 0 1,-1-1 0,0 1-93,0 0 1,0-1 931,0 1 1118,0-1-1051,0 8 1,6 4 0,1 9 0,2 3 51,4 2 1,0 4-1,-1 7 1,-1 1-187,2-1 1,2 6 0,1-1 0,0 3-26,1-1 1,-1-2 0,-2 4-1,-1-2 48,-2 3 0,-7-5 1,1 2-1,-3 0 8,-2-1 1,-2-1-1,-3-5 1,-8 2-346,-7-2 0,0-2 0,-5-3 0,-1-2-142,1-3 1,3-4 0,-5 3 0,-1 0-1107,3 0 1,-6-5 0,6 1 0,-1-3-13,5-2 1,-3 0 0,2-2 1259,2-3 0,-5-4 0,-1-8 0</inkml:trace>
  <inkml:trace contextRef="#ctx0" brushRef="#br0" timeOffset="74">2517 12653 19422,'9'7'315,"0"2"0,-5 9 0,3 2 720,2 2-986,-5 7 0,8-9 0,-4 6 1,1-3-1,2-3 0,-2-2 1,-2-1-482,0-1-367,-5-7 0,11-3 0,-8-14 0,-1-6-362,-2-6 0,-2-8 1054,0 7 0,0-8 0,0 3 0,0-1 1,0 2-1,0 1 287,0 4 0,0 7 1,1 4-1,3 0 367,1 0 0,3 5 0,-5 1 0,5 6-137,1 8 0,0 6 0,3 3 0,-1 1-138,2-1 0,-6 0 0,1-2 0,-3 1-617,1-5 1,-1-1 0,-3 1-1925,3-3 1922,-3-3 0,5-10 1,-7-4 119,0-5 0,6-3 0,-1-2 1,-1-1 155,-2 1 0,-1 0 0,3-1 0,2 1 566,-3-1 0,1 3 1,-1 1 154,3 2 0,1 8 0,-1-3 42,5 4 1,-2 4 0,0 4 0,0 5-167,0 3 0,-4 8 0,4 0 0,-1 0-301,-5 1 0,5-5 0,-3 4-291,-1-4 1,-3-1 0,1-3-3853,4-3 1,-4-2 1245,3-3 1,-1-12 2671,1 1 0,4-15 0,7-6 0</inkml:trace>
  <inkml:trace contextRef="#ctx0" brushRef="#br0" timeOffset="75">3089 12653 8475,'-16'2'2566,"-1"3"0,6-3 0,0 5-1693,-1 0 1,3-5-1,0 5-561,1 1 0,3 1 0,5 7-257,0 1 0,0-7 0,0 1 0,0 2-202,0 2 1,0 1 0,2-2 0,1-1-274,3-2 1,5-6 0,-4 5 0,2-3-396,4-4 1,1-1 349,3-2 0,-3-7 0,-1-4 0,-4-3 36,-2-3 1,-1 1 0,-5 0 0,3-1 303,1 1 0,1 0 0,-6-1 0,0 1 289,0-1 0,0 7 0,0-1 1807,0-2 524,0 6 0,0 1-1969,0 12 0,0-3 0,2 8-1042,3 2 0,2 1 1,6 1-20,-2-4 1,0 2 0,5-8-5457,1-1 5991,-8-2 0,5-2 0,-5 0 0</inkml:trace>
  <inkml:trace contextRef="#ctx0" brushRef="#br0" timeOffset="76">3448 12538 9657,'-16'0'1043,"5"0"1,0 0-14,-1 0 0,3 0 0,-2 0 1,0 2-444,2 4 1,-6-3 0,4 6-1,-3 0 58,-3 0 0,6 2 0,2 6 1,0-1-254,0 0 1,6 1-1,-3-1 1,4 2-221,2 4 0,2-2 0,4 5 1,4-1-162,5-4 0,1-7 0,1-2 0,1 0-984,4-2 0,-4-2 0,5-7 0,-1-2-1694,0-3 0,0 1 0,-8-9 2667,-3-5 0,11-5 0,-4-10 0</inkml:trace>
  <inkml:trace contextRef="#ctx0" brushRef="#br0" timeOffset="77">3481 12326 15949,'0'16'0,"0"2"645,0 4 1,2 9 0,2 9-1,3 2 149,2 3 1,0 2 0,2 2 0,-4 0-549,0 1 0,-5-14 0,4-5 0,-4-6-542,-2-5 1,0-7 187,0-2 1,0-15 0,0-1 0,0-10-862,0-7 0,5-3 0,0-6 0,-1 2 509,-2 2 1,3-1 0,3-2 0,1 2 468,3 7 0,-3 2 0,2 3 0,2 0 488,2-1 0,-3 8 0,3 4-31,3 3 1,2 11-1,-4 6 1,1 6 604,-1 5 1,-5 1-1,0 4 1,0-2-726,-2-2 1,-2-5-1,-5 3 1,2-1-1611,1-4 0,0-2-1062,-5-1 2326,0-8 0,-7-9 0,-2-9 0</inkml:trace>
  <inkml:trace contextRef="#ctx0" brushRef="#br0" timeOffset="78">3890 12636 7908,'0'17'1449,"0"1"0,0 2 0,0 2 606,0-2 1,0-6 0,2 1-1174,3 3 1,-3 2 0,3-4 45,-3 1-2996,5-8 1,-5-4-1,4-10 2068,-5-6 0,-1-11 0,0-3 0</inkml:trace>
  <inkml:trace contextRef="#ctx0" brushRef="#br0" timeOffset="79">3873 12359 20995,'0'9'-118,"0"5"0,0-5 1</inkml:trace>
  <inkml:trace contextRef="#ctx0" brushRef="#br0" timeOffset="80">4037 12636 7907,'0'31'1863,"0"-3"0,0 8 1,0-5-558,0-4 0,0-7 0,0 2 0,0-4-424,0-2 1,0-5 460,0 0-2619,0-7 0,0-4 1,0-11-1,0-4 703,0-1 0,0-6 0,0 0 0,0 1 519,0-3 1,0 4 0,2-5 0,1 1 23,3 4 0,1 4 1,-3 3-1,3 2 290,2-2 0,2 6 0,5 2 393,1 3 1,-3 4-1,-1 3 1,-2 6-415,1 3 1,-2 5 0,-1 1 0,-2 1-718,-3-1 0,3-1 0,-2-3-5864,-1 0 6342,-2-7 0,5 6 0,2-6 0</inkml:trace>
  <inkml:trace contextRef="#ctx0" brushRef="#br0" timeOffset="81">4331 12718 8514,'16'0'2645,"-1"2"0,-2 2-1262,-2 1 1,-1 1 0,7-8-1113,-1-4 1,-7 3-1,-1-6 1,-3-1-537,0 1 0,1-2 0,-6-5-240,0 0 1,0-1 0,-2 1 328,-3 0 1,1 7 0,-7 3 51,-2 4 1,-1 2 0,-3 0 1620,1 0 1,0 2-1037,-1 4 0,8 3 0,4 7-244,3 0 1,2 1-1,0-1 1,0 0-70,0 1 0,0-6 0,2 0 0,2 1-1056,1 3 0,8 1-736,-2 1 0,3-7 0,2 0-1421,1-3 3065,-8-2 0,5-12 0,-4-2 0</inkml:trace>
  <inkml:trace contextRef="#ctx0" brushRef="#br0" timeOffset="82">4985 12522 8541,'-11'5'4781,"0"1"-2064,-2-2-2163,6-3 0,-2 1 0,4 4 0,-6 5 1689,-4 3-1923,6 2 0,-4 1 0,6-1 1,0 0-1,0 3 0,1 1 0,1 3 97,-1 3 0,1-5 1,5 5-1,0-3-598,0-3 1,2 4 0,3-2-1059,6-2 1,-2-7-1,2-4 1,2-2-556,1-3 0,4-4 0,2-6 1,2-7 1793,-2-7 0,5-5 0,1-8 0</inkml:trace>
  <inkml:trace contextRef="#ctx0" brushRef="#br0" timeOffset="83">5181 12604 7865,'-16'16'979,"5"0"0,0 1 445,-2-1 0,6-5 0,0 0-367,-1 2 1,7 1 0,-5 3-783,4-1 0,10-2 0,1-1 0,2-4-118,-1-2 0,1 4 0,6-5 0,-1-3-335,0-1 1,1-2-1,-1 0 1,0 0 296,1 0 0,-6 0 1,0-2-91,1-3 0,-3-4 0,0-7-228,-1-1 0,-3 6 1,-7 0-1,-3-1 116,-6-3 1,-4 1-1,-1 1 1,0 4-85,-1 2 1,1 1 0,0 4 0,-1-1-840,1-3 1,5 1-1,0 5-1240,-1 0 1,-3 5 2245,-1 1 0,7 6 0,1-3 0</inkml:trace>
  <inkml:trace contextRef="#ctx0" brushRef="#br0" timeOffset="84">5475 12228 7770,'-9'11'2418,"4"0"0,3-1 0,2 7 0,0-1-1749,0 0 1,2 3-1,3 1 1,4 5-43,0 6 1,6-2 0,-4 9 0,1-3-496,-1-3 1,4-4-1,-6-3 1,2-1-704,0-4 0,-8-8 1,5-3-2152,-1-1 2166,-5-3 1,5-12 0,-9-2 0,-1-2 425,-3 0 0,-7 2 0,4-4 0,-2 4 431,1 2 1,-1 1 0,-6 6 216,1 0 1,5 6 0,0 1 0,0 4 72,2 7 1,0-1 0,5 4 0,-1-1-140,1 2 1,3-4 0,1 4 0,0-4-436,0-1 0,0-1 0,1-2 0,3-1-1565,1-2 1,8-7 0,-2 1-462,4-3 0,-1-4 0,-1-3 2009,-2-6 0,0-4 0,5-1 0</inkml:trace>
  <inkml:trace contextRef="#ctx0" brushRef="#br0" timeOffset="85">5688 12653 7770,'11'0'0,"-2"-2"0,0-2 1107,0-1 1,-4-1 1470,6 6 0,0-7-1863,5-4 0,-6 2-140,-5-2 0,-3 0-174,-2-5 1,0 0 91,0-1 0,0 6 0,-2 2 1194,-3 2-1078,3 2 1,-7 5-998,3 0 0,3 0-433,-8 0 0,5 1 98,-5 5 0,0 3 967,-5 7 1,2 1 0,1-3 0,4-1 346,1-2 1,1 0 0,4 5-1,-3 0-390,3 1 1,1-1 0,2 0-711,0 1 1,0-1 0,2 1 343,3-1 0,-1-5 0,6-2 351,3-2 0,2-1 0,1-6-1025,0 0 0,1 0 0,-3-2 0,-1-6-1101,-2-8 1,-6 0 1939,6-6 0,-7-3 0,3-1 0</inkml:trace>
  <inkml:trace contextRef="#ctx0" brushRef="#br0" timeOffset="86">2010 12081 8182,'-5'16'969,"-1"0"507,3 1-887,1-8-178,2-2 0,2-2 1,3 1-1,6-2 0,3-3 1,5-1-1,2 0 1,7 0 427,3 0 1,7-1 0,3-3 0,5-3 0,7-1-381,3 1 0,0-4 1,6 6-1,3-1-357,2-1 0,-3 5 0,5-3-128,-7 3 1,-1 2-1,-4 0 1,1 0 0,4 0-92,1 0 1,6 0 0,4 0-1,9-2 89,7-3 1,0 1-1,-38-1 1,1-1-1,-1 1 1,0-1 107,1 2 1,-1-1 0,40-8 0,-43 9 0,0 1-1,1 0 1,0-1-71,0 1 1,1-1 0,1-2 0,1 1 91,3 2 0,-1 0 0,-5 0 0,0-1-54,6 1 1,-1 1 0,37-2-1,-44 0 1,0-1 0,-1 0 0,1 1-73,2-1 0,0 1 0,-1 1 0,0 0 0,5-2 0,0-1 0,0 1 0,1-1-139,-2 2 0,-1-1 1,-2-1-1,-2 0 0,42 0 1,-3 1-366,-6-2 1,-8 5 0,3-4 0,1 4 428,4 2 0,-6 0 1,10 0-1,-2 0-77,-4 0 1,-7-7 0,-2-4 0,-4-3-19,0-3 0,-8 1 0,6 0 0,-3-2-758,-2-4 1,-5 4-1,0-4 1,-8 4-327,-7 1 1,-16 1 0,-7 0 1277,-6-1 0,-4 3 0,-5 3 0,0 4 0</inkml:trace>
  <inkml:trace contextRef="#ctx0" brushRef="#br0" timeOffset="87">1961 10871 7666,'9'-2'1362,"-3"-3"0,-3 1-611,3-7 1,-3 2 0,6-4 472,-1 2-881,4 8 1,-3-6 0,8 5 0,1-1 0,2 1 0,5 0 428,6-1 1,0 1 0,13-7 0,5-1-349,9-3 0,9-1 0,15-1-247,-1 1 0,7-6 0,1 1 1,0 1-1,1 1-145,1 3 1,-9 5-1,2 2 1,1 2-150,4 3 1,-4 2 0,-36 2 0,0 0 0,0 0 0,-1 0-63,-1 0 1,0 0-1,33 0 1,9 0-1,-4 0 187,-1 0 0,-4 0 0,12 2 0,-42 0 0,0 0 65,1 0 0,0 1 0,-5 0 0,1 0 0,0-3 0,0 0 0,40 0-102,-7 0 1,-7 0 0,1 0-1,2 0-155,4 0 0,-11-6 0,8-1 0,-3-2 12,-3-4 0,-6 4 0,2 0 0,-7 0 96,-5 0 0,-12 5 1,10-1-1,2 1 133,1-1 0,0 3 0,6-4 1,2 5-341,-3 1 1,-6 0-1,-4 0 1,-10 0-1246,-8 0 0,-17 0 1528,1 0 0,-12 7 0,2 2 0</inkml:trace>
  <inkml:trace contextRef="#ctx0" brushRef="#br0" timeOffset="88">1716 6621 7693,'9'-2'-1087,"-2"-2"250,1-1 837,-7-1 0,14 6 0,-6 0 0</inkml:trace>
  <inkml:trace contextRef="#ctx0" brushRef="#br0" timeOffset="89">2043 6637 8434,'0'16'88,"0"-5"38,0 0-1339,0-7 789,0 3 1,5-9 0,3-1 423,1-3 0,1-14 0,7 2 0</inkml:trace>
  <inkml:trace contextRef="#ctx0" brushRef="#br0" timeOffset="90">2386 6572 8121,'9'1'-395,"-2"3"189,1 1 0,-5 1-11,8-6 1,-5 0-672,5 0 888,-8 0 0,12 7 0,-6 2 0</inkml:trace>
  <inkml:trace contextRef="#ctx0" brushRef="#br0" timeOffset="91">2876 6539 8121,'-7'16'458,"3"1"-517,-6-1 0,4 0 1,-3 1-433,2-1 1,-4 0-175,5 1 0,3-8 665,8-4 0,4-3 0,8-9 0,-1-2 0</inkml:trace>
  <inkml:trace contextRef="#ctx0" brushRef="#br0" timeOffset="92">3122 6588 8121,'9'2'512,"-4"3"1,-1-3-361,1 3 0,-3-1 0,5 0-1516,1 1 1,-5 1 1068,8-6 0,0 0 0,5 0 295,1 0 0,-1 0 0,0 0 0,1 0 0,-1 0 0,2-6 0,2-1 0,4 0 4,1-1 1,-3-3 0,3 4 0,1 0 99,-1 0 0,-3 1 1,3 6-1,-1-2 66,-4-3 0,-2 3 0,-1-3-47,-1 3 0,-5 2-475,0 0-24,-8 0 0,12 0 376,-4 0 0,-2-2 0,2-2 0,0-3 0,-2-2 0,5 5 0,-3-3 0,4 2 18,1-1 1,0 1 0,1 3 470,-1-3 1,0 3 8,1-4 1,-6 5-489,0 1 1,-6 0-443,6 0 432,-7 0 0,10 0 0,-5 0 0</inkml:trace>
  <inkml:trace contextRef="#ctx0" brushRef="#br0" timeOffset="93">4298 6392 8806,'-7'9'1616,"4"4"-2062,-8-8-576,7 8 1022,-3-11 0,-1 12 0,-1-5 0</inkml:trace>
  <inkml:trace contextRef="#ctx0" brushRef="#br0" timeOffset="94">4838 6408 8031,'-17'16'425,"3"1"0,1-1-299,2 1 1,8-7-1,-5-1-1239,1-1 1113,5 4 0,2-10 0,9 6 0</inkml:trace>
  <inkml:trace contextRef="#ctx0" brushRef="#br0" timeOffset="95">5394 6343 8031,'0'16'890,"0"0"0,0-5 1,0 0-1174,0 2 0,1-4 98,5 2 1,-3-7 0,8 1 0,2-3-247,2-2 1,1 0 0,2 0 0,2-2 59,2-3 1,7-3 0,-4-4-1,3 1 297,-1-2 1,-7 4 0,3 0 0,-1 2 263,0 3 1,-6-3 0,-5 1 0,2 3 347,1 1 1,-3 2 0,-2 2-5,-1 3 1,3-1 0,-4 5-514,2-2 0,-4 4 0,6-6-276,2-1 0,-4-2 255,2-2 0,7 0 0,8 0 0</inkml:trace>
  <inkml:trace contextRef="#ctx0" brushRef="#br0" timeOffset="96">4756 9040 7082,'9'-7'128,"6"3"1,-4-5-1,3 0 72,2 0-193,8-2 1,1 0-1,8 0 1,2-2 0,3-1-1,4-1 1,3 3-129,4 1 1,-9 7-1,11-1-20,1 3 0,-4-4 0,4 1 0,-4 0 0,-1-1-187,-2 1 0,1-6 299,3 5 0,-8-6 0,-1 3 0,-1-2 1,-1 2-1,0-1 29,2 1 0,-13 6 0,11-12 0,-12 6 0</inkml:trace>
  <inkml:trace contextRef="#ctx0" brushRef="#br0" timeOffset="97">2157 9253 7796,'44'5'0,"-1"0"0,3 1 0,8-6 0,8 0-76,7 0 1,4-2-1,10-2 1,8-3-1,-4-2 1,-1-2-1,-12 0 1,2 0 141,1-1 0,1 3 0,-32 4 0,2 1 0,2-1 1,0 0-99,3 1 1,-1-1-1,-4 3 1,1 1-1,5-2 1,1 0 38,-4 2 1,1 0-1,2 1 1,-1 0-1,-5 0 1,-1 0 0,0 0-1,2 0 1,5 0-1,1 0-53,4 0 1,0 0 0,-1 0 0,0 0 0,4 0-1,0 0 1,-5 0 0,-2 0 9,-3 1 1,-2-2 0,33-6 0,-36 2-1,1-1 1,-1-1 0,0-2-41,0-2 1,-1 0 0,38-9 0,-3-7-1,-3-2-31,-5-2 1,-13 4 0,2 1-1,-8 3 44,-7 3 0,-5 3 0,4 5 1,1 3 62,-2 1 0,1-4 0,3 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332"/>
    </inkml:context>
    <inkml:brush xml:id="br0">
      <inkml:brushProperty name="width" value="0.05292" units="cm"/>
      <inkml:brushProperty name="height" value="0.05292" units="cm"/>
      <inkml:brushProperty name="color" value="#FF0000"/>
    </inkml:brush>
  </inkml:definitions>
  <inkml:trace contextRef="#ctx0" brushRef="#br0">2860 2338 8048,'-11'0'4331,"0"0"458,-1 0-712,4 0-2126,1 0-126,7 0 0,2 0 0,3 0-1825,6 0 0,-2 0 0,2 0 0,-5 0 0,4 0 0,3 0 0,2 0 0,1 0 0,0 0 0,1 0 0,-1 0 0,0 0 0,1 0 0,-1 0 0,0 0 0,1 0 0,-6 0 0,0 0 0,1 0 0,-3 0 0,2 0 0,-5 0 0,5 0-2096,-8 0-2037,5 0-2419,-8 0 6552,0 0 0,-8-8 0,-1-1 0</inkml:trace>
  <inkml:trace contextRef="#ctx0" brushRef="#br0" timeOffset="1">3547 2141 8918,'-17'-9'3449,"1"2"1,0 7-2652,-1 0 1,6 0 188,0 0 1,0 0 0,-5 2 0,0 2 0,-2 3 723,-4 2-1512,4 2 0,-4 5 0,9 2 0,2 2 0,-1 2 0,-1-2 0,2-2 697,5-1-858,5-1 0,1 0 1,1 1-1,5-1 1,5-1-1,5-3-71,6-1 0,3-2 0,8 4 0,0-4 88,-1-2 1,3 6 0,-1-4 0,1 2 0,-4 0 0,-4-2 0,0 4 0,-3-2 315,0 1 0,-12 3 0,3 1 0,-6 1-299,-5-1 0,-3 0 0,-2-1 1,-5-3-73,-5-1 0,-5-2 0,-6 4 0,-5-4 0,-4-1 0,2-3 0,-2-5 0,-4 0 0,1 0 0,3 0 0,2 0 0,-2-2-1739,2-3 0,6 1 0,-1-7 0,4-2-1035,5-1 0,4-2 0,1-1 2774,4 1 0,12-8 0,3-1 0</inkml:trace>
  <inkml:trace contextRef="#ctx0" brushRef="#br0" timeOffset="2">3841 1749 7823,'-17'0'852,"1"6"1,2 1 7702,3 2-7691,3-5 1,8 10-1,0-3 1,0 4-1,0 3 1,0 4-1,2 5 3673,4 4-4537,3 1 0,7 12 0,2 3 0,2 4 0,2 7 0,-2 4 0,-2 5 0,-2 4 0,1-9 0,-3-1 0,-3-6 0,-5-8 0,1-9 0,-2-1-8257,-1-8 7221,-2-13 1,-4-11 0,-3-8 1035,-6-3 0,-11-6 0,-4 3 0</inkml:trace>
  <inkml:trace contextRef="#ctx0" brushRef="#br0" timeOffset="3">3759 2354 8551,'-2'-11'3276,"-3"0"1,5 8 0,0-3-946,9 4 1,11 2-1,3 0 1,5 0-2650,6 0 0,1-2 0,6-1-1010,-1-3 0,6-1 0,-3 4 0,1-3-2292,-6 2 3620,8-5 0,-19 8 0,13-7 0</inkml:trace>
  <inkml:trace contextRef="#ctx0" brushRef="#br0" timeOffset="4">4364 2289 9567,'-17'7'1793,"1"4"1,0-2 0,-1 0 0,1 0-534,0 0 1,-1-3 0,1 4 0,0 3-746,-1 2 0,-1 1 1,0 0-1,0 3 110,3 2 1,3-1 0,-3 8 0,4 1-273,6 2 0,3-6 0,4-3-779,3-4 0,4-7 1,8-2-1,1-2-121,4-3 0,-2-10 0,5-3 0,-1-3-45,-4-5 0,-2 4 1,-2-8-1,0 1-35,1-2 1,-3 4 0,-3-6 0,-4 2 41,1 1 0,-6-3 0,3 4 0,-3-2 730,-2 2 1,0 2-1,0 2 1525,0-1 1,-2 8-1,-2 6 59,-1 6 1,-1 8 0,6 9 0,0 4-1730,0 1 0,0-3 0,2 3 0,2 1 0,1-1 0,8-5 0,-4 2 0,2-4-636,0-1 0,0-8 0,5-2 0,1-2-2641,-1 1 0,-3-3 0,-1-8 3057,1-6 0,12-11 1,-6-3-1</inkml:trace>
  <inkml:trace contextRef="#ctx0" brushRef="#br0" timeOffset="5">4789 2256 9834,'-17'0'3878,"1"0"1,0 0-2527,-1 0 1,1 0 0,0 2 0,-1 3 5,1 6 1,0-2 0,-1 2-1041,1 2 1,0 7-1,1 3 1,4 1 0,4 1-319,0 1 0,5-4 0,-4 3 0,6 0 0,6 1 0,3-6 0,7 2 0,1-4 0,-1-2 0,2 1 0,4-3-1304,5-3 1,-3-4 0,-2-7-1,-4 0-1048,-2 0 0,-1-7 0,-3-4 1,-3-5 2351,-1-6 0,4-11 0,-3-9 0</inkml:trace>
  <inkml:trace contextRef="#ctx0" brushRef="#br0" timeOffset="6">4920 1847 18120,'-10'8'1097,"5"2"1,-2 7 0,1 5-1,3 5 191,1 4 0,4 5 1,1 6-879,3 7 0,1 11 0,-3 0 0,3 1-642,2-1 1,-5-3 0,3-10-1,-2-3 1,3-6-3216,1-4 1,-6-8 350,3-5 1,-3-10-1,1-7 2126,1-8 0,1-5 0,-6-7 0,0 0 881,0-1 0,0 1 0,0-1 1070,0 1 0,0 5 0,0 0 608,0-1 1,5-3-1,3-1 1,1-1-308,3 1 1,5 0 0,3-2-1,2-2-965,-3-2 0,5-2 0,-2 4 0,-2-2-1284,-2 2 0,0 0 0,0 0 0,1-1-2168,-5 1 1,-7 7 3134,4 2 0,-14 0 0,1-5 0</inkml:trace>
  <inkml:trace contextRef="#ctx0" brushRef="#br0" timeOffset="7">5116 2174 8681,'0'17'1030,"0"-7"1,0 1-1,0 2 740,0 2 0,5 1 0,2 0 0,2 1-44,4-1 0,2 8 1,1 1-1,2 2-998,4 0 1,-4-5-1,4 4 1,-2-1-839,2 1 1,-10-10-1,5 2-3470,-3-3 3580,1 3 0,-6-24 0,-2 5 0</inkml:trace>
  <inkml:trace contextRef="#ctx0" brushRef="#br0" timeOffset="8">6374 2468 7793,'-11'15'1571,"2"-2"300,2-2 0,0-8 1013,1 3-1275,4 3 1,-5-15-1230,7 1 1,0-2 0,0-4 0,0-2 0,-2-2 433,-3-1 1,3-2-1,-5-4-524,0-5 0,5-4 0,-6-4 0,3-3 0,0-7 4,1-8 1,2 2 0,2-3 0,0 3-154,0 2 1,0 2 0,0 3-1,2 6-626,3 4 1,4 6 0,8 5 0,1 3-602,4 5 0,-2 8 0,5-2 0,1 2-189,-1 3 1,-5 9 0,2 6 0,-4 4 650,-2 1 0,-7 1 624,-3-1 0,3 7 0,0 3 0</inkml:trace>
  <inkml:trace contextRef="#ctx0" brushRef="#br0" timeOffset="9">6145 2141 9025,'-11'0'4915,"1"0"0,8 0-4376,2 0 1,2 0-1,10 0 1,5 0-1413,3 0 0,9 0 0,-4 0-2907,1 0 0,4 0 3780,-2 0 0,3 8 0,1 1 0</inkml:trace>
  <inkml:trace contextRef="#ctx0" brushRef="#br0" timeOffset="10">6521 2387 7793,'0'23'89,"0"-3"1,0 6-1,0-3 3410,0-3 0,0-7-2136,0-2 1,2-7-832,4 1 0,-5-10 0,5-6 0,-4-6 15,-2-4 0,1 1 1,3-8-1,2-1-344,-3-2 1,-1 4-1,-2 0 1,2 0-404,3 1 0,-3 1 0,4 5 0,-3-2-874,3 2 1,-5 2 0,7 3 0,-3 3-1009,1 1 0,6 7 0,-1-1 2082,4 3 0,8 2 0,3 0 0</inkml:trace>
  <inkml:trace contextRef="#ctx0" brushRef="#br0" timeOffset="11">6816 2256 7793,'-17'7'544,"1"0"1,-1 6-1,1-4 396,0-1 1,1 4 0,3-1 379,1 4 0,2 1 0,-2 0 1,5 1-1,4 1-755,2 4 0,2-4 0,2 4 0,3-4-462,2-2 0,4 0 1,7-1-1,4-4-85,1-6 1,-5-3 0,4-4-1,-3-1-696,1-3 1,0-6 0,-8 1 0,-1-4-269,-2-1 0,-2-2 0,2-4 738,-6-5 0,-3 3 1,-2 2 858,0 4 0,0 2 2661,0-1-1699,0 8 0,0 9 0,0 11 0,0 5-1212,0 6 1,0-4 0,0 6 0,0-2-1098,0 0 1,0-1 0,2-6-1,2-2-281,1-2 0,8-8-2291,-2 3 3268,3-5 0,3-15 0,-1-4 0</inkml:trace>
  <inkml:trace contextRef="#ctx0" brushRef="#br0" timeOffset="12">7159 2256 11824,'-9'16'6803,"3"1"-5808,4-1 1,2 0-1,0 1 1,0-1-534,0 0 0,0 1 1,0 1 13,0 4 1,0-4 0,0 4 0,0-4-1,0-2 446,0 0 0,0 1-1300,0-1 1,2-7 333,4-3 0,-5-6 0,5-8 0,-2-6-282,1-6 1,-1-9-1,7 3 1,-1-1-397,0 0 0,4 0 0,-3-4 0,3 4 340,3 5 0,-1 2 1,1 0 648,-1-2 0,0 7 0,1 10-9,-1 3 1,-5 4-1,-2 5 1,-2 10 766,-3 8 0,-2 1 0,-2 1 0,0 2-831,0 2 1,0-6 0,0-3 0,0-4-195,0-2 0,0 1-819,0-1 1,0-9-1,0-7 351,0-9 1,1-5 0,3-4-1,3-2 307,2-2 0,-3 0 1,3 6-1,0-1 511,0 1 0,-3 1 0,4 3 528,3 1 1,2 7-1,1-1-557,0 3 0,-5 7 0,0 3 0,0 1-321,-2 3 0,4 8 0,-8 2 0,-1-2 0,-2-2 0,0-1 0,1-1 0,3 0-53,-3 1 1,-1-1-9210,-2 0 9262,-7-6 0,-2-3 0,-8-7 0</inkml:trace>
  <inkml:trace contextRef="#ctx0" brushRef="#br0" timeOffset="13">7796 2321 7788,'-11'11'1133,"0"-2"2271,-1-1 0,4-1-2206,3-2 0,5-3 0,5 4 1,8-5-625,7-1 1,-2-1-1,6-3 1,-2-3 110,-1-2 0,3 3 1,-4-3-502,2 2 0,0-4 1,-6 4-1,0-2 1,1-2-245,-1 2 0,-7-6 0,-2 6 0,-1-2-5,-1 0 1,1 0-1,-8-5-255,-4 0 0,-3 5 0,-7 2 0,-2 1 314,-4 5 0,2 1 1,-5 2-1,-1 0 362,1 0 0,5 2 0,-2 1 0,4 6 3,2 6 0,5-2 1,2 10-1,1-1 78,5 0 0,1 7 0,2-4 1,2 3-438,3-1 0,4-5 0,9 1 0,2-3-386,2-5 0,5-3 1,-5 3-1,-2-4-1625,-2-6 0,-1-3 1,-1-2-1076,0 0 0,-7-2 3086,-3-3 0,-4-4 0,-2-8 0</inkml:trace>
  <inkml:trace contextRef="#ctx0" brushRef="#br0" timeOffset="14">6734 2321 10710,'2'-9'7209,"3"4"-4497,6 3-2884,3 2 0,-3 0 0,0 2 0,2 1 0,3 3 0,4-1 0,2 1 172,-2-1 0,-2 8 0,-1-4 0</inkml:trace>
  <inkml:trace contextRef="#ctx0" brushRef="#br0" timeOffset="15">9038 2305 7759,'10'7'1774,"-3"-3"0,-5 5 0,1 0 3908,3 0-3800,-1-5-1714,-5 3 0,0-9 0,-2-3 0,-3-6 0,-4-6 0,-2-4-462,0-7 0,6-2 1,-6-5 219,-2-3 0,-2-2 1,-1-7-1,0 0 1,1-4 152,4 0 0,-1-2 0,6 2 0,2 0-18,3 4 1,1 4 0,1-1-1,5 6-5,5 3 0,3 8 1,3 2-1,1 1-494,4 4 0,-2 7 1,7 4-1,2 2-555,2 3 1,-4 3 0,-2 1-1,1 0-387,-1 0 0,-10 1 1380,1 5 0,-3 3 0,3 7 0</inkml:trace>
  <inkml:trace contextRef="#ctx0" brushRef="#br0" timeOffset="16">8842 2060 7820,'-20'16'0,"4"-1"0,3-3 0,4-1 1900,2-7 1,20 3 0,7-7-1,7 0 1,9 0-2052,4 0 0,-4 0 1,3 0-1610,-5 0 1,4 0 0,0 0 0,-1 0 1759,-3 0 0,-1 0 0,0 0 0</inkml:trace>
  <inkml:trace contextRef="#ctx0" brushRef="#br0" timeOffset="17">9267 2174 7820,'-5'17'1247,"-2"-1"1,-3 0 137,-2 1 1,3-1 0,0 0 0,0 1-717,-1-1 1,5-5-1,-4 0-767,2 1 1,3 3 159,9 1 0,5-7 0,6-3 0,2-4 594,4-2 1,-4 0 0,4 0 0,-2-2 108,2-4 0,-4-1 0,2-6 0,-6 3-530,-3-3 0,0-2 1,4-1-1,-5 0-290,-4-1 0,-2 1 0,-1 0 0,3-1-221,-3 1 0,-8 0 0,-6-1 85,-4 1 1,-1 5-1,0 2 1,-1 2-227,1 3 1,-2 2 0,-2 2 0,-2 0-682,2 0 0,7 6 0,4 1 0,0 0 51,0 0 1047,5 6 0,-10-4 0,5 8 0</inkml:trace>
  <inkml:trace contextRef="#ctx0" brushRef="#br0" timeOffset="18">9561 2174 7820,'0'17'1817,"2"-3"0,2-1-1094,1-2 0,3 0 0,-3 5 1073,6 0 0,-2 1 0,0-1 0,-2 0-208,-3 1 1,0-6 0,-1-1-964,3 3 0,-1-4-791,-5 2 1,-2-7 0,-1-1-161,-3-6 1,-1-6 0,3-8 0,-1 1 899,1 0 1,3-6-1,1-2 1,0-1-239,0-4 1,0 3 0,1 1 0,5-1-337,5 1 0,3 0 0,4-3 0,2 5-335,2-1 1,5 11 0,-3-3 0,0 3-2235,-1 4 1,-1 2 0,-6 7 2568,1 0 0,-1 15 0,0 3 0</inkml:trace>
  <inkml:trace contextRef="#ctx0" brushRef="#br0" timeOffset="19">10934 2191 14451,'19'-2'883,"1"-2"0,1-1 0,-1-1 2461,-1-1-3181,-3 5 1,6-7 0,-1 5-1,-1-3 1,-1-2-738,-3-4 0,-7 4 67,-4-2 0,-3 6 0,-2-6 1,-2 0-1,-3 0-379,-6 0 1,-5 8 865,-6-3 1,4-1 0,-6 2 0,2 1 0,1 2 0,-1 2 678,-2 0 0,6 7 1,-4 4-1,2 4-319,-2 1 1,10 2 0,-5 2 0,3 2 146,-1-2 0,6 5 0,4 1 1,3-1-435,2-3 1,2 2-1,1-1 1,5 1-203,1 0 1,7-1-1,6-5 1,0 0-169,1-3 1,-3-2 0,6 1 0,-3-1-681,-3-2 1,0-7-1,0 1 1,4-3-1079,1-2 0,-3-2 2075,5-3 0,-7-12 0,4-8 0</inkml:trace>
  <inkml:trace contextRef="#ctx0" brushRef="#br0" timeOffset="20">11523 2060 7837,'-27'2'0,"1"3"0,3 4 891,3 0 1,1 4 0,3-6-1,0 2 1067,-1 4 1,7 1 0,0 3 0,3-1-1537,4 1 0,1 6 0,2 3 0,0 1-441,0 0 0,2-5 0,1 3 0,6-1-215,6-4 1,-3-4 0,10-3-1,-4-4-589,-1-2 1,1-1 0,2-6 0,2-2 167,-2-4 1,-2-3-1,-4-9 1,-1-2 37,-2-2 1,-6-1 0,5 1 0,-3-3 292,-4-1 0,-1-3 0,-2 6 0,0-1 531,0 0 1,0 2 0,0 6 0,0 0 1640,0-1 0,-5 1 298,-1 0 0,1 8 1,5 10-1330,0 13 0,0 7 0,2 7 0,3 0-735,6 5 1,4-1 0,1 3 0,0-5-1533,1-4 1,-1-7 0,2 2 0,2-5-5166,2-7 6615,7-2 0,-4-8 0,8 0 0</inkml:trace>
  <inkml:trace contextRef="#ctx0" brushRef="#br0" timeOffset="21">11964 2141 9124,'-16'0'1287,"5"0"0,0-1-623,-2-5 1,-1 4 0,-3-3 0,1 3-1,2 0 890,3-3 0,-4 3 1,4-3-664,-3 3 0,-3 2-321,1 0 0,2 7 0,3 4 1,5 3-88,4 3 1,2 6 0,2 5 0,4 3-123,5 1 0,3-1 1,2-2-1,3-3-1047,2-3 0,-1-6 1,6-8-1,-1-2-2172,1-3 1,-6-4 0,1-6 2857,-2-5 0,-3-18 0,0-5 0</inkml:trace>
  <inkml:trace contextRef="#ctx0" brushRef="#br0" timeOffset="22">12079 1684 9107,'-11'14'2674,"0"-3"0,7 4 1,-1-4-2003,3 3 1,9 4 0,4 4-1,4 7-132,1 8 0,0 4 0,1 8 1,-1 2-218,0 4 1,-5-3 0,-2 6-1,0-1-206,0-5 1,-5-6 0,2-6 0,-5-4-57,-1-5 0,0-9-1044,0 0 1,0-13 125,0-9 0,2-9 0,2-11 0,1-4 939,-1-1 0,5-1 1,0-3-1,2 4 273,0 1 0,0-3 0,5 5 0,0 0 172,1-1 1,1 10 0,2-2-1,4 6 591,1 6 0,-3 1 0,3 4 0,-1 5-652,-4 9 0,-2 8 0,-2 9 1,1 1-467,-1 4 0,-7-3 0,-4 1 0,-3-7 0,-2-7 0,0 2 0,-2-4-7213,-3-6 7213,3-5 0,-12-16 0,5-2 0</inkml:trace>
  <inkml:trace contextRef="#ctx0" brushRef="#br0" timeOffset="23">13582 2305 8953,'0'16'1413,"0"1"0,0-6-736,0-1 1261,0 1 0,2-2 0,4-3 1293,4-4-2951,-2-2 1,1-6 0,-6-1 0,3-2 0,-2-4-1,-3-1 483,-1-3-784,0 1 1,-1-6-1,-3-1 1,-3-3 0,-1-5-1,-1-3 1,2-6-198,0-2 0,-6-3 0,4-8 0,0-3 120,3-3 0,5 5 0,1-2 0,0 3-2,0 6 1,0 9-1,0 1 1,1 8 56,5 7 0,3 10 1,7 3-1,1 1-435,-1 5 0,6 1 1,1 4-1,3 1-440,3 3 1,-4 5-1,3-4 1,1 0-895,1 1 0,-4 2 1,-4-2 391,-4 1 1420,-9 2 0,-2 5 0,-7 0 0</inkml:trace>
  <inkml:trace contextRef="#ctx0" brushRef="#br0" timeOffset="24">13452 1994 7797,'-17'17'1476,"3"-1"1,1-1 737,2-5 1,7 0-1219,-1-5 1,10-3-1,6 3 1,4-3-269,1-2 0,8 0 0,1 0 0,2 0-1264,1 0 0,-3 0 0,4 0 0,-2 0-1310,3 0 0,-5 0 0,2 0 1846,2 0 0,2-7 0,2-2 0</inkml:trace>
  <inkml:trace contextRef="#ctx0" brushRef="#br0" timeOffset="25">13926 2109 7797,'-17'16'177,"1"-5"1,0 0-1,1 2 2085,4 1 0,-2-3 1,8 0-1,1 2-1451,2 1 0,2 3 0,0-1 1,2 0-478,4 1 1,-3-1 0,8 0 0,2 1-218,2-1 1,1-5-1,0-2 1,1-2 250,-1-3 0,2-2 0,2-2 0,2 0 274,-2 0 0,-2-8 0,0-2 0,2-5-747,2-1 1,0-3 0,-8 0 0,-1-5-69,-2-2 1,0 6-1,3-1 1,-3 3-1084,-5 1 0,1 1 1256,-2-1 0,8-6 0,-4-3 0</inkml:trace>
  <inkml:trace contextRef="#ctx0" brushRef="#br0" timeOffset="26">14269 2125 7797,'-9'11'4115,"1"0"-2906,1 2 0,5 1 0,-3 3 0,3-1-367,2 0 1,0-3-1,2 0 1,2 3-93,1 2 0,0-7 0,-3 9 319,4 0 0,-4 0-288,3-4-1733,-3-7 0,0-3 687,3-12 0,-3-4 1,3-10-1,-1-4 131,1-1 0,3-1 0,4-3 0,-1 4 511,2 1 1,2 0 0,1 6 0,0 0 472,1 4 0,-1 3 1,0 0-146,1 5 0,-1 6 0,0 6 1,1 6-706,-1 8 0,-5 0 0,-2 6 0,0-1 0,0 1 0,-5-6 0,1 1-4861,-3-2 1,-2-3 376,0 0 0,2-7 4484,3-3 0,4-12 0,8-3 0</inkml:trace>
  <inkml:trace contextRef="#ctx0" brushRef="#br0" timeOffset="27">14890 2043 7797,'-26'0'0,"5"0"0,1 0 2000,-2 0 1,4 6-1,-4-1 1,4-1-627,1-2 0,1 3 0,2 2 0,1 1-464,2-1 0,2 6 0,-2-2 0,4 3-284,-1 2 0,7 1 0,-5-1 1,4 2-320,2 4 1,0-4 0,0 4 0,2-2-308,4 2 0,1-4 0,6 4 0,-2-4 0,1-2 0,8-1 0,2-4 0,0-4-1351,1 0 1,1-5 0,3 2 0,-3-8-1009,-1-7 1,-4-3 0,2-4 2358,-2-4 0,4-4 0,3-6 0</inkml:trace>
  <inkml:trace contextRef="#ctx0" brushRef="#br0" timeOffset="28">15053 1618 11111,'-16'0'1474,"0"0"1,7-1 0,1-3 928,1-2 0,7 3-1008,0 8 1,2 4-1,9 10 1,1 4-709,3 10 0,1 9 0,1 12 0,-1 6-687,0 4 0,-5 3 0,0 0 0,2-2 0,0 3 0,-1-16 0,-3-4 0,0-10-2062,1-9 0,-5-11 0,6-9-2839,2-2 1,-6-9 4900,-2-8 0,-3-12 0,-2-4 0</inkml:trace>
  <inkml:trace contextRef="#ctx0" brushRef="#br0" timeOffset="29">15053 2060 7794,'-16'-9'1652,"0"-4"1,1 6 1335,4-2 1,2 5-2183,4-1 1,5 3 0,0 2 0,9-2 582,5-4 0,4 5 1,2-5-1,4 4-785,1 2 1,-3 0 0,4 0 0,-1 0-805,1 0 0,-6 0 0,1 0 0,-3 2-1494,-1 4 0,-1-5 0,-1 7 0,-3-3-4411,-1 1 6105,0-1 0,6 2 0,-1 2 0</inkml:trace>
  <inkml:trace contextRef="#ctx0" brushRef="#br0" timeOffset="30">15380 2109 8322,'0'16'1003,"0"0"1,0-5 0,0 0 0,0 2 268,0 2 0,0-5 0,0 1 0,2 2-574,4 2 0,-5 1 0,7 0-1640,-1 1 0,-5-6 78,3-1 864,4-6 0,-7-4 0,5-9 0</inkml:trace>
  <inkml:trace contextRef="#ctx0" brushRef="#br0" timeOffset="31">15397 1815 9206,'-15'-2'2382,"4"-4"0,-3 4 1,5-5 4102,-1 0-7572,3 5-2194,7-5 1,0 9 3280,0 3 0,7 4 0,3 8 0</inkml:trace>
  <inkml:trace contextRef="#ctx0" brushRef="#br0" timeOffset="32">15511 2125 7779,'0'18'0,"0"2"1476,0 2 1,0 0 0,2-6 0,3 1-575,6-1 0,-2-5 0,2-2 0,2-2-171,1-3 1,-3 3 0,0-1 0,2-3-441,1-1 1,3-4 0,-3-3 0,-1-6-309,-2-4 1,-6 4 0,4 0 0,-1-1 76,-5-3 0,5-1 0,-3 0 0,-1-1 301,-3 1 0,-1-1 0,-1 1 1,-5 0 143,-5-1 0,2 1 1,-2 0-265,-1-1 0,-3 7 0,-1 0-806,-1 3 0,7 2 0,-1 5-3224,-2 0 0,4 0 3789,-2 0 0,7 0 0,-3 0 0</inkml:trace>
  <inkml:trace contextRef="#ctx0" brushRef="#br0" timeOffset="33">15822 2141 7779,'9'11'0,"-4"0"0,-1 2 483,1 2 1,-1 1-1,7 0 1974,1 1 1,-2-3-1,-1-1 1,0-2 4673,0 1-6463,-6-4-1155,5-1 0,-8-14 0,0-4 1,0-6 52,0-4 1,1 1 0,3-6 0,2 1-119,-3-1 0,-1 5 0,0-5 1,1 3 797,3 3 1,1 1 0,-3 3 0,3 0 486,2-1 1,-3 8 0,4 4-112,3 3 0,2 2 0,1 2 39,0 3 0,-1 10 0,-2 8 0,-2 1-661,1 0 1,-4 5-1,-1-2 1,-2 4-1,1 2 0,-1-6 0,-5-2 0,2 1-652,3-1 0,-3-9 0,4 4-2915,-5 0 3567,-1-7 0,-7-6 0,-2-7 0</inkml:trace>
  <inkml:trace contextRef="#ctx0" brushRef="#br0" timeOffset="34">17178 2043 8236,'-9'0'2011,"0"0"1,5-1 506,-1-5-1007,0 4 0,-1-12-67,1 3 0,-8 2-789,2-2 0,2 7 0,-2-1 0,-2 3-347,-1 2 0,3 2 1,0 3-1,-2 6-114,-1 4 0,-3 3 0,1 2 0,0 3-560,-1 3 0,8 1 1,4 6-1,3 0-424,2-1 1,7 1 0,4-2 0,6-4 308,4-5 0,-1-6 0,6-5 0,-1-4-1026,1 1 1,-5-7-1,5 3 1,-1-8 1506,1-6 0,-6-5 0,3-1 0</inkml:trace>
  <inkml:trace contextRef="#ctx0" brushRef="#br0" timeOffset="35">17505 2060 8651,'-24'0'0,"-3"2"1413,-4 3 1,0-3 0,2 5 0,4 0-224,1 4 0,3-2 0,4 2 0,3 2-565,3 1 1,-2 5 0,8 1 0,1 1-435,2-1 1,2-1 0,0-3-1,2 0-492,3 1 1,5-1 0,6-2 0,0-1-223,1-2 0,-1-7 1,0 1-1,1-3 19,-1-2 1,0 0-1,1 0 1,-1-2 238,0-3 0,-5-3 1,0-4-1,2-1-177,1-5 1,-3 2 0,-2-6-1,0 4 106,1 1 0,-7-1 0,4-2 1,-1-2 717,-1 2 0,1 2 0,-6 2 0,0-1 2859,0 1-1496,0 0 1,0 8 0,2 10-812,3 13 1,-1 8-1,7 10 1,1 0-603,3 0 1,1 1 0,1 1 0,-1-1-1028,0-3 1,1-7-1,-1 1 1,0-3-1691,1-8 0,-7 1-293,1-10 1,-2-1 0,2-10 2677,-5-4 0,3-5 0,0-1 0</inkml:trace>
  <inkml:trace contextRef="#ctx0" brushRef="#br0" timeOffset="36">17767 1340 8607,'-17'0'2087,"8"0"1,-4 8 0,8 3 0,1 5-1143,3 6 0,8 5 1,4 11-176,3 6 1,3 10 0,1 8 0,2 5 0,2 8-93,-2 5 0,0-2 0,-1 5 1,3-6-656,-2-7 1,-2-13 0,-1 3-1,-1-10-1263,0-6 1,-5-15 0,0-11-1453,2-3 1,-4-4 1119,2-11 0,-7-2 1,1-4 327,-3-4 0,-4-5 1244,-3-1 0,3-8 0,-6-1 0</inkml:trace>
  <inkml:trace contextRef="#ctx0" brushRef="#br0" timeOffset="37">17995 1586 7800,'0'-17'1513,"0"6"0,0 1-586,0-3 1,0-2 0,0-1 574,0 0 1,2 1 367,4 4 1,-3 4 0,8 11-759,2 6 1,1 9-1,3 15 1,-1 6-615,1 9 1,-1 13 0,0 11 0,1 1-499,-1 4 0,0-3 0,1-1 0,-1-1 0,0-4 0,1-17 0,-1-8 0,-2-10-1254,-3-6 0,-2-6-2387,-3-12 1,-4-4 3640,3-12 0,-3 5 0,-2-7 0</inkml:trace>
  <inkml:trace contextRef="#ctx0" brushRef="#br0" timeOffset="38">5443 3580 17345,'16'-2'0,"0"-1"1170,1-3 1,6-5-1,4 4 1,4 0-83,2-1-914,0 3 1,-2 5-1,-2 0 1,-2 0-1,0 2 1,-1 3-1,-5 4-1194,-3 0 0,-1 6-1999,-1-4 0,-5-2 3019,0 2 0,-7-8 0,3 5 0</inkml:trace>
  <inkml:trace contextRef="#ctx0" brushRef="#br0" timeOffset="39">5982 3139 7931,'-16'0'3623,"5"5"-2404,0 1 1,7 1-1,-1-2-203,3 6 0,4 4 1,3 3-1,4 5-247,0 10 0,6 7 0,-6 9 1,0 2-486,-4 4 1,3 3 0,-3 5 0,-1-3-358,-2-5 1,-1-12 0,3-6-1,3-8-992,2-8 1,2-10-1,6-5 1,-1-4-5807,0-2 6871,1-8 0,6-8 0,3-9 0</inkml:trace>
  <inkml:trace contextRef="#ctx0" brushRef="#br0" timeOffset="40">6391 3515 8383,'-17'1'2194,"1"3"-652,0 2 0,5 1 1,0-4-1,0 5-470,2 1 0,0-4 0,3 6-649,-5 2 1,4 1 0,2 3 0,3 1-143,2 4 1,0-4-1,0 4 1,2-4-435,3-2 1,4-5 0,7-2 0,1-2 87,-1-3 1,1 3 0,-1-1 0,2-4-122,4-6 0,-4 0 0,4-5 1,-6 0 78,-5 0 0,4-2 0,-6-5 0,0-1 122,-4 1 1,2 5 0,-1 0-1,-3-1 169,-1-3 1,-4-1 0,-3-1-164,-6 1 1,-3 5 0,-3 0 0,-1 0-281,-4 2 1,2 0-1,-5 6 1,1-3-966,4 2 0,-3 3 0,1 1 383,2 0 0,2 0 1,3 1-2697,4 5 3537,4-4 0,14 12 0,2-5 0</inkml:trace>
  <inkml:trace contextRef="#ctx0" brushRef="#br0" timeOffset="41">6865 3433 7882,'-11'2'1260,"0"1"2,-2 3 0,-1-1 0,-3-3 0,1 2-423,-1 1 1,5 1 0,-1-5 0,-1 3-180,1 2 1,0 4-1,-1-2 1,1 1-208,2 3 0,6 5 0,-5 3 0,3 3 295,4 3 1,1 1-1,2 4 1,0-2-473,0-2 1,2-5 0,3 4 0,6-3-915,3-3 1,8-9 0,0-6 0,0-3-466,1-2 0,-3 0 0,8-2 1,-1-3 263,-2-6 1,6-9 838,-4-2 0,-3-7 0,0 4 0</inkml:trace>
  <inkml:trace contextRef="#ctx0" brushRef="#br0" timeOffset="42">7175 3531 7880,'-11'0'415,"0"0"1,-1 0 1534,-3 0 1,-1 0 0,-1 0-856,1 0 1,0 5 0,1 3 0,2 1-633,3 4 1,-1 1-1,-4 4 1,4 4-173,6 5 1,-2 4 0,1 0 0,2-2-312,3-2 0,2-5 0,5 4 0,5-5-482,3-6 0,3-1 1,-1-8-1,0-3-112,1-1 0,-1-9 1,0-6-1,1-5 175,-1-4 1,-5-7 0,0 4 0,0-2-306,-2-1 1,0 7 0,-5-5-1,1 3 635,-1 3 0,-3 1 0,-1 3 0,0 0 1769,0-1 0,0 10-419,0 7 1,0 7 0,0 12 0,0 2-631,0 7 1,2 2 0,2 3 0,3-2-489,2-4 1,0 2 0,4-7 0,-2-2-1200,2-2 1,-4-1-1,2-3 381,1-3 0,-3-4 1,1-9-1,-3-5 695,-4-9 0,6 0 0,1-8 0</inkml:trace>
  <inkml:trace contextRef="#ctx0" brushRef="#br0" timeOffset="43">7388 3171 13790,'-9'0'3276,"1"2"1,8 4 0,0 6-2015,0 8 1,0 8 0,2 12 0,2 9-1263,1 9 0,2 5 0,-3 3 0,1-1 0,-1 0 0,3-8 0,1-8 0,-1-11-2438,0-9 0,0-11 0,-1-9-3363,5-1 5801,-4-10 0,8-15 0,-6-8 0</inkml:trace>
  <inkml:trace contextRef="#ctx0" brushRef="#br0" timeOffset="44">8270 3449 12556,'0'11'1670,"0"0"0,0-5 0,0 4 1,0 3-1267,0 2 1,6 3-1,1 4 1,2 5-12,4 4-218,-6-6 1,6 6 0,-6-4 0,0 2 0,2-1-1,-1-7 1,-1-2 121,-4-3 0,1-7-593,2-4 0,1-5 635,4-5 1,3-10 0,-3-10 0,2-4 0,0-6 60,-3 1 1,1-2 0,6-1-1,-1-1-639,0 2 0,-5 1 0,0 4 0,2 2-2496,1 2 1,-3 13-1,0-1 2735,2 6 0,9 4 0,3 5 0</inkml:trace>
  <inkml:trace contextRef="#ctx0" brushRef="#br0" timeOffset="45">8793 3466 7821,'-16'1'341,"0"3"1,-3 3 1098,-2 2 0,2-3 0,-2 3 0,2 0-448,3 0 1,2-3 0,1 3-1,2 0-402,-2 0 1,4 4-1,0 6 1,2 5-195,3 2 1,2 1 0,2 4-1,2 0-363,4 1 0,3-10 0,7 5 1,2-7-466,4-3 1,-4-8 0,6-4-1,-2-3 17,-1-2 1,3-7 0,-4-6 0,2-7-93,-2-7 1,-8 0 0,-1-3-1,0 0 183,-2 0 1,4 1 0,-7-1-1,-3 0-60,-1 3 0,-2 7 0,0-2 0,0 4 914,0 2 0,-2 7 3219,-3 3-2914,3 5 0,-5 8 0,7 4 0,0 3-112,0 3 0,0 1 0,0 2 0,1 2-328,5-2 0,1 3 0,6-1 0,-2 0-1082,1 1 1,3-6 0,1 1-1,1-5-1179,-1-1 1,-5-4-1,0-3 1,2-3-2385,1-2 4250,-5 0 0,13-7 0,-4-2 0</inkml:trace>
  <inkml:trace contextRef="#ctx0" brushRef="#br0" timeOffset="46">9120 3515 7821,'-2'16'1098,"-3"0"0,3 3 1,-3 2-1,3 7 1040,2 2 0,0-1 0,0 1-1522,0-1 0,0 3 1,2-8-1,1 0 0,3-1 552,-3-3 1,1-7-1002,1-2 1,-3-9 0,4-2 0,-5-10 357,-1-4 0,0-4 1,2-4-1,2-7-74,1-7 0,1 1 1,-6-3-1,2 2-715,3-3 1,-3 5-1,5-4 1,-1 3-1279,-1 3 0,2 6 0,-3 4 1,3 2-2810,2-1 4351,-5 10 0,10-4 0,-4 15 0</inkml:trace>
  <inkml:trace contextRef="#ctx0" brushRef="#br0" timeOffset="47">9431 3498 8579,'0'17'1304,"0"-1"0,0 0 1,0 3 1782,0 2 0,0 3 0,0 5-2499,0-2 0,0-5 0,0 3 0,0-1 1,0-4-3161,0-2 907,7-1 1,-5-10 0,3-7-3147,-3-9 4811,-2-6 0,0-8 0,0-3 0</inkml:trace>
  <inkml:trace contextRef="#ctx0" brushRef="#br0" timeOffset="48">9382 3269 7821,'-6'-10'4011,"-1"0"-1365,-2 3 0,3 2-2241,-4 5 1,8 0-5242,2 0 4836,7 7 0,9 2 0,1 7 0</inkml:trace>
  <inkml:trace contextRef="#ctx0" brushRef="#br0" timeOffset="49">9758 3466 8314,'-28'27'1144,"1"0"0,7 2 1,-2 6-1,6 1-155,5 0 1,4-10 0,7 5-1,0-6-711,0-5 0,3-9 0,7-6 0,6-3-768,2-2 0,2-7 0,0-6 1,2-5-77,-2-4 0,-7-5 1,-3 3-1,1-1 184,-2-4 0,-1 3 0,-8 1 1,0 1 168,0 4 0,0-3 1,0 1-1,0 2 703,0 2 1,0 2 0,0-1 0,0 1 2771,0 0-2104,0 6 1,0 7-1,0 12 1,0 9-573,0 6 0,1 3 0,5 6 0,3-1-445,0 1 0,6-2 1,-5-2-1,3-4-694,-2-1 0,4-2 1,-6-6-1,2-1-1432,0-4 1,-8-2-1,4-6-210,1 3 2195,-7-8 0,14-7 0,-6-8 0</inkml:trace>
  <inkml:trace contextRef="#ctx0" brushRef="#br0" timeOffset="50">10035 2959 13802,'-9'16'1682,"2"2"0,7 4 0,0 7-846,0 8 1,6 4 0,1 8 0,0 2-263,0 4 1,1-4 0,-5 3 0,3-3-526,-3-2 0,-1-7 0,-2-6 0,-2-9-2131,-3-10 818,3-1 0,-5-21 0,7-1 758,0-7 0,0-3 0,2 0 0,3-2 743,6-4 1,-2 7 0,2-3 0,3 0 122,6 0 1,-1 9-1,4-6 1,1 6-165,3 5 1,-1 3 0,1 1-1,2 0 123,2 0 1,-4 7-1,-2 4 1,-1 5 228,-4 6 1,-9-2 0,-6 7-1,-3 4-21,-2 5 1,-9-5 0,-7 4 0,-10-3-413,-5-3 0,-1-7 0,-1 0 1,0-6-1093,1-5 1,1-3 0,3-8 0,5 0-946,-1 0 1,12-10 0,-3-6 0,6-9 1921,5-6 0,3-9 0,1-2 0</inkml:trace>
  <inkml:trace contextRef="#ctx0" brushRef="#br0" timeOffset="51">10575 2992 10061,'-16'16'0,"-1"0"1745,1 1 0,7 1 0,3 2 0,4 5 139,2 6 0,0 0 0,0 13 0,0 1-1079,0 2 1,2 2 0,2 0 0,1-2-1013,-1-3 0,-2-4 0,0-9 0,1-4-3570,3-5 1,1-6-3340,-2-5 7116,-3-4 0,13-21 0,-6-4 0</inkml:trace>
  <inkml:trace contextRef="#ctx0" brushRef="#br0" timeOffset="52">10689 3580 7827,'17'5'2187,"-1"3"-624,0 1 0,2-6 0,2 3 1,2-6-967,-2-6 0,4-4 0,-1-10 1,1-4-548,0-1 0,-1 3 0,-5-4 0,1 1-396,-5-1 0,-7 5 1,2-5-1,-1 3 249,-5 3 1,-3 7 0,-5 4 0,-6 2 398,-4 3 1,-8 2-1,-3 2 0,-1 2 78,0 3 1,5 4-1,-5 8 1,0 1 204,1 4 1,3-2 0,6 5-1,3 1 180,3-1 1,-2 2 0,8 6 0,1 2-190,2 3 1,2-4 0,2 4 0,4-3-955,4-2 1,10-8 0,4-5 0,0-6-1186,-1-3 0,4-7 0,-5 0 0,0-8-6646,2-7 8209,-6-11 0,13-10 0,-6-10 0</inkml:trace>
  <inkml:trace contextRef="#ctx0" brushRef="#br0" timeOffset="53">11278 3351 7792,'-26'0'850,"4"0"0,4 0 1,2 0-1,0 0 1453,-1 0 1,6 0 0,0 0 0,-1 0-921,-3 0 1,4 2-1,2 3-956,2 6 1,2 4 0,5 1-464,0 1 0,1-1 0,5 0 0,7 1 188,6-1 1,1 2 0,6 2 0,-1 2 437,1-2 1,-4-2 0,3-2 0,-1 1-591,-4-1 0,-2 2 0,-2 2 0,0 2 0,-7 0 0,-3-6 0,-4 1 0,-4-1 0,-4-2 0,-4-3-888,-5-5 0,-7-3 0,-1 1 0,-1 1-2562,0-1 1,1-4 3449,1-5 0,-3-4 0,-8-8 0</inkml:trace>
  <inkml:trace contextRef="#ctx0" brushRef="#br0" timeOffset="54">11833 3662 7815,'-9'11'320,"2"-2"1,2 0 233,-1 0 0,1-4 0,3 6 0,-2 2 0,-1 2 0,1 1 228,2 0 1,2 1 0,0-1-1,0 0-391,0 1 1,-5 4-1,-1 1 1,3-2-817,1-2 0,2-7 1,0 0-1167,0 2 1,2-6 0,3-3 1590,6-8 0,4-12 0,1-10 0</inkml:trace>
  <inkml:trace contextRef="#ctx0" brushRef="#br0" timeOffset="55">12405 3466 7793,'-10'11'1532,"-1"-2"1445,-2-2-1697,-2 6 1,6-10 0,6 6-931,6-1 0,12-3 1,9-5-1,-1 0-134,1 0 0,3-5 0,-5-3 0,0 1-280,1 0 1,-5-6-1,4 4 1,-6-2-286,-5 0 1,2 6 0,-7-6 246,-3-2 1,-1 4 0,-4 0 93,-3 2 1,-4 1 0,-10 6 0,-1 0 1,-1 0 0,-7 0 0,5 2 0,-1 2 198,1 1 1,-5 8 0,7-4-1,1 2-58,1 0 0,3 0 0,2 5 0,1 0 30,2 1 1,7-6 0,-1-1 0,3 3-22,2 2 1,0 1 0,0 0-1,2 1-304,3-1 0,-1 6 0,7 1 0,2 1-126,1 0 1,-3-1 0,0-3 0,2 2-14,1-2 1,2-4-1,1-3 1,-1-4-214,1-1 1,-7-3 0,1-5 0,2 0-125,2 0 0,1-2 0,-2-3 0,-1-8 637,-2-7 0,0 2 0,5-6 0</inkml:trace>
  <inkml:trace contextRef="#ctx0" brushRef="#br0" timeOffset="56">12896 3466 7842,'-17'0'1150,"7"0"1242,-1 0 0,5 0-165,-5 0-720,8 0 1,-3 0 891,12 0-2077,3 0 1,7 7-1,0 4 1,1 3-1,1 4 1,2 2-1,2 2 182,-2-2 0,3 4 0,-1-2 0,-2-2-1505,-2-2 1,-1-2 0,-1 0-2366,0 1 1,-5-8 3365,0-4 0,0-17 0,5-7 0</inkml:trace>
  <inkml:trace contextRef="#ctx0" brushRef="#br0" timeOffset="57">13125 3318 13134,'-11'0'2457,"0"0"1,0 2-1,-4 4 1,1 6-1829,-2 8 0,3 13 1,-11 11-1,1 7-464,-5 9 1,5-1-1,-1 12 1,2-3-1537,1-3 1,6-20-1,10-8-1150,3-10 0,4-13 0,5-12 2521,9-11 0,1-16 0,6-17 0</inkml:trace>
  <inkml:trace contextRef="#ctx0" brushRef="#br0" timeOffset="58">13304 2992 10708,'-7'-10'2457,"5"3"1,-5 9-1,9 3 1,3 10-776,6 10 1,6 6 0,3 18 0,1 9-1216,-1 10 0,-1 1 1,-5 3-1597,-3-4 1,2-1 0,-8-13 0,-1-3-8703,-2-5 9590,-2-21 1,0-3 0,0-13 0</inkml:trace>
  <inkml:trace contextRef="#ctx0" brushRef="#br0" timeOffset="59">13255 3449 19570,'17'-7'414,"-1"3"1,2-5 0,4 0-1990,5 0 0,4 0 0,2-4 0,0 4-2880,-1 2 4455,-6 2 0,5 12 0,-6 2 0</inkml:trace>
  <inkml:trace contextRef="#ctx0" brushRef="#br0" timeOffset="60">13582 3531 7798,'0'40'950,"-5"-4"0,-2 4 0,-1-2 1793,1-1 1,0-12-1,3 6-30,-1-6 0,-1-12-2464,6-13 1,2-9-1,2-13 1,3-7-98,2-7 1,2 0 0,5-6 0,1 0-105,-1 0 1,0 4 0,1-4 0,-1 1 72,0-1 0,1 5 1,-3 1-1,1 5-1803,1 4 1,-9 7 0,10 0 0,-3 7-5306,1 8 6987,-6 3 0,13 17 0,-4 3 0</inkml:trace>
  <inkml:trace contextRef="#ctx0" brushRef="#br0" timeOffset="61">14024 3400 10492,'-17'0'2807,"6"0"-1073,0 0 0,1 2 0,-7 3-883,1 6 1,0 4 0,-1 3 0,3 4-530,3 5 1,-4 4 0,6 2 0,0-1-526,4 1 0,3 0 0,2-1 1,0-1 20,0-3 0,7-5 0,4-8-188,4-4 1,1-4 0,0-7-1,1-4-206,-1-7 0,-2-1 0,-1-14 0,-4 1-83,-2-1 1,1-1 0,-5-6 0,3 1 242,-3-1 0,-1 6 0,-2 1 0,0 1 836,0 0 0,-2 5 0,-1-2 2706,-3 4-1948,-6 8 0,10 5 1,-4 10-582,5 6 1,2 4 0,5 3 0,5 2 305,3 2 0,3 5 0,-1-3 0,2 1-657,4 4 0,-2 2 0,5 2 0,1-1-246,-1 1 0,1 5 0,3 0 0,-2-1 0,2-3 0,-5-6 0,-3-3 0,-4-1 0,-6-4 0,3-10-4671,-3-4 0,-2-6-3561,2-6 8232,-7-3 0,3-7 0,-7 0 0</inkml:trace>
  <inkml:trace contextRef="#ctx0" brushRef="#br0" timeOffset="62">2157 6604 11767,'-9'2'9830,"4"4"-9618,3-5 0,2 7 1,0-8-1</inkml:trace>
  <inkml:trace contextRef="#ctx0" brushRef="#br0" timeOffset="63">2500 6604 7829,'17'0'9830,"-1"0"-6554,0 0 1,-5 0 0,0 0-2686,2 0 0,-4 0-591,2 0 0,-6 2 0,6 4 0,-5-5 0,5 5 0,-8-4 0,5-2 0,-8 0-9831,0 0 9326,-8 0 1,-1 0-1,-7 0 1</inkml:trace>
  <inkml:trace contextRef="#ctx0" brushRef="#br0" timeOffset="64">3269 6081 7841,'-11'2'642,"0"2"0,-2 3 3018,-1 2 1,3-4-2742,0 6 0,0 0 0,-5 6 0,-1-1 0,1 2 0,-2 4 1479,-4 5-2020,4-3 1,-6 12 0,8-3 0,1 1-1,3-1 1,3-6 0,1-3 1145,5-1-1703,1-12 0,4 11 1,5-11-1,7 2 1,6-2 176,0-6 0,4-1 0,0-1 0,-1 5 261,1 1 1,5-4 0,-2 4 0,4 0-260,2 0 0,-6 2 0,-2 4 0,-1-2 0,-4-3 0,-2 1 0,-3 6 0,-4 1 0,-6 4 0,-3-4 0,-2 5 0,-4 1 0,-7 3 0,-1-3 0,-16-1 0,1-1 0,2 0 0,-6 2 0,4-6 0,-4 0 0,-2-3 0,2-5 0,2 1 0,2-5 0,-2-4 0,5-2 0,2-4 0,4-5-1166,2-7 1,5-12 0,2 3 0,2-2-3133,3-1 1,2 1 4297,2-6 0,7-7 0,2-1 0</inkml:trace>
  <inkml:trace contextRef="#ctx0" brushRef="#br0" timeOffset="65">3661 5836 7746,'-15'11'0,"3"-2"562,1-2 1,2 6 0,-2-2 1894,5 3 1,5 5-1,1 4 1,3 10 562,8 9 0,0 14 0,13 9-2971,-1 10 1,-13-31-1,0 3 1,3 1-1,0 2 1,-1 0 0,-1 1-50,0 3 0,-2 0 0,0 0 0,0 1 0,0-7 0,-1-2 0,6 36 0,-1-11 0,-2-13 0,-8-15-1546,3-10 0,-4-17 1,-2-16-1,0-11 1546,0-9 0,-8-5 0,-1-8 0</inkml:trace>
  <inkml:trace contextRef="#ctx0" brushRef="#br0" timeOffset="66">3612 6490 7746,'-16'-6'1647,"-1"1"8183,1 1-7692,7 3 1,3 2-1,12 3 1,7 1-1916,6-1 1,7-2-1,7 0 1,-1 1-1639,1 3 0,1-1 0,5-5 0,2 0-1926,1 0 0,0 0 3341,-4 0 0,-3 0 0,5 0 0</inkml:trace>
  <inkml:trace contextRef="#ctx0" brushRef="#br0" timeOffset="67">4298 6539 9198,'-18'5'1766,"-4"1"1,4 1 0,-4-3 0,3 3-544,-3 2 1,2-4 0,-6 6-1,3 2-611,3 2 1,2 8 0,1 4 0,3 6 140,3 5 0,4-3 0,7 3 0,0-3-1036,0-3 1,7-6 0,6-6 0,6-8 37,9-6 0,-3-4 0,1-4 0,-3-4-370,-3-5 1,0-3 0,0-2 0,2-1-426,-2 1 1,-7-6 0,-4-2 0,-2 1 385,-3-1 0,-1-5 1,1 4-1,1-3 585,-1 1 1,-2 5 0,-2-3 0,0 1 283,0 4 1,0 2 1308,0 2 1,0 9-1,2 8 426,3 14 0,-1 10 0,7 12 0,1 3-1736,3 1 0,1-4 0,-1 1 0,-3-4-820,-1-1 0,0-7 1,6-6-1,-1-6-345,0-3 1,1-7 950,-1 1 0,7-18 0,3-5 0</inkml:trace>
  <inkml:trace contextRef="#ctx0" brushRef="#br0" timeOffset="68">4821 6359 7798,'-23'7'1677,"-3"8"1,-4 7 0,0-1 376,3 3 1,7-4 0,-2 7 0,2 2-1055,-1 2 1,10-4 0,0-1-1,7-2-230,4-4 0,0-2 0,0-2 0,2 2-636,4 4 1,3-6 0,7 2 0,0-5-135,1 0 0,-1 0 0,0-2 0,1-6-147,-1-3 0,6-2 0,0 0 0,-2 0-1749,-2 0 0,-2-7 1,0-4-1,1-4 1896,-1-1 0,0-8 0,1-1 0</inkml:trace>
  <inkml:trace contextRef="#ctx0" brushRef="#br0" timeOffset="69">5034 5787 7836,'-7'18'-1,"-4"2"1,-4 4 952,-1 1 0,7 2 0,3 8 0,5 3 1472,1 6 1,1 6 0,3 9 0,3 6-1613,2 2 0,2 8 0,4-3 0,-3-1-859,-1-5 0,-5-14 0,3-3 0,-2-9-120,-3-5 0,3-15 1,-1-4-6999,-3-1 7165,6-8 0,-7 7 0,5-5 0</inkml:trace>
  <inkml:trace contextRef="#ctx0" brushRef="#br0" timeOffset="70">5099 6686 7814,'9'-16'882,"4"-1"1,-6 1-1,2 0 793,4-1 1,3-1 0,4-2 0,4-3-1529,2-3 1,-5-1 0,5-4 0,-3 2-1008,-3 2 1,-2-1-1,-3-2 1,-2 2-96,-2 7 0,-8 2 955,3 3 0,-12 0 0,-3-1 0</inkml:trace>
  <inkml:trace contextRef="#ctx0" brushRef="#br0" timeOffset="71">5263 6294 7790,'-11'0'0,"2"2"430,2 3 0,-1-3 1123,3 3 0,3 4 1,-3 4 903,3 7 1,9 0-1,6 7 1,5 4-1076,4 5 1,5 6 0,-5 5 0,-1-1-1383,3-3 0,-6-6 0,4-1 0,-2-5 0,2-4 0,-9-12 0,3 1 0,-3-10 0,3 1 0</inkml:trace>
  <inkml:trace contextRef="#ctx0" brushRef="#br0" timeOffset="72">6407 5869 12108,'0'16'1347,"0"2"1,2 4-1,3 9 427,6 11-1550,4 8 1,1 29 0,0 6-1,1 4 1,-9-43 0,0 1 0,6 40-1,-1-4 874,-2-10 1,-7-8-35,1-16 0,-3-14 0,-2-8-359,0-7-1371,0-18 0,0-9 0,0-17 1,0-1-1,0-4 0,0-2-62,0-2 1,0 0 0,0 1 0,0-3 838,0-3 1,5 9 0,1-2-1,-1 4 270,3 1 0,-1 6 0,6 0 0,-3 8 418,3 6 0,2 8 1,1 7-1,2 11-214,4 9 0,-4 2 1,4 13-1,-4 1-119,-2 2 1,-5 2 0,-2-3 0,-1-4-1405,-5-4 0,5-15 0,-3 5-1948,-1-9 0,-2-11 1,-1-8 2885,5-9 0,3-20 0,7-6 0</inkml:trace>
  <inkml:trace contextRef="#ctx0" brushRef="#br0" timeOffset="73">7159 6506 9318,'-17'0'4204,"1"0"-2503,0 0 1,5 0-1,0 2 1,-2 3-417,-1 6 0,-3 6 0,1 6-860,0 10 1,7 7 0,3 9-1,4 0 1,2-2-600,0-3 1,4-1 0,5-10 0,9-7-521,6-6 1,-4-11 0,3-4 0,-1-5-159,0-5 0,0-10 1,-8-8-1,-1-3 373,-2-3 0,-7-2 1,1-2-1,-3-1 57,-2-4 1,0 3-1,-2-3 1,-2 4 488,-1 1 1,-6 6 0,4 1 5370,-2 3-4400,5 8 1,-3 17-1,7 14 1,0 10-280,0 5 1,5 3 0,2 2 0,3 3-760,2-3 0,3-2 0,-1-3 0,1-2-389,1-1 1,-7-14 0,11 2 0,0-3-2032,-2-4 0,1-1 0,-3-10 0,0-4 2420,1-5 0,6-10 0,3-5 0</inkml:trace>
  <inkml:trace contextRef="#ctx0" brushRef="#br0" timeOffset="74">7600 6474 7776,'-16'0'0,"-1"1"1602,1 5 1,0-4-1,-1 5 1,-1-2 369,-4 1 1,4 6 0,-5-1-1089,-1 4 0,11 1 0,-1 1 0,5-1-556,5 0 0,2-5 0,4 0-1039,4 2 0,3-4 0,7 0 0,2 0 630,4 0 0,3-3 0,8 3 0,0 0 619,-1 0 1,-3-4 0,1 6 0,0 2 143,-1 1 0,-1-3 0,-1-2 0,-5 0-273,-4 1 1,-7-1-1,-2 3 1,-2-1-342,-3 2 0,-10-4 0,-6 2 0,-10 2-637,-11 1 1,0-3 0,-7 0 0,2 0-91,0-2 1,-2 4-1,4-8 1,-2-1 658,1-2 0,3-10 0,1-1 0</inkml:trace>
  <inkml:trace contextRef="#ctx0" brushRef="#br0" timeOffset="75">9006 6604 8326,'-11'0'3466,"0"0"-2147,7 0 1,-5 0-829,4 0 1,-4 0 0,-6 2-1,2 4 379,3 4-823,6 5 0,-9 7 0,8 1 0,1 3 0,2 3 0,2 2 0,0 1-466,0 1 0,2-7 1,5-6-1,8-8 214,5-6 1,7-4 0,-5-2-1,0-4-470,1-7 0,-4-2 0,2-14 0,-4-2 334,-6-2 0,1-2 1,-6 1-1,-3-1 322,-1 0 0,-2 6 0,0 2 0,-2-1 129,-3 1 1,1 10 0,-5-1 1303,2 1-372,-6 8 0,11 2 0,-3 10 0,3 8 148,2 7 1,0-2 0,2 4 0,3-2-737,6 2 0,4-2 1,1 5-1,0-1-213,1-4 1,1-2 0,2-2-1,2 2-361,-2 4 1,0-9-1,0 3-1641,1-1 0,1-3 1,-5-1-158,-1-5 1,-5-5 0,0-1 1917,1 0 0,3 0 0,1 0 0</inkml:trace>
  <inkml:trace contextRef="#ctx0" brushRef="#br0" timeOffset="76">10150 6751 14156,'-9'0'7517,"2"0"-7064,7-7 0,0-2 1,0-7-1,0-2 1,0-2-192,0-2 1,0-15-1,-2-1 1,-2-11-192,-1-11 1,-1-3 0,6-15 0,0-4-344,0-2 1,0 10 0,0-4-1,0 7-638,0 7 1,7 23-1,4 4-63,4 10 1,1 7 0,1 9 315,-1 6 1,0 5 0,1 3 0,-3 5-1,-1-1-3118,-2 0 3775,0 6 0,-2 3 0,-2 10 0</inkml:trace>
  <inkml:trace contextRef="#ctx0" brushRef="#br0" timeOffset="77">9986 6408 7733,'-10'0'3276,"-1"0"1,9 6 0,2 1-1407,9 2 1,13-5 0,3 1-1,4-3-2917,4-2 1,-10 0 0,10 0-1,-2 0-7009,0 0 8056,2 0 0,-1-7 0,1-3 0</inkml:trace>
  <inkml:trace contextRef="#ctx0" brushRef="#br0" timeOffset="78">10428 6457 7733,'0'17'0,"0"-1"0,0 0 1225,0 1 0,0 1 0,0 2 0,0 1 383,0-1 0,2-1 0,1-3 0,4 0-1478,3 1 1,-7 1 0,4 2-4385,1 2 1245,-6-8 3009,5-14 0,0-16 0,2-10 0</inkml:trace>
  <inkml:trace contextRef="#ctx0" brushRef="#br0" timeOffset="79">10493 6098 9287,'-16'0'2720,"-1"0"1,7 5-5063,-1 0 2342,7 8 0,4-11 0,9 5 0</inkml:trace>
  <inkml:trace contextRef="#ctx0" brushRef="#br0" timeOffset="80">10738 6343 7733,'0'31'1195,"0"-4"0,2 2 0,4-5 0,4-1 674,5 1 1,1-1 0,1-3 0,1 2-1342,4-2 1,-4-7 0,4-4 0,-2 0-970,1 0 0,-2-5 0,2 1-156,-3-3 1,-8-4-1,-5-3 597,-3-6 0,5-11 0,2-3 0</inkml:trace>
  <inkml:trace contextRef="#ctx0" brushRef="#br0" timeOffset="81">11000 6392 7381,'-2'-9'2970,"-3"3"0,1 4-1854,-7 2 0,6 0 0,-5 2 1,3 4 0,-7 5 0,-1 10 1,-7 7-614,-3 3 0,3 8 1,-3 3-1,-1 2 457,1-1 0,-1-6 0,1-1 0,7-7-3296,5-7 0,10-8 2335,-3-8 0,19-15 0,5-17 0</inkml:trace>
  <inkml:trace contextRef="#ctx0" brushRef="#br0" timeOffset="82">11082 6506 9184,'0'9'2864,"7"-1"1,6-8 0,5-4-2510,3-7 0,7 0 0,-5-12 0,1 1-828,0 0 1,-3 0 0,-6 6-1,-2-1 120,-3 1 1,-8 0 443,-2-1 0,-12 8 0,-12 6 0,0 6 611,1 8 0,-4 6 1,3 3-1,0 1 26,1-1 0,1 4 1,6 0-1,-1-1-117,1 1 1,7 5 0,3-4 0,5 2-376,1 1 1,0-8-1,1 2 1,5-4-927,5-2 0,3 0 0,3-1 0,-1-4-1285,0-6 0,6-5 1,2-5 1974,1-6 0,-5-11 0,4-3 0</inkml:trace>
  <inkml:trace contextRef="#ctx0" brushRef="#br0" timeOffset="83">11703 5803 8768,'-15'8'4338,"4"2"1,6 5-2991,3 1 1,2 8-1,0 5 1,0 7-662,0 8 1,7 10-1,2 5 1,2 0 82,0 1 1,-2-1-1,4-1 1,-2-7-771,2-6 0,-4-16 0,1-2-1938,3-7 0,-4-11 1275,2-3 0,-7-6 1,1-6-1,-5-3-437,-5 0 0,1-5 0,-7 3 1,-1-2 609,-3 2 1,-3-3-1,-2 4 1,-2 1 913,2 4 0,-5 3 0,-1 2 1,-1 2 396,0 3 0,0 10 0,-4 9 0,3-1 166,7 1 0,2 3 0,5-5 0,3-2-205,6-2 0,5-2 0,5-1 0,6-2-682,3-3 0,5-4 1,2 3-1,7-2-317,3-3 0,-4-2 1,-2-2-1,1 0-21,-1 0 0,-5-2 1,2-4-1,-4-3-7899,-2 0 8137,-7-5 0,13-3 0,-4-8 0</inkml:trace>
  <inkml:trace contextRef="#ctx0" brushRef="#br0" timeOffset="84">13043 6261 7865,'-16'0'911,"-1"0"1,1 0 0,0 0 0,-1 0-1,3-2 706,3-3 0,-4 3 1,4-5-1,-3 1-183,-3 1 1,1-1 0,0 6-748,-1 0 1,7 0 0,0 2-1,1 4-52,0 4 1,6 0 0,-3 0-604,4 3 1,2 2-1,2 1 1,4-1-293,5-5 0,10 5 0,5-6 0,1 2-112,0 0 1,2 0 0,8 5-1,3 0 400,1 1 1,-4-1 0,-1-1 0,-5-1 471,-4 3 1,-11-8-1,3 11 1,-5 0-227,-7-2 0,-3 2 0,-6 0 1,-5 2-275,-9-2 0,-8-2 0,-9-4 0,1-1 0,-1-2 0,-2-8 0,-1 3 0,-2-4 0,2-2 0,7 0 0,3-2 0,3-4-659,3-4 0,1-7 1,5-3-1,3-2-1265,6 2 0,3 2 0,2 2 0,0 0 1924,0-1 0,14 1 0,4 0 0</inkml:trace>
  <inkml:trace contextRef="#ctx0" brushRef="#br0" timeOffset="85">13370 6375 9033,'-9'0'9830,"3"0"-7378,12 0 0,1 8 0,6 3 0,-2 5-2452,1 6 0,-3 3 0,0 8 0,1 0 0,-1-1 0,-6-5 0,3-1 0,-3-2-2593,3-4 1,-4-2-3389,3-2 5981,-3-7 0,-2-16 0,0-11 0</inkml:trace>
  <inkml:trace contextRef="#ctx0" brushRef="#br0" timeOffset="86">13353 6016 7755,'-16'0'1935,"0"0"0,5 0 6394,0 0-8727,0 0-527,2 0 0,9 0 0,11 0 925,3 0 0,3 0 0,-1 0 0</inkml:trace>
  <inkml:trace contextRef="#ctx0" brushRef="#br0" timeOffset="87">13599 6245 7732,'0'11'5646,"0"-1"-4665,0-6 1,7 9 0,6-8 227,7-1 1,-2 3 0,4-1 0,-2-3-304,1-1 0,-2 0 0,2 1 1,-3 3-446,-1-2 1,-3-1 0,-1 1-156,-2 1 1,-2 3 0,2-3-280,-6 6 0,-3-2 0,-4 2 102,-3 2 1,1-6 0,-5 0 0,0-1-40,0-1 1,4 2 0,-6-1 262,-2 5 1,-2-2-354,-1 2 0,2-6 0,1 4 0,4 0 0,2 0 0,-4-3 0,3 3 0,-1-2 0,4 0 0,-6-1 0,7-3 0,-1 8 0,3-7 0,4 3 0,3-7 0,4-5 0,8-1 0,-1 3 0,0 1 0,1 0 0,-1-2 0,0-1 0,1 0 0,1 5 0,2 0 0,2 0 0,0 0 0,-6 0 0,0 0-79,1 0 1,-7 0-2588,1 0 1,-2-2 1377,2-4 1288,-3-3 0,-8-14 0,0-3 0</inkml:trace>
  <inkml:trace contextRef="#ctx0" brushRef="#br0" timeOffset="88">14138 6310 9117,'-9'2'2417,"4"3"0,5-3 0,5 4 0,8-5-1065,7-1 1,5-1 0,8-3 0,-1-3-768,1-2 0,0 3 0,-2-3 0,-2 0-1004,-2 0 0,-5 0 0,3-4 0,-1 4 224,-4 2 0,-7-4 0,-4 4 1,0-1-1533,0 1 1,-6-6 1319,3 2 0,-10-3 0,-3-1 0,-2 3 330,-4 1 0,4 5 1,-2-5-1,-2 1 38,-1 0 1,-4 1 0,-2 6-1,-2-3 322,2 3 1,2 1 0,2 2-1,-3 0 26,-2 0 0,1 7 0,-6 2 0,1 2 226,-1 0 1,6 0-1,-1 5 1,2 2-226,3 4 1,2-4-1,1 6 1,4-2 252,1 0 0,1 7 0,4-2 0,-3 2-70,2-2 1,8 4-1,3-6 1,4 3-456,7-1 0,1-7 0,8 2 0,2-4-38,2-2 0,3-7 0,3-1 0,1-3 0,-2 0 0,0-1 0,-1-9 0,-1-6-1081,-3-4 1,-3-3-1,-1-2 1,-5-4-5083,-4-1 6163,-9 5 0,13-11 0,-4 6 0</inkml:trace>
  <inkml:trace contextRef="#ctx0" brushRef="#br0" timeOffset="89">2125 6653 7924,'-11'0'4243,"0"0"0,7-1-2533,-1-5 0,3 2 0,4-5 0,3 2-503,6 3 1,-2 3 0,2 1-1,4 0-1060,4 0 1,1-6 0,6 1 0,-1 1-148,1 2 0,1 2 0,4 0 0,-4 0 0,8 0 0,-5 0 0,3 0 0,3 0 0,-1 0 0,-4 0 0,-2 0 0,2 0 0,-2 0 0,-7 0 0,-1 0 0,-2 0 0,-10 0 0,-4 0 0,-10 0 0,-6 0 0,-9 2 0,-4 4 0,-3 3 0,-8 0 0,3 3 0,-6-4 0,1-1 0,-1 0 0,4 6 0,-4-4 0,3 0 0,2-3 0,1 3 0,-1 0 0,0 2 0,1 0 0,4-6 0,3 4 0,1-2 0,4-3 0,4 0 0,5 1-1728,4-3 1,9 3 0,3-8 0,6-3-703,3 3 1,3-7 2429,-1 0 0,8-5 0,1-1 0</inkml:trace>
  <inkml:trace contextRef="#ctx0" brushRef="#br0" timeOffset="90">2517 8975 7862,'-2'9'3672,"-2"-2"-119,-1 0-2629,-1-5 1,8 5-340,4-7 1,3 0 0,7 0 0,0-1-329,1-5 1,-4 4 0,1-5 0,4 2-202,0-1 0,1-1 0,-3 3 0,0-3 84,1-2 0,-1 3 1,0-3-1,1 0-304,-1 0 1,-5-2 0,0-3-1,0 1-123,-2 2 0,3 0 0,-6-5 0,-1 0 493,3-1 0,-7 1 1,5-1 129,-4 1 0,-10 0 1,-2 1-109,-5 4 0,-1 2 1,-1 6-277,1-3 0,0 1 0,-3 5 0,-1 0 15,-1 0 1,-1 0-1,6 2 1,-1 1 77,1 3 1,-2 6-1,0-1 1,-2 4 109,0 1 0,5 2 0,-7 4 0,4 4 122,2-1 0,5 6 0,2-4 0,2 4-61,3 2 0,2-6 0,2 0 0,0 0-281,0-1 0,9-1 1,6-5-1,6 2-89,5-2 1,1-2-1,6-3 1,0-3-69,-1-1 0,3-7 0,-1 1 1,1-3-759,-4-2 0,-8-2 1,3-3-1,-1-6 294,0-3 1,-5-5 0,2-1 0,-4-3 685,-1-3 0,6-8 0,3-8 0</inkml:trace>
  <inkml:trace contextRef="#ctx0" brushRef="#br0" timeOffset="91">3138 8762 7979,'-11'6'0,"0"1"464,-2 2 0,4 0 0,0 4 3704,2-2 0,2 0-3607,5 5 0,0 6 0,0-1 0,0 1 1,1 2 38,5 3 1,-3 4 0,7 2 0,-1-1-226,0 1 1,-4 0-1,4-2 1,-2-4-92,-3-5 1,-2-4 0,0-4 0,1-1-530,3-2 207,-1-7 0,-5-6 0,0-13 0,0-7-198,0-3 1,0-4 0,0-7 0,0-4 825,0-2 0,0-2 0,0-3 0,0 2-427,0 1 1,0 6 0,0-2 0,0 4-1145,0 5 1,6 4 0,1-1 0,0 7-1391,1 2 1,4 5-1,-1 3 859,4 5 1512,1 5 0,8 1 0,1 0 0</inkml:trace>
  <inkml:trace contextRef="#ctx0" brushRef="#br0" timeOffset="92">3416 8746 7963,'0'11'677,"0"0"550,0 1 1,0 3 0,0 1 0,0 1-365,0-1 1,5 6 0,2-1 0,1 1-365,-1 2 1,6 1 0,-4 8 0,2 0 538,0-1 1,-6 1 0,4-2 0,-2-4 952,-3-5 1,-2 2-1718,-2-3 0,0-8-276,0-13 0,0-14 0,0-14 0,0-3 222,0-1 1,-6-8 0,1-4 0,1-3-285,3-2 0,1 5 0,0 3 0,0 1-487,0 3 1,0 8 0,0 4 0,1-1-1110,5 1 0,-3 10 0,8 1 640,2 5 1,-4 3-1,2 6 1,2 0 51,1 0 968,3 8 0,6 1 0,3 7 0</inkml:trace>
  <inkml:trace contextRef="#ctx0" brushRef="#br0" timeOffset="93">3922 8746 8943,'-10'-9'6591,"-1"3"-5245,-2 4 0,4 2-80,-2 0 1,0 8 0,-3 3 0,1 3-718,2 2 1,6 8 0,-5 5 0,3 6 0,2 3 105,-3-2 1,7 4 0,-5-2 0,6-1-655,6-3 1,3-8-1,7-5 1,2-4-602,4-6 1,-2-4-1,7-9 1,2-3 266,2-6 0,2-11 1,0-5-1,-1-6 397,1-5 0,-8 3 0,-3-3 1,-4 2 53,-1-2 0,-8 9 0,-4-2 0,-3 3 58,-2 3 1,-7 3 0,-6-1 0,-5 3-21,-4 5 0,-7 8 0,2-2 0,-2 1-536,1 5 0,-1 1 1,6 2-1,-1 2-868,1 3 0,-1 4 1,6 8-1,0-1-1900,3 0 3148,10 1 0,-10 6 0,6 3 0</inkml:trace>
  <inkml:trace contextRef="#ctx0" brushRef="#br0" timeOffset="94">4429 8648 7893,'-7'21'0,"-2"3"1701,0 2 0,1-5 1,8 5-1,0-1-138,0 1 1,0-5 0,2 5-1,4-1-889,5 1 1,-2-6 0,0 1 0,0-2 93,0-3 1,-4 0-762,6 1 166,-7-8 1,3-9-1,-7-13 1,0-7 149,0-7 0,0-4 1,0-2-1,0-1 49,0-4 0,0 1 0,0-6 1,0-1-373,0 2 0,2 1 0,2 6 0,1 1 0,-1 3 0,3 3 0,-2 1 0,1 7-4916,1 7 1,2 6 4800,8 7 1,6 0-1,3 0 1</inkml:trace>
  <inkml:trace contextRef="#ctx0" brushRef="#br0" timeOffset="95">4903 8533 8729,'-11'0'1713,"0"2"-540,-1 4 1,-3-5 0,-1 7 0,-1-3 114,1 1 1,0 4 0,-1-2-1,1-1-643,0 0 1,5 6 0,2-2-1,1 3-523,5 3 1,1-1-1,4 0 1,3 1 286,6-1 1,11 2 0,5 2 0,4 2 192,2-2 1,1 0-1,3 0 1,1 2-289,-2-2 1,-7-8 0,-3-1 0,-3 2-315,-3 2 0,-4-5 0,-5 1 0,-5 2 0,-6-4 0,-6 0 0,-5 0-877,-3 0 0,-10-3 0,-1 3 1,-4-2-795,-4-3 1,10 3 0,-10-1 0,0-3 1670,-3-1 0,1-2 0,-5 0 0</inkml:trace>
  <inkml:trace contextRef="#ctx0" brushRef="#br0" timeOffset="96">2288 9547 8451,'-16'16'0,"1"0"2237,4 1 0,-2-6-1448,8 0 1,9-8 0,10 3-1,10-6 83,7-6 1,0 3 0,12-6 0,4-1-61,6 1 0,11 6 1,8-3-1,5 4 162,6 2 1,1-1 0,-38-1-1,0 0 1,2-1 0,0-1-975,3-1 0,0 1 0,4 1 0,1 0 0,3-2 0,2-1 0,1 0 0,1-2-75,1-2 0,-1 0 1,-4 1-1,0 0 0,6-3 1,1 0-1,1 1 0,0 0 75,6 1 0,0-2 0,-6-2 0,0-1 0,7 3 0,-1-1 0,-3 0 0,-2-1 0,-4 0 0,-2 0 0,-5 4 0,-2-1 0,-5-1 0,-2 0 0,41-8-1662,-7 6 1,-22 1-1,3-2 1662,-14 4 0,2 4 0,-7 7 0,-4 0 0,-4 0 0</inkml:trace>
  <inkml:trace contextRef="#ctx0" brushRef="#br0" timeOffset="97">3792 10201 7788,'0'11'9830,"0"-1"-6896,0-6 1,7 3 0,4-7-2373,3 0 0,3 0 0,-1 0 1,0 0-563,1 0 0,1 2 0,2 2 0,2 1-241,-2-1 1,-2-2 0,-2-2 0,1 0-511,-1 0 0,0 0 0,1 0 0,-1 0-1195,0 0 0,-5 0-527,0 0 1,-5 0-3765,4 0 6237,-6 0 0,3-8 0,-7-1 0</inkml:trace>
  <inkml:trace contextRef="#ctx0" brushRef="#br0" timeOffset="98">4625 10103 7807,'-16'0'0,"0"0"3100,-1 0 0,6 0 1,0 0-1166,-1 0 1,-3 0 0,-1 0-1434,0 0 1,5 0-1,0 1 1,-2 5-630,-1 5 1,3-2 0,0 2 0,0 1-4,2 3 1,0 3 0,5 2 0,-1 2-428,1-2 0,4 0 0,5-2 0,6 2 175,4 0 0,8-11 0,3 7 1,1-3 463,0-4 0,-1 4 1,3-8-1,-4 1 295,-1 1 1,3-5-1,-5 3 1,-2-3 450,-2-2 0,-7 6 1,-2 1-154,-2 2 0,-3 2 0,-10 5-438,-4 1 0,-5-1 0,-3-2 0,-2-1-196,-2-2 0,-5-2 0,3 4 0,1-4-1163,-1-2 1,-3-1 0,5-6 0,2 0-1972,2 0 0,3-2 0,4-4 3093,6-4 0,3-12 0,2-4 0</inkml:trace>
  <inkml:trace contextRef="#ctx0" brushRef="#br0" timeOffset="99">4772 9792 20548,'0'16'1780,"2"3"1,4 4-1100,5 10 1,3 14-1,2 15 1,1 7-803,-1 7 1,0 0 0,1 3-1,-1-3-796,1-9 1,-7-3 0,-1-17 0,-1-9-1418,-5-7 1,-1-17-711,-2 3 1,-2-19 3043,-3-4 0,-4-14 0,-7-5 0</inkml:trace>
  <inkml:trace contextRef="#ctx0" brushRef="#br0" timeOffset="100">4756 10250 14873,'-7'0'1991,"7"0"0,7 0 1,11 0-1,4 0-2685,5 0 0,6 0 0,3-2 1,6-2-1547,5-1 0,-7-1 0,9 5 2240,-2-5 0,1 4 0,1-5 0</inkml:trace>
  <inkml:trace contextRef="#ctx0" brushRef="#br0" timeOffset="101">5426 10233 7834,'-23'0'1794,"3"0"0,-6 2-1062,3 4 0,-5-3 0,7 6 0,-1 0 0,0-1 479,0-1 1,0 6 0,6-2-1,0 3-313,-1 2 0,3 3 1,1 2-1,4 8-443,2 8 1,1-3 0,6 4 0,2-3-459,4-2 1,4-8-1,10-5 1,4-7-547,1-8 1,3-3-1,3-4 1,-2-3-272,-2-6 0,-7-11 0,2-5 1,-4-6 159,-2-5 1,-1 4 0,-4-3 0,-4 4 224,0 1 1,-5 8 0,3-7 0,-3 4 742,-2 2 1,0 10 0,-2-1 1624,-3 1 1,1 12 0,-5 6-544,2 12 0,2 12 0,5 0 0,1 4-1166,5 2 0,-3 1 0,6 1 1,1-1-225,-1-3 0,0-7 0,3-1 0,-1-3-460,2-5 1,-4-4 0,2 0 0,2-6-1982,1-3 0,1-9 2441,-4-4 0,10-11 0,-2-3 0</inkml:trace>
  <inkml:trace contextRef="#ctx0" brushRef="#br0" timeOffset="102">5786 10250 7834,'-18'0'521,"-2"0"1,-2 0 1702,2 0 0,0 0 1,0 0-709,-2 0 1,0 2 0,8 3-534,3 6 0,-2 0 0,8 3 1,1 4-513,2 1 1,4 6 0,2 2-1,3 4-7,2 2 0,2 0 0,5-3 0,1 0-240,-1-3 0,2-7 0,2 0 0,2-6-1072,-2-3 1,-2-7 0,0 1 0,2-5-551,2-5 0,0-10 0,-6-8 0,1-3 1398,-1-3 0,0-9 0,1-4 0</inkml:trace>
  <inkml:trace contextRef="#ctx0" brushRef="#br0" timeOffset="103">6031 9857 7834,'-9'-7'1956,"3"-4"1,-1-3-430,2-3 1,-1 6 0,4 2 289,-3 2 0,3 9 0,-3 9 0,3 5-1097,2 6 0,0 11 0,2 10 0,1 4-582,3 3 1,1 4 0,-3 1-1,3-1-510,2 2 1,-5-5 0,1 4 0,-1-4-775,1-2 0,-3-8 1,3-3-1,-3-5 1146,-2-6 0,0-3 0,0-8 0</inkml:trace>
  <inkml:trace contextRef="#ctx0" brushRef="#br0" timeOffset="104">6047 10381 10300,'2'-17'2278,"4"1"0,-3 1 0,6 3 0,0 1-492,0-2 1,2 0-1,6 1 1,1 1-1369,4-2 1,-4-2 0,5-1-1,-1 0-1323,0-1 1,0 6 0,-6 1 0,0-3-1962,1-2 0,-6 4 0,-2 1-2117,-2-3 4983,-1 6 0,-6-1 0,0 8 0</inkml:trace>
  <inkml:trace contextRef="#ctx0" brushRef="#br0" timeOffset="105">6227 10152 7834,'-9'7'0,"2"-3"0,7 6 0,0 3 2095,0 2 1,0-4 0,0-1 0,2 5 361,3 5 1,0 0-1,10 7 1,3 2-1802,0 2 0,2 2 0,0 0 0,2-1-656,-2 1 0,-2-11 0,-1-4 0,-1-2 0,0-3 0,-5-8 0,0 1 0,0-19 0,5-5 0</inkml:trace>
  <inkml:trace contextRef="#ctx0" brushRef="#br0" timeOffset="106">7126 10135 7811,'9'-16'-303,"-2"5"0,-5 2 0,2 0 260,1 0 1,1 3 0,-4-3 1320,3 2 1,-3-6 817,3 2 1,-5 4-1461,-5 2 1,1 3 0,-7 2-68,-1 0 1,3 0-20,-2 0 1,0 2 0,-6 1-18,1 3 1,5 5-1,0-4-473,-1 2 1,-1-4-1,0 5 1,4-1-28,2 0 1,-4 2 0,5 5 0,3 0-6,1 1 1,2-1 0,0 2 0,0 2-186,0 2 1,2 2 0,5-4 0,8 3-136,5 3 0,7-6 0,-4 0 0,3-6 209,3-3 0,2-7 1,1 1-1,1-3-143,0-2 0,-2-7 0,-2-4 0,-4-6 101,-1-4 0,-2 1 0,-6-6 1,0 1 247,1-1 0,-8 1 0,-4-4 0,-3 3-123,-2 3 0,0-4 0,0 3 1,0 0 237,0 1 1,-7 1 0,-4 6 0,-4-3 270,-1-2 1,0 8 0,-3-4 0,-1 5-387,-1 3 0,-3 1 0,4 8 0,-2 0-1241,2 0 1,0 10 0,2 4-1,0 8-2156,3 3 3274,10 3 0,-10 4 0,6 1 0</inkml:trace>
  <inkml:trace contextRef="#ctx0" brushRef="#br0" timeOffset="107">7518 10054 8958,'-9'0'9830,"4"1"-8512,10 5 0,-1-3 1,7 8-1,2 2-698,1 2 1,2 6 0,1 1-1,-1 0 89,0 2 0,-5-4 1,0 3-710,2-5 0,-4 8 0,2-10 0,2 2 0,-4-9 0,2-7 0,1-5 0,-3-16 0,2 1 0,2-5 0,2-6 0,1-2 0,0 0 0,-1 0 0,-4-2 0,3 10 0,-5-10 0,2 4-958,0 3 0,-6 1 0,5 5 0,-3-2 270,-4 2 0,1 8 688,2 1 0,-5 7 0,7-3 0</inkml:trace>
  <inkml:trace contextRef="#ctx0" brushRef="#br0" timeOffset="108">7960 9988 7872,'1'17'2101,"5"-1"1,3-2-1,7-3 1,1-5-1488,-1-4 0,2-4 0,2-4 0,2-5-81,-2-3 0,-2-2 0,-2-1-411,1 1 1,-8-1 0,-4 1-222,-3 0 0,-2-1 0,-2 3 59,-3 3 0,-4 2 0,-8 5 0,1-1 49,0 1 0,-1 2 0,1 2 0,-2 2 394,-4 4 1,4 3 0,-4 7-1,6 0 178,5 1 0,-2 5 1,6 1-1,0 3-533,-1 3 1,3 2 0,5 1 0,2 1-843,3 0 0,4-6 1,8-2-1,-1-1-577,0-4 1,6-4 0,0-5 0,0-5 1370,1-5 0,3-1 0,6 0 0</inkml:trace>
  <inkml:trace contextRef="#ctx0" brushRef="#br0" timeOffset="109">8303 10054 10695,'0'10'6037,"0"1"-5397,0 2 1,0-4 0,0 2-202,0 2 1,2-4 0,1 2-145,3 1 0,1 3 0,-3 1 110,1 1 1,1-6 829,-6-1-803,0-6 1,0 2 0,0-12 0,0-7 378,0-7 1,0 0 0,0-7-1,0-2-614,0-2 1,0-1-1,0-1 1,1 0-198,5 0 0,1 3 0,6 1 0,-4 3-301,-2 2 1,6 5 0,-4 6-1,2 4-1392,0 1 1,0 3 0,5 5 124,0 0 1568,-7 0 0,6 7 0,-6 2 0</inkml:trace>
  <inkml:trace contextRef="#ctx0" brushRef="#br0" timeOffset="110">8826 10152 7772,'-7'16'4850,"3"0"-904,-7 1-2563,8-8 1,-5-4 1713,8-10-2881,8-4 1,-7-8-1,5 1 1,-3 0-1,1-3 1,1-2-1,-1-7 264,-2-2 1,-2-5 0,0-1 0,0-4-285,0-2 1,-2-3 0,-2-8-1,-3-3-219,-2-3 1,4 7 0,-4-1 0,1 6-375,5 3 0,1 10 1,2 1-1,0 9-184,0 6 1,7 9-1,4 4 1,4 3 35,1 2 1,0 0 0,2 0-1,2 0-575,2 0 0,5 0 1,-5 0-1,-2 0-1496,-2 0 1,-1 0 2615,-1 0 0,0 0 0,1 0 0</inkml:trace>
  <inkml:trace contextRef="#ctx0" brushRef="#br0" timeOffset="111">8695 9759 7772,'-9'17'0,"2"-3"1507,0-3 1,5 4 0,-2-6 0,8 0 501,7-4 1,5-3 0,6-2 0,5 0-2294,4 0 1,3-7-1,3-4 1,1-4-1980,-2-1 1,-1 0-1,-4-3 2263,-4-2 0,4 3 0,-6-6 0</inkml:trace>
  <inkml:trace contextRef="#ctx0" brushRef="#br0" timeOffset="112">9186 9302 11700,'-10'7'1268,"5"4"0,3 5 85,2 6 1,0 5-1,0 13 1,0 9-511,0 9 1,0 13-1,0 5 1,0 4-609,0 2 0,0-7 1,0-6-1,0-10-935,0-9 0,6-14 1,1-13-949,2-4 1,-4-7 0,6-13-2072,2-5 3719,-6-3 0,8-15 0,-6-1 0</inkml:trace>
  <inkml:trace contextRef="#ctx0" brushRef="#br0" timeOffset="113">9463 9808 7735,'-16'17'2271,"0"-1"1793,-1 0 0,3 1-2948,3-1 0,4 0 0,7 1 0,0-1-909,0 0 0,7 1 1,4-1-1,3 1-542,3-1 0,1 0 0,2-1 0,3-3 299,3-1 0,-4-7 0,3 1 0,-1-1-114,-4 2 0,-2-5 0,-2 5 0,1-6 387,-1-6 1,-5 3 0,-2-8 0,-2-4-361,-3-5 0,-2 2 0,-2-5 1,0-1 52,0-3 0,-8-2 1,-4 0-1,-7 3-215,-2 2 0,-7 3 1,5 6-1,-1 4 29,1 6 1,-5 3-1,5 4 1,-1 3-752,1 6 1,1 4 0,5 1 0,3 0 1006,3 1 0,-4 6 0,6 3 0</inkml:trace>
  <inkml:trace contextRef="#ctx0" brushRef="#br0" timeOffset="114">9872 9727 7733,'-11'0'4915,"0"0"0,6 0-3130,-6 0 1,7 1 0,-1 5-1367,3 5 1,4 5-1,1 6 1,5 5 300,1 4 1,-4 2-1,4-2-436,-1-4 0,4 2 0,-3-5 0,2-1-634,0 1 1,0-4 0,5-9-461,1-6 0,-3-5 0,-1-7 0,-2-8 318,2-5 1,-4-9 0,2 2 0,1-4 376,3-2 0,-4 6 0,-2 2 1,0 1 1410,0 4 1,-4 7-558,6 3 0,-2 13 0,4 3 0,-4 8-255,-2 8 1,1 3 0,-5 6 0,3-2-485,-3-1 0,5-3 0,-3 2 0,-1-5 0,-2-4 0,-1-7 0,5 0 0,-3-7 0,7-1 0,-3-6 0,0-6 0,-3-10 0,3-1 0,2-1 0,0-8 0,4 3 0,-2-1 0,1 0 0,-2 7 0,-1-2 0,0 4-2786,0 1 1,-6 1 0,5 1 2785,-1 5 0,2-5 0,7 6 0</inkml:trace>
  <inkml:trace contextRef="#ctx0" brushRef="#br0" timeOffset="115">10689 9776 8960,'-16'7'2457,"7"-5"1,3 5-1,14-7 1,6-2 818,6-3 1,4 1 0,-4-5-3267,2 2 0,5-4 0,-5 5 0,-1 3 1,1 1-11,0 2 0,0 0 0,-6 0 0,0 0 0,1 0 0,-1 0 0,0 0-3565,1 0 1,-1-2 3564,1-3 0,-1-4 0,0-8 0</inkml:trace>
  <inkml:trace contextRef="#ctx0" brushRef="#br0" timeOffset="116">11572 9154 20592,'0'19'0,"2"4"772,3 10 1,-1 14-1,5 15 1,0 11-370,0 14-315,2 4 0,-6-41 0,1 1 0,5 40 0,0-11 0,0-7 1,-2-17-1,0-9 145,0-12-1872,-6-19 1,5-3-1,-8-19 1,0-6 0,0-8-1,0-9-5803,0-8 7442,0 3 0,0-21 0,0 4 0</inkml:trace>
  <inkml:trace contextRef="#ctx0" brushRef="#br0" timeOffset="117">11556 9481 7776,'-26'17'0,"4"-1"0,11 0 0,4-5 0,9-2 1261,3-1 1,5 3 0,6-6-1,0-1 1325,1-3 0,1-1 1,4-1-3312,5-5 1,-7 4 0,2-5-485,3 0 0,-7 5 1,2-3-1,0 3-1800,-2 2 3009,0 0 0,6 0 0,1 0 0</inkml:trace>
  <inkml:trace contextRef="#ctx0" brushRef="#br0" timeOffset="118">11964 9694 9828,'-11'5'1558,"0"1"1,6 5-1,-4-4-569,2 2 1,-1 2 0,5 5 0,-3 2 84,3 4 0,1-2 0,2 7 0,0 3-574,0 0 0,0 1 0,2-3 0,5-7-687,9-2 1,2-5 0,8-3 0,-1-6 131,1-3 0,1-4 0,4-3 0,-2-8-121,-2-7 1,-7-5 0,2-6 0,-6 2-215,-5 2 1,-4 7 0,-7-2 0,0 2 249,0-2 1,-7 9 0,-4-3-1,-5 1 57,-6 1 1,2 5 0,-7 3 0,-2 3-98,-2-3 1,5 5 0,3-3 0,1 6-387,0 3 1,6 8 0,7 0 0,0 5 5,0 4 1,5-1 0,-1-2 0,5 0 559,5 3 0,11 0 0,10-6 0</inkml:trace>
  <inkml:trace contextRef="#ctx0" brushRef="#br0" timeOffset="119">12438 9776 7777,'-16'0'2031,"-1"5"0,1 2-107,0 2 0,1-3 0,3 5-1268,1 2 0,7 1 0,-1 2 0,3 1-109,2-1 1,0 0 0,2 1-1,3-1-602,6 0 1,11-6-1,3-5 1,2-3 71,1-2 1,-1-2-1,6-3 1,-3-5 294,-2 1 1,-3-5 0,-5 3-1,0-4-173,-5-1 0,1 0 1,-7-1-82,0 1 1,-2 0-1,-8 1 1,-5 2-237,-5 3 0,-3 0 1,-5-2-1,0 3-42,-3 1 0,-7-2 1,1 4-1,-2 2-1098,-3 3 1,7 1-1,3 0 1,1 0-3802,0 0 5119,8 0 0,-1 7 0,6 2 0</inkml:trace>
  <inkml:trace contextRef="#ctx0" brushRef="#br0" timeOffset="120">13092 9645 7866,'-7'16'2522,"-2"1"0,-8 1-601,1 4 1,7-4 0,3 3-1,5-2-937,1-3 0,1 6 0,3 0 0,3-1-464,2 3 1,-3-11 0,3 3-896,-2-1-244,6-8 0,-6-2 0,4-10 0,-4-6 113,1-4 1,-5-3 0,8-4 0,2-3-57,1 0 0,-3-6 0,0 5 1,2-1 267,1 0 1,3 1 0,-3-1 0,-1 5 1100,-2 4 1,0 9 0,5 4 74,0 3 1,-1 11-1,-2 7 1,-4 12-336,-2 8 0,4-2 0,-6 4 0,-1-3-284,-2-2 0,-2-6 1,0-2-1,0-1-1029,0-4-50,0-9 1,0-11-1,2-13 1,1-7 466,3-7 1,6-4-1,-2 0 1,0 2 313,1 2 0,0 7 0,6-2 1001,-1 4 1,0 9-1,1 5 109,-1 8 1,-5 7 0,0 9 0,0 3-1076,-2 3 0,0-1 0,-6 4 0,3-3-443,-3-3 1,-1-1-1,0-6-6543,4 1 3153,-5-8 0,12-6 3833,-7-13 0,6-9 0,-3-13 0</inkml:trace>
  <inkml:trace contextRef="#ctx0" brushRef="#br0" timeOffset="121">13762 9727 7800,'16'-17'76,"1"1"0,-3 0 0,-1 1 1,-4 2 864,-2 2 1,1 2 0,-5-3-102,3 1 1,-3 7 0,-8-1 665,-6 3 1,-4 2 0,1 2-1,1 3-251,2 6 0,2 5 0,-2 4 0,4 6-570,0 5 0,5-2 0,-3 9 0,3-4-595,2-1 1,0-6 0,0-1 0,2-3-472,3-3 0,-1-3 1,7-6-1,1-6-144,3-3 1,1-9-1,0-4 1,1-6-434,-1-4 1,-5-5-1,-2-7 1,0 1 274,0-1 0,-5 2 0,1 2 0,-3 4 848,-2 1 0,0 0 0,-2 4 1140,-3-1 0,3 4 1,-5 8 49,0 2 1,5 3-1,-4 10 1,5 5-1001,1 3 0,5 4 0,2 2 0,2 4-355,4 1 0,0 3 0,-1 2 0,-1-2 0,2-6 0,2-4 0,1-2 0,0 0-2039,1 1 1,-6-8 0,-1-4-323,3-3 1,0-4-1,0-5 1,-4-9-1531,-2-10 3891,-2 3 0,3-16 0,1 5 0</inkml:trace>
  <inkml:trace contextRef="#ctx0" brushRef="#br0" timeOffset="122">14171 9596 14899,'0'16'1988,"0"-5"1,2 0 0,1 2-968,3 1 0,-1 8 0,-5 0 0,2 0-241,3 1 1,-3-3 0,4 6 0,-5-3-582,-1-3 1,0-2 0,0-1-200,0-1-736,0 0 1,0-16 0,0-9-1,0-11-178,0-5 1,2-2 0,4-6-1,5 0 554,3 1 0,2 4 0,-1 3 1,-2 1 691,-2 4 1,-1 9 0,7 6 0,-1 3 683,1 2 1,-7 9-1,1 6 1,0 7-605,-2 3 1,4 2-1,-8 6 1,1 0-1140,1-1 1,-5-6 0,3-4 0,-3-4-5736,-2-2 6462,8-7 0,1-16 0,7-11 0</inkml:trace>
  <inkml:trace contextRef="#ctx0" brushRef="#br0" timeOffset="123">14563 9629 7766,'0'16'372,"-5"-5"1,-1 0 0,1 1 2012,-3 3 0,7-2 1,-5 3-2003,4 8 1,2-3 0,2 1-1,2-4-378,1-1 0,8-6 0,-4-1 0,2 1 230,0-2 0,0-1 0,5-8-97,0 0 1,-5 0-1,-2-2 1,-1-4-40,-5-4 1,5-5 0,-3-1-1,-1-2-647,-3-4 0,1 2 0,2-6 0,1 1 70,-1-1 1,-2 6 0,-2-3 0,0 1 320,0 0 1,0 0 0,0 6-28,0 0 1,2 1 2178,3 4 1,-3 6-1324,3 10 0,3 10 0,-1 9 0,0 3-359,0 7 1,6 1 0,-4 8-1,2 3 286,0 1 0,-6-2 0,4 3 0,1 2 282,-1 1 0,-6-5 0,3-4 0,-4-1-755,-2 1 0,0-6 0,-2 1 0,-4-5-126,-5 1 0,-9-9 0,-3 8 0,-3-1 0,-3 0 0,-2 2 0,-1-2 0,-1-2-108,0-2 1,1-12 0,1-1-1,2-7-2655,1-8 1,7-14 0,-5-14 2762,3-7 0,-14-6 0,3-7 0</inkml:trace>
  <inkml:trace contextRef="#ctx0" brushRef="#br0" timeOffset="124">15707 9285 7933,'-11'0'2169,"0"0"0,-1 0 88,-3 0 0,-1 0 0,-1 0 0,1 2 4,0 4-2061,-1-5 0,1 8 1,0-3-1,-1 5 1,1 3-677,0 3 0,7-6 1,3-1 127,4 3 1,10 0 0,2 0-1,7-4 208,5-2 0,-2 6 1,7-4-1,2 2 234,2 0 0,1-1 0,1 7 1,-2-1 245,-4 0 0,-3 1 0,-8-1 0,1 2 99,-1 4 1,-7-4 0,-4 6 0,-3-2 83,-2-1 0,-7 1 0,-4-7 0,-5-2-503,-6-3 0,2-6 0,-5 1 1,1-3-1124,4-2 0,-4-2 0,1-5 1,-1-7-417,1-6 0,-5-9 0,8 3 0,4-1-267,3 0 0,4-1 0,-2-2 1786,6 2 0,-4-3 0,0 6 0</inkml:trace>
  <inkml:trace contextRef="#ctx0" brushRef="#br0" timeOffset="125">15985 8926 7842,'-16'0'6227,"5"0"-2763,0 0 1,7 1-2745,-1 5 1,3 3-1,2 9 1,2 4-537,3 5 0,6 13 0,9 7 0,2 8-470,-2 3 1,-2 4-1,-3 5 1,-3 2-528,-1 0 1,-7-11-1,1 4 1,-3-9-205,-2-12 0,0-12 1017,0-7 0,-7-4 0,-2-1 0</inkml:trace>
  <inkml:trace contextRef="#ctx0" brushRef="#br0" timeOffset="126">15887 9449 7842,'0'-9'2457,"0"-6"1,14 13-1,8-3 1,11 3-2196,11 2 0,1 0 0,13 0 0,2 0-5315,4 0 5053,-10 0 0,24 7 0,-11 2 0</inkml:trace>
  <inkml:trace contextRef="#ctx0" brushRef="#br0" timeOffset="127">16541 9432 7842,'-37'17'0,"3"-1"0,3 0 0,4 1 0,0-1 0,5-1 3276,4-4 1,7 3 0,0-3-2258,-2 3 0,6 3 1,1-1-1,6 1-861,6-1 0,-3 6 0,8-1 0,2-1-302,2-1 0,1-8 0,0-2 0,1-2-125,-1-4 0,-5-1 0,0-2 1,1 0-66,3 0 0,-4-7 0,-2-4 1,0-3-180,0-3 0,-3-1 0,3-2 1,0-2 23,0 2 1,-6 0 0,5 0 0,-3-3 475,1-3 0,1 6 0,-3-1 0,1 2 536,-1 3 1,-3 0-1,1 1 1228,4 4 0,-3 6 0,6 10-667,-1 6 0,3 6 0,-4 4 0,0 7-1056,0 2 0,4 3 0,-3-2 0,1-4-1306,3-5 1,-3-4 0,2-3-1,0-3-500,-2-1 1,6-7 1777,-4 1 0,3-17 0,3-6 0</inkml:trace>
  <inkml:trace contextRef="#ctx0" brushRef="#br0" timeOffset="128">17031 9367 8726,'-18'0'1593,"-4"0"0,4-5 1,-4-1-1,4 2-203,2 3 1,-1 1 0,1 1 0,0 3-818,-1 2 1,1 8 0,1 1 0,3 6-99,1 5 1,7 1 0,-1 6 0,3 1-245,2 4 0,7-7 1,4 4-1,4-3-198,1-2 1,2-9-1,2-1 1,4-7-1465,1-8 0,-3-3 1,3-4-1,1-3 203,-1-6 1,-5-11 0,2-5 1227,-4-4 0,-2-9 0,1-2 0</inkml:trace>
  <inkml:trace contextRef="#ctx0" brushRef="#br0" timeOffset="129">17146 9024 9310,'9'-17'2339,"5"8"1,-10 11 0,5 14 0,-2 10-2142,-3 5 1,-2 9 0,-2 3-1,1 5-262,5 1 0,-4-6 0,3 1 0,-3-1-6869,-2-1 6933,0-2 0,-7 0 0,-2 2 0</inkml:trace>
  <inkml:trace contextRef="#ctx0" brushRef="#br0" timeOffset="130">17162 9612 7811,'7'9'1743,"-3"-1"-577,7-8 0,-6-2 0,6-4 1,2-5-714,1-3 0,4-4 0,2-4 0,2-7-687,-2-8 1,0 1-1,-2-6 1,0 2 64,-3 4 1,-8 0-1,2 1 1,-1 1-1495,-5 3 0,-1 9 0,-4 2 1046,-3 7 0,-3 8 1,-2 10-1,2 6 1019,1 4 0,5 1 0,-3 1 0,3 1 1687,2 3 0,0-1 1,2 6-1,3-1-1167,6 1 0,-2 1 0,4 6 0,3-1-156,4 1 0,2-6 0,-6 1 0,1-1-1131,-1-2 1,0 1-1,1-6-2825,-1 1 1,-5-6 3189,0-10 0,-7-10 0,3-4 0</inkml:trace>
  <inkml:trace contextRef="#ctx0" brushRef="#br0" timeOffset="131">18355 9629 7915,'0'10'871,"0"1"0,0 2 1,0 2 6784,0 1-6914,0-7 1,2-2 0,1-9-39,3-3 1,1-2 0,-3-6 0,1 2-319,-1-2 0,-2-1 0,-2-4 0,0-4-294,0-5 1,-2-1 0,-2-2-1,-3-7-205,-2-3 1,3-3 0,-4-6-1,-1-4 212,2-7 0,1 2 0,8-9 0,0 7-44,0 3 1,2 10 0,4 9-1,5 5-207,3 6 0,10 4 1,1 8-1,2 4-979,1 6 0,-1 3 0,4 2 0,-2 0-442,-2 0 1,-7 0 0,0 2-707,-7 3 0,-6 6 2279,-7 11 0,-7-4 0,-2 6 0</inkml:trace>
  <inkml:trace contextRef="#ctx0" brushRef="#br0" timeOffset="132">18192 9253 7883,'-8'9'0,"7"0"7350,-5-4-6897,4 4 0,15 0 1,5-3-1,6-4-1266,5-2 1,3 0 0,5 0 0,3-2 812,2-4 0,1 5 0,6-7 0</inkml:trace>
  <inkml:trace contextRef="#ctx0" brushRef="#br0" timeOffset="133">18666 9383 7883,'-17'26'1141,"6"3"0,0-7 1,1-1 222,0 3 0,-2-11 1,6 3-1,1-3 1447,-2-4-3000,5-2 1,-5-9 0,8-3 0,3-6 279,1-4 0,6-1 0,-3-2 1,1-2 129,3-2 0,-3-5 0,1 5 0,-1 0-123,0-1 1,-4 5-1,4-4 1,0 4-715,0 1 0,-3 1 1,5 0-645,1-1 1,-2 6 0,0 2 0,3 0 21,2 0 1238,8 5 0,-5-3 0,6 7 0</inkml:trace>
  <inkml:trace contextRef="#ctx0" brushRef="#br0" timeOffset="134">18911 9236 7875,'-8'11'809,"-2"0"0,1-6 0,-2 6 31,-2 2 1,4 2-1,-2 1 1,0 0-464,2 1 1,-6 1-1,6 2 1,0 2 304,4-2 1,3 5-1,2 0 1,0 3-322,0-1 0,0-7 0,2 2 0,3-4-551,6-2 1,4-7 0,1-3 0,0-4-139,1-2 1,-1-8 0,-1-3 0,-3-5-43,-1-6 0,-2 4 0,4-6 0,-4 3-223,-2-1 1,-1-5 0,-6 5 0,0 0 396,0-2 0,0 12 0,0-5 1,0 3 1248,0-1 1,-2-1 304,-3 0 21,3 7 0,-6 3 0,8 13-495,0 10 1,0-1 0,2 8 0,2-1-512,1 4 0,6 3 1,-3-1-1,-1-2-733,0 2 0,4-5 0,-4-3 0,0-3-1864,1-1 1,-1-6 0,-2-2 2223,6-2 0,4-9 0,1-7 0</inkml:trace>
  <inkml:trace contextRef="#ctx0" brushRef="#br0" timeOffset="135">19156 9367 7875,'0'11'1960,"0"0"1,0 0 0,0 5-396,0 0 0,0 1 0,0-1 0,0 0-844,0 1 0,0-1 1,0 0-1,0 1-105,0-1 1,0 0-1,0 1-69,0-1 1,0-5-1491,0 0 1,0-9 42,0-2 0,0-9 0,2-13 0,1-5 186,3-4 0,7-2 1,-3 0-1,5 3 503,1 2 1,-3-3 0,2 4 944,3-4 0,2 11 1,-4 6 105,0 5 0,1 5 1,-3 10-1,-1 6-252,-2 8 0,-8 0 0,3 7 0,-4 2-379,-2 2 0,0-3 1,0-3-1,0-1-1403,0-4 276,0-2 0,2-9 1,1-5-1,4-10 428,3-10 0,-1-1 0,3-4 0,-1 1 853,2-2 0,-4 9 0,0-3 836,-2 1 0,6 2-39,-2 3 0,2 10 1,-1 10-1,-3 5-1017,-1 1 0,-3 3 0,-3 1 0,2 1-395,1-1 1,1 4 0,-6-2-1,0-2-2469,0-2 0,0-7-4094,0 0 6815,0-8 0,0-3 0,0-9 0</inkml:trace>
  <inkml:trace contextRef="#ctx0" brushRef="#br0" timeOffset="136">19679 9514 7780,'7'9'3276,"4"-3"1,4-5 0,1-1-2395,0 0 1,3-7 0,0-4 0,3-3-647,-2-3 0,-2 1 0,-1 0 0,-1-2-372,0-4 0,-5 5 0,-2-1 0,-1 6-189,-5-1 1,5-2 315,-3-1 0,-1 1 0,-10 5 1,-5 4-75,-3 4 0,1 2 0,-3 0 323,-8 0 0,8 0 0,-1 0 0,3 0-110,-1 0 0,-1 6 0,2 1 0,1 2-94,2 4 0,5 7 0,-3 3 0,2 3 97,3 3 0,3 2 0,1 1 1,0 1-117,0 0 1,5-2-1,2-4 1,1-5-1407,-1-4 1,6-2 0,-2-1-688,3-4 0,2-4 0,-1-9 2076,-4-3 0,11-12 0,-4-8 0</inkml:trace>
  <inkml:trace contextRef="#ctx0" brushRef="#br0" timeOffset="137">20186 9318 7771,'-18'-2'653,"-4"-3"1,2 3 0,-6-4 0,3 5 647,3 1 1,-4 0-1,2 0 1,1 0 349,-3 0 1,11 0 0,-3 0-272,1 0-1163,8 0 1,5 7 0,10 4 0,1 3 150,3 3 1,3 4 0,3 3 0,2 0-37,2-1 0,1 1 0,-3-6 0,4 0-208,1-3 1,1-3-1,1 3 1,-5-2 46,-4-2 0,-2-6 275,1 6 1,-8-6-1,-6 4-456,-6-1 1,-14-3 0,-10-5 0,-4 0-65,-1 0 1,-3 0 0,-1-2 0,-2-3-2162,1-6 1,3 2-1,3-2 1,4-2 2234,5-1 0,4-10 0,1-1 0</inkml:trace>
  <inkml:trace contextRef="#ctx0" brushRef="#br0" timeOffset="138">20970 9400 8437,'-11'-9'1645,"0"1"-1505,-1 1 1,-3 3 1072,-1-6 1,1 4 0,3-5 0,1 0-1,-2 0-526,-2 0 1,5 8 0,-1-3 0,-2 3-296,-2-3 1,5 5 0,-1-5 0,-2 6 48,-2 6 0,4 3 1,2 9-1,0 4-75,0 5 0,6 5 0,-3 5 0,4 1-382,2-2 1,2-1-1,2-3 1,5-1-645,5-3 0,1-5 1,10-8-1,1-4-156,-1-6 1,1-5 0,3-5 0,-4-8 310,-1-7 1,-2 0 0,-6-7 0,-2-2 167,-3-2 1,-2-2 0,-5 2 0,1 2 408,-1 2 1,-2 7 0,-2-2 0,0 4 3275,0 2-2108,-7-1 1,-1 10 0,-3 7-368,6 9 1,3 7 0,2 4 0,2 4-353,3 1 1,-1-3 0,7 6 0,2-1-784,1-2 0,3 4 0,-1-7 0,0-2-74,1-2 1,-1-7 0,0-2 0,2-2-2123,4-3 0,-4-2 1,6-2-1,-2-2 2347,0-3 1,7-4-1,-4-8 1</inkml:trace>
  <inkml:trace contextRef="#ctx0" brushRef="#br0" timeOffset="139">21493 9383 7751,'-16'-9'1020,"0"4"1620,-1 3 1,1-3-1,0-1-1768,-1 2 0,1 4 1,-1 6 162,1 5 0,0 3 0,1 3 1,4-1-631,6 0 1,3 1 0,2 1 0,0 2-269,0 2 0,0-1 1,0-4-1,2-1-758,3 0 1,4 1-1,8-3 1,-1-3-744,0-5 0,6-4 1,0-2-1,-2 0 207,-2 0 1,-1-8 0,-1-3 1156,0-3 0,1-10 0,-1-1 0</inkml:trace>
  <inkml:trace contextRef="#ctx0" brushRef="#br0" timeOffset="140">21722 8811 7775,'-11'6'1963,"0"-1"0,8 8 1,-3-2-1,4 5-456,2 6 0,0 0 0,0 10 0,0 10-868,0 9 1,0 3 0,0 8 0,0 4-521,0 1 1,2-9 0,2 4 0,1-8-1141,-1-7 1,-2-14 0,-2-2 0,0-6-5794,0-5 6814,0-9 0,-8-3 0,-1-8 0</inkml:trace>
  <inkml:trace contextRef="#ctx0" brushRef="#br0" timeOffset="141">21559 9302 9098,'0'-17'3349,"0"1"-2702,0 0 0,7 1 1,4 2 1267,3 2 1,4 8 0,2-3 0,4 5-2402,1 1 1,3 0 0,3 0 0,-2 1-1681,-2 5 0,-2-3 0,4 8 0,-3 0 983,-3-2 0,1 4 1,-6-6-1,0 2 1183,-3 4 0,-2-4 0,1 2 510,-3 2 0,-4-4 0,-7 2 0,0 3 1585,0 6 1,0-2-1,0 4 1,0-2-891,0 2 0,0-4 0,0 6 1,0-2-999,0-1 0,6 1 0,-1-6-2194,-1 1 0,-1-8-1988,3-4 3975,-4-3 0,12-9 0,-5-2 0</inkml:trace>
  <inkml:trace contextRef="#ctx0" brushRef="#br0" timeOffset="142">22065 9040 7775,'-16'7'463,"0"-3"1,-1 5 4965,1-2-7041,0 6 1612,7-4 0,9 0 0,9-2 0</inkml:trace>
  <inkml:trace contextRef="#ctx0" brushRef="#br0" timeOffset="143">22229 9253 7749,'0'16'1188,"0"0"1,0 1 122,0-1 1,0 6 0,2 0 0,1-1-553,3 3 1,5-6 0,-4 4 0,0-2 168,0 2 0,1-4 0,-5 4 1691,3-4 0,5-2-1501,-6 0 1,2-6-1119,-1-5 0,-4-3 0,7-8 0,-6-1 0,3-2 0,5-2 0,-4-5 0,2-1 0,4 1 0,-4-8 0,2-1 0,1-4-353,3-4 1,1 4-1,-1-9 1,-2 5-2925,-3 6 0,-4-2 0,3 7 3218,-2 2 1,6-5-1,-4-1 1</inkml:trace>
  <inkml:trace contextRef="#ctx0" brushRef="#br0" timeOffset="144">22621 9383 7727,'2'11'4245,"3"0"1,-1-7-3946,7 1 1,-6-3 0,6-2-570,2 0 0,1-7 0,3-4-148,-1-4 1,-5-1 0,0 0 197,2-1 0,-6 1 0,-2 0 0,-1 1 622,1 4 0,-3-3 201,4 3 1,-6 2 0,-6 0-463,-5 1 1,-3 3 0,-3 5-168,1 0 1,0 0 0,-1 0 0,1 2 165,0 3 0,5 4 1,0 8-1,-2-1 441,-1 0 1,3 8-1,0 1 1,0 3 125,2-1 0,-4 0 0,8 6 0,1-1-241,2 1 0,2-6 0,0-1 1,2-1-166,4 1 0,-3-6 1,10 1-1,3-2-271,4-3 0,2-5 1,-4-2-1,2-2-730,2-3 0,5-2 0,-5-4 0,0-4-1747,1-5 1,-8-3-1,5-2 2446,0-1 0,7-6 0,-1-3 0</inkml:trace>
  <inkml:trace contextRef="#ctx0" brushRef="#br0" timeOffset="145">3906 11950 11280,'-7'9'4291,"5"-4"-2506,-3-10-995,3 3 1,9-11-1,2 6 1,2 0-1,0 0 699,2 3 0,-4 2-612,2 2 0,0 0 0,5 0 0,0 0 0,2 0-877,4 0 0,-4 0 0,11 0 0,-5 2 0,1 2 0,4 3 0,2 0 0,2 2 0,0 0 0,-6-5 0,-2 1 0,-1-1 0,-4 1 0,-2-3-770,-2 4 770,-6-4 0,-3-2 0,-7 0 0</inkml:trace>
  <inkml:trace contextRef="#ctx0" brushRef="#br0" timeOffset="146">4838 11852 7930,'-2'-9'-357,"-2"1"0,-3 3 1638,-2 0-157,5-8 0,-3 9 1176,7-7 3346,0 8-2660,0-5 0,-2 8-2335,-3 0 1,3 8-1,-3 3 1,1 3-349,-2 2 1,5 6-1,-5 2 1,4 1-301,2 4 1,0 2-1,0 0 1,2-2-186,4-2 1,-3-5 0,8 4-1,2-3-264,1-3 1,5-9 0,1-5 0,3-5-46,3-1 0,-5 0 0,5-1 1,-3-5 387,-3-5 1,-1-9-1,-3-2 1,-2 1-113,-3-3 0,2 6 1,-7-4-1,-1 4-319,2 2 0,-5-1 0,3 1 0,-3-1-1112,-2 1 0,0 0 1,-2-1-408,-3 1 1,3 5 2052,-3 0 0,3 0 0,2-5 0</inkml:trace>
  <inkml:trace contextRef="#ctx0" brushRef="#br0" timeOffset="147">5295 11672 8660,'-23'24'922,"-3"-6"0,-4 4 0,0-4 755,3-2 0,13-5 1,-3 0-1,3 0 1062,-1-2-2806,6 5 0,2-10 1,9 5-1,3-2-157,6-3 0,5 0 1,4-1-1,4 3 349,1-3 1,3 1 0,3 0-1,-2 1-141,-2-1 1,-5 3 0,3 0-1,1 0 1282,-1 1 0,-9-1 0,4-2-728,0 6 0,-2 4 1,-7 1-1,-5 1-328,-4-1 0,-2 0 0,-2 1 0,-5-1 21,-10 0 0,-6 1 0,-10-1 0,0 0-258,0 1 1,1-3-1,-1-1 1,0-4-1467,1-2 1,4 1 0,3-5 0,1 3-1252,4-3 1,10-8 0,4-6 2743,4-4 0,10-8 0,1-3 0</inkml:trace>
  <inkml:trace contextRef="#ctx0" brushRef="#br0" timeOffset="148">5639 11901 8564,'0'11'2949,"0"0"0,7-8 0,4 3-2715,3-5 0,3-2 0,-1-3 0,-1-3-469,-5-2 0,5-2 1,-4-6-1,3 1 52,3 0 1,-8-1-1,-4 1 1,-3 0 327,-2-1 1,0 1-1,-2 0 187,-3-1 1,-6 8 0,-9 4 0,-2 3 337,2 2 1,-3 2 0,-1 3 0,0 6-27,1 4 0,-1 6 0,6 3 1,0 2 147,3 3 0,3 3 0,-3 5 1,4 1-344,6-2 0,3-1 0,2-3 1,2-1-1115,3-4 1,4-3 0,9-8 0,2-1-272,2-4 0,2-4 0,-4-7 0,3 0-537,3 0 0,-6-2 0,2-3 0,-2-6 217,1-4 1,-1-1 0,8 0 1255,1-1 0,9 1 0,4 0 0</inkml:trace>
  <inkml:trace contextRef="#ctx0" brushRef="#br0" timeOffset="149">6816 11754 7991,'-22'7'0,"-2"2"1754,-1 0 1,5 4 0,-2-8 0,4 1 259,1 1 0,1-5-1017,0 3 1,5 4-1,2 2-386,1 4 1,3 1 0,5 0 0,0 3-170,0 2 0,0-1 0,2 6 0,3-3-361,6-3 0,4-1 1,3-5-1,2-1-16,2-2 0,7-8 0,-2 3 1,4-4-74,2-2 1,-1-2-1,-1-4 1,-4-5-330,-5-3 1,-4-2 0,-1-1 0,-3 1-159,-3 0 0,-4-3 1,-7-1-1,0-1 274,0 1 1,-9 1-1,-5 3 1,-8 0-224,-4-1 0,5 1 0,-7 0 1,1 1-625,2 4 1,1 2 0,8 6 0,-1-3-4038,1 2 5105,7 3 0,-5 8 0,4 2 0</inkml:trace>
  <inkml:trace contextRef="#ctx0" brushRef="#br0" timeOffset="150">7322 12015 7810,'0'17'2638,"0"-1"769,0 0 1,0-5-2430,0 0 1,0-11 0,-2-4-637,-3-10 1,3-8-1,-3 0 1,1-5 190,-1-4 0,3-2 0,-5-1 0,1-4-263,1-6 0,-6 1 1,3-5-1,1-4-52,0-5 0,0-2 1,3-5-1,-1 2-550,1 2 0,2 13 0,4 2 0,2 6-737,1 9 0,8 8 1,-2 2-1,3 7 323,3 8 1,-1 3 0,0 4 0,1 1-11,-1 3 0,0 6 0,-1-1 0,-3 4 330,-1 1 0,-5 2 0,3 2 426,-2 2 0,-1 14 0,-6-1 0</inkml:trace>
  <inkml:trace contextRef="#ctx0" brushRef="#br0" timeOffset="151">7077 11688 23601,'-7'0'1718,"7"0"0,11 0-1310,9 0 1,5-7-1,8-4 1,-1-2-1567,1 3 1,0-5-1,0 4 1,-1-3 1157,1-3 0,0 1 0,-1 0 0</inkml:trace>
  <inkml:trace contextRef="#ctx0" brushRef="#br0" timeOffset="152">8205 11590 8431,'0'17'706,"0"-7"0,0 1 0,0 2 1,0 2-1,0 1 0,0 0 192,0 1 0,0 4 0,2 3 0,1 1 0,3 3-337,-3-3 0,5 4 0,-3-7 1,1-2-211,1-2 1,-5-2 0,3 1-612,-3-1 0,0-7 10,3-3 1,-3-6-1,3-8 1,-3-6-109,-2-6 0,0-9 0,0 2 0,2-6-29,3-5 1,-1 3 0,5-3-1,0 4 278,0 1 1,-3 0 0,3 2 0,0 4 186,0 5 0,-4 11 0,6 8 377,2 6 0,0 14 0,-2 12 1,-4 5-2,0 4 1,-5 6-1,4-8 1,-5-3-35,-1-4 1,6-9-1,-1 2 1,-1-4-985,-2-2 1,-1-8 54,5-8 1,-2-8 0,5-8 0,0-2 116,0-4 0,2-1 0,5-7 0,-1 5 654,-5 1 0,5 3 1,-4 6-1,3 2 186,3 2 0,1 8 0,0-1 1,0 8 203,-3 7 0,-3 5 0,5 6 0,-3 5 463,-3 4 1,2-4-1,-8-1 1,1-3-909,1-3 0,-5-2 0,3-1-5920,-3-1 2399,-2-7 0,0-3 3314,0-12 0,-7-3 0,-2-7 0</inkml:trace>
  <inkml:trace contextRef="#ctx0" brushRef="#br0" timeOffset="153">8973 11737 8839,'11'9'5889,"0"-3"-5066,2-4 1,1-2 0,2-2 0,1-2-299,-1-1 1,0-6 0,1 4 0,-1-1-576,0 1 0,-5-6 1,-2 2-1,1-3 2,-1-2 1,-6 5 0,3 0 0,-4-2-48,-2-1 0,-8-3 1,-3 1 428,-3 0 0,-8 6 0,0 5 1,0 3 149,-1 2 1,3 0 0,-6 2 0,3 5-115,3 10 1,2-1 0,3 8 0,2-1 24,3 4 1,4 4 0,-3 0 0,2-2-338,3-2 0,2-1 1,4 1-1,4-3-1259,4-1 1,5-10 0,1 2 0,3-6-611,2-6 0,-3-1 1,4-2-1,-4-2-1568,-1-3 3379,-1-11 0,8-3 0,1-4 0</inkml:trace>
  <inkml:trace contextRef="#ctx0" brushRef="#br0" timeOffset="154">9300 11607 7915,'0'16'1461,"0"0"1,0 1-1,0-1 670,0 0 1,0 2-1,0 2 1,0 4-1410,0 1 0,0 1 0,0 3 1,0-2-469,0 2 0,0-5 1,2-4-1,1-6-510,3-3 1,-1-5-292,-5 5 0,0-15 0,0-1 1,0-10-177,0-7 0,2 2 1,2-7-1,1-4 299,-1-5 1,-1 7 0,1-4 0,3 4 99,2 4 0,-5-5 1,3 9 329,1 1 0,-5 9 1,8 7 289,2 8 0,-4 12 0,0 10 1,-2 1 115,-3 0 0,3 0 0,-1 4 0,-3-2 247,-1-1 1,-2-9 0,0 3-413,0-4 1,0-7-1,2-2 1,1-3-1557,3-8 1,5-7 0,-4-11 0,2-4 658,4-1 0,1-2 1,3-6-1,-1 2 933,0 4 0,1 1 0,-1 8 0,2 0 765,4 4 1,-4 8-1,6 4-288,-1 11 1,-10 4 0,2 13-1,-4-1 414,-2 0 1,-4 3 0,4 3 0,-1-2-896,-5-2 1,4-7-1,-1 2 1,-3-4-1237,-1-2 0,-2-5 85,0 0 0,0-9-6251,0-2 7123,0-8 0,8-15 0,1-3 0</inkml:trace>
  <inkml:trace contextRef="#ctx0" brushRef="#br0" timeOffset="155">10019 11623 7859,'-16'7'1236,"-1"-5"0,1 5 1,0-1 400,-1-1 1,7 6-1,-1-4 1,-2 2-356,-2 4 0,4-2 0,2 4 1,2 3-659,3 0 0,3 7 1,1 1-1,1 1-475,5 0 0,3-5 0,7 3 0,3-1-430,2-4 1,-1-9 0,6-6-1,-1-3 106,1-2 1,-6 0-1,1-2 1,-2-3 27,-3-6 1,0-5 0,-1-4-1,-4-2-199,-6 2 0,-3 0 0,-2 0 0,0-4-244,0-1 1,-2 9 0,-3-4 0,-8 0-46,-7 1 0,2 7 0,-4 3 0,4 0 79,1-1 1,1 7 0,0-3 59,-1 5 496,8 1 0,-5 0 0,5 0 0</inkml:trace>
  <inkml:trace contextRef="#ctx0" brushRef="#br0" timeOffset="156">10297 11656 7859,'0'23'0,"0"-3"0,0 6 0,0-1 1616,0 0 1,0-5 0,2 2-1,1-4 1378,3-1 1,-1-1-1829,-5 0 1,2-6 85,4-5 1,-5-5-450,5-5 1,-4-5 0,-2-8 0,0-2-728,0-1 0,0-9 0,1 3 0,5-5-452,5-7 0,-2 5 0,0-2 0,0 5-2629,0 3 0,2 3 1,4-2 3004,-5 5 0,12-3 0,-4-1 0</inkml:trace>
  <inkml:trace contextRef="#ctx0" brushRef="#br0" timeOffset="157">10591 11590 7859,'-14'17'0,"1"1"1945,2 4 0,6-4 0,-4 3 1,1-2-1070,5-3 0,6 0 1,5 1-1,2 1-710,9 4 0,-1-10 1,7 5-1,-1-5-479,-4-3 0,3 4 1,-1-7-1,-2-3 983,-2-1 1,-1-2-243,-1 0 1,-1-7 0,-5-4-447,-4-4 0,-4-1 0,-2 0 0,0-1 124,0 1 1,0 0 0,0-1-365,0 1 0,0 0 70,0-1 1419,0 8 0,1 4-752,5 10 1,-4 4-1,5 9 1,-2 4-162,1 5 1,5 4 0,-6 2 0,-1 2 71,-2 3 1,-2 3 0,0 9-1,0-1-209,0 0 0,-8 1 0,-2 1 0,-7 2-181,-5 0 0,2-13 0,-7 3 0,-4-6-38,-5-5 0,5-4 1,-5-5-1,-1-5-789,3-9 1,-1-5 0,5-8 826,2-7 0,-10-14 0,4-17 0</inkml:trace>
  <inkml:trace contextRef="#ctx0" brushRef="#br0" timeOffset="158">11719 11492 7864,'-16'0'936,"5"0"0,0 2 1,-2 2-1,-1 1 506,-3-1 1,6-3-1,0 1-1088,-1 4 0,3-3 1,0 8-1,1 2-163,5 2 1,-5 8 0,3 3 0,1 1-370,3 0 0,8-5 0,2 3 0,2-1-223,0-4 1,1-7-1,8-4 1,2-2 15,-2-3 1,-2-3 0,-1-1 0,-1 0 163,0 0 1,-5-7-1,-2-4 1,0-3 41,0-3 1,-5-1-1,2-2 1,-5-2 124,-1 2 1,0 2-1,0 2 1,0 0 76,0-1 0,0 1 0,-1 1 0,-3 3 913,-2 1 0,1 5 0,3-3 1850,-3 2-1985,3 1 1,-5 8 0,7 4-494,0 5 0,5 3 0,2 4 0,2 2-307,4 2 0,-4 2 0,2-4 1,2 1-952,1-1 1,-3-1-1,0-3 1,2 0-1040,1 1 1,3-6 0,-1-2 1988,0-2 0,1 6 0,-1-4 0</inkml:trace>
  <inkml:trace contextRef="#ctx0" brushRef="#br0" timeOffset="159">12160 11803 12051,'-7'9'2253,"5"0"-1283,-3-4 1,3-5 0,0 2-689,-3-5 0,3-10 0,-5 0 0,1-5 360,1-4 1,-3-7 0,5 2 0,-4-6 64,-3-5 0,5 0 1,-4-9-1,0-4-658,0 0 0,5-2 0,-3-1 0,1-4-587,1-1 0,0 3 1,6 9-1,3 2-373,1 1 1,14 13-1,-3 2 1,4 7 129,4 8 1,1 8 0,6 1 0,-4 3-387,-5 2 1,-2 7 0,-2 6 0,-2 5 1166,-7 4 0,2 7 0,-2-4 0</inkml:trace>
  <inkml:trace contextRef="#ctx0" brushRef="#br0" timeOffset="160">11931 11443 7870,'0'11'2457,"0"0"1,2-2-1,4 2 1,6-6-1335,8-3 0,6-2 0,7 0 1,1-2-2585,4-3 1,-1 1-1,4-7 1,1-1-1734,0-3 3194,-13-1 0,16-8 0,-10-1 0</inkml:trace>
  <inkml:trace contextRef="#ctx0" brushRef="#br0" timeOffset="161">12553 10985 7870,'-15'2'2972,"2"2"-1136,2 1 0,8 8 1,-3-2-1,5 5-875,1 6 1,0 5-1,0 11-388,0 6 1,0 12-1,1 10 1,3 6 0,1 5-352,-1-1 0,-2-11 0,-2 3 0,0-5-3188,0-7 0,0-17-2721,0-12 5687,0-15 0,0-12 0,0-9 0</inkml:trace>
  <inkml:trace contextRef="#ctx0" brushRef="#br0" timeOffset="162">12455 11590 7870,'-11'6'2457,"0"-1"1,9 6-1,4-6 1,10-1-1662,8-2 1,11-2 0,0-2 0,5-2-755,1-1 1,-3-6 0,-1 4-1,0 0-311,-1-1 0,1-3 1,-2 4-1,-4 0 16,-5 0 0,-4-4 0,-2 5 0,1 1-192,-1-2 1,-5 3 0,-2-7-2,-2-2 0,-1 4 1,-6-2 291,0-1 0,-7 3 0,-4-1 284,-4 3 0,-3 2 0,-2 5 1,-2 0 144,2 0 0,0 0 1,0 0-1,-1 2 175,1 3 1,3 6-1,4 9 1,3 3 115,-3 3 0,4-4 0,0 5 0,1 2-543,5 2 0,1-4 0,4-1 0,1-1-702,3 0 1,7-8-1,-2 1 1,5-4-134,6-6 0,-4-5 0,4-3 0,-2 0-2132,1 0 1,-2-7 2943,2-4 0,5-11 0,-1-3 0</inkml:trace>
  <inkml:trace contextRef="#ctx0" brushRef="#br0" timeOffset="163">13043 11590 7541,'9'7'1590,"-2"-3"0,-7 7 1,2 2-366,4 1 1,-5 4 0,5 4-629,-4 5 0,-2-3 0,1-4 0,3-5 678,2-5 1,-1-4 447,-5 5 0,0-9-649,0-2 0,0-8 0,0-10 1,0-4-1075,0-5 0,0-4 0,0-3 0,2-3 0,3-1 0,-1 0 0,7 7 0,1 2-649,3 2 1,1 7-1,1-2 1,1 6 648,4 5 0,-4-4 0,5 6 0</inkml:trace>
  <inkml:trace contextRef="#ctx0" brushRef="#br0" timeOffset="164">14432 11786 13663,'-2'-16'1296,"-1"0"1,-3-2-602,3-4-641,-6 4 0,7-19 0,-5 5 0,-1-5 0,-1-3 0,-2-3 0,2-5 86,2-1 0,-4 0 92,6 0 1,-6 0 0,5 0 0,3 0 0,1 2 0,2 2 607,0 1-823,0 15 1,2-9 0,1 12 0,5 1 0,1 1 0,3 4 0,3 2-488,1 4 0,2 1 0,2-2 1,4 3 75,1 1 0,-3 7 0,5-1 0,2 3-693,2 2 1,-3 9-1,-3 5 1,-1 6-2909,-4 0 3995,-9 6 0,3 7 0,-5 8 0</inkml:trace>
  <inkml:trace contextRef="#ctx0" brushRef="#br0" timeOffset="165">14171 11329 7898,'-11'5'0,"0"2"2721,-2 2 1,4-3-1586,-2 5 0,9-6 0,2 4 1,11-1-398,9-5 1,6-1 0,6-2 0,3 0-594,3 0 0,-3 0 1,3 0-1,-2 0-979,2 0 0,-2 0 1,4 0-1,-1-2-1054,-3-3 1,-11 3 0,6-5 0,-4 1-295,-1 1 0,-12-1 2181,3 6 334,-12 0 0,1 2 0,-12 4 804,-5 5 1,2 1 0,0 1 0,0 0-478,0 5 0,5-2 0,-3 6 0,2-2 80,-1 2 0,1 3 1,5 6-1,0-2-64,0-2 1,2-5 0,3 4-1,6-3-161,3-3 1,-3-3 0,0-5 0,2-3-195,1-1 0,3-3 1,-1-5-1,0-2-318,1-3 0,-6-4 1,0-9-1,1-2-172,3-2 1,-6-6 0,-2 5 0,-1-3-1377,-1-3 1,6 6 0,-6-1-1,1 2-6008,1 1 7552,-5-1 0,13-2 0,-6-1 0</inkml:trace>
  <inkml:trace contextRef="#ctx0" brushRef="#br0" timeOffset="166">15053 11427 8358,'-1'16'783,"-5"0"1,4 1 0,-3-1-1,3 0-28,2 1 1,0-1 0,0 1 0,0 1 344,0 3 0,0-2 0,2 2 1,1-1-477,3 2 1,-1-7 0,-3 3 0,2-2 60,1-3 0,1 0-546,-6 3 1,2-7-909,3-3 0,-3-12 0,3-5 815,-3-3 0,0-10 0,1-3 0,5-4 135,1-2 1,-4 1 0,6-1 0,2 0-61,1 0 1,3 6 0,-1 4 0,0 3 310,1 5 1,1 4 0,2 0 0,4 8 245,1 6 0,-3 8 0,3 11 0,-1 7-362,-4 7 0,-8-1 0,-2 3 0,-1-3-664,0-3 1,-6 1 0,3-2 0,-4-4 50,-2-5 1,0-4-2981,0-2 0,0-8 0,0-8 2872,0-9 0,0-13 1,0-4-1</inkml:trace>
  <inkml:trace contextRef="#ctx0" brushRef="#br0" timeOffset="167">15625 11492 8333,'10'-7'3844,"2"3"-1949,-6-7 0,-1 0-1008,-5-5 0,-7 7 1,-4 4-437,-4 3 1,5 2-1,-1 0 1,-2 0 561,-2 0 0,5 7 1,0 6-1,1 7-340,0 7 1,6-2 0,-3 3 0,4 2-302,2 7 0,0-3 0,0 4 0,2-3-664,4-2 0,3-8 0,7-5 0,2-7-807,4-8 0,-2-3 0,7-4 1,0-5-7744,-1-9 8842,5-8 0,-6-16 0,8-2 0</inkml:trace>
  <inkml:trace contextRef="#ctx0" brushRef="#br0" timeOffset="168">16001 10773 8533,'-16'0'1452,"0"2"1,1 3-702,4 6 1,2 4-1,6 3 1,-3 3 1083,2 7 1,8 6-1,2 8 1,-1 9-1029,2 5 0,1 6 1,4 5-1,-3 2-429,-1 0 1,-1-11-1,-4 4 1,3-9-891,-2-11 0,-3-6 0,1-5 1,2-4-4012,1-5 0,1-10 4523,-6-1 0,-8 0 0,-1 6 0</inkml:trace>
  <inkml:trace contextRef="#ctx0" brushRef="#br0" timeOffset="169">15838 11558 7865,'-9'-17'826,"3"1"1,-1-1 0,2 1 0,1-2 237,2-4 1,4 4 0,3-4 0,8 2-597,7-2 1,0 10 0,6-5 0,-1 5 342,0 3 0,1-4 1,3 7-1,-4 3-291,-1 1 1,0 2 0,-3 0-1530,7 0 1,-10 5 0,-2 1 0,-1-1-487,-1 3 1,-3-5 0,0 6 0,2 0 429,1 0 0,-3-3 0,0 3 886,2-2 1,-6 6 0,0-2 442,0 3 0,-5 3 0,4-1 1,-4 0 1145,-2 1 0,0 5 1,0-1-1,1 1 51,5 2 1,-4-4 0,3 5 0,-3-1-998,-2-4 0,0-2 1,2-2-1297,3 1-2086,-3-1 1948,5-7 1,-7-9 0,-2-11 0,-1-5-3371,-3-6 4340,1-3 0,-2-15 0,-2-2 0</inkml:trace>
  <inkml:trace contextRef="#ctx0" brushRef="#br0" timeOffset="170">16296 11018 7865,'-17'0'0,"6"5"0,2 3 8802,2 1-6882,-6-6-8146,11 12 6226,2-13 0,10 12 0,6-5 0</inkml:trace>
  <inkml:trace contextRef="#ctx0" brushRef="#br0" timeOffset="171">16410 11361 7865,'0'26'0,"-2"-3"0,-3 1 0,3-4 0,-4 5 0,5 1 1720,1-1 0,1-3 1,3 3-1,3 1-712,2-1 1,2-5 0,6 2-549,-1-4 1,0-7-1,1-2 1,-1-1 157,0-5 0,1-1 0,-1-4 1,0-3-245,1-6 0,-3-9 1,-1-4-1,-4-1-100,-2-4 1,1 3-1,-5-1 1,3 0-379,-3 1 0,-1-4 0,-2 4 0,-2 1-68,-3 3 0,-2-2 1,-6 2-1,2 2-40,-2 2 1,-1 7 0,-3 2 0,1 2-295,0 3 0,-1 3 1,3 2-1,1 5-1059,2 5 1,2 3-1,-2 3 1,4-1 1564,0 0 0,5 1 0,-5-1 0</inkml:trace>
  <inkml:trace contextRef="#ctx0" brushRef="#br0" timeOffset="172">16721 11459 9479,'0'19'1483,"0"2"1,1-8 0,3 3 0,1-1 27,-1 0 0,0 1 1,-1 0-1,3 1-621,-3-1 1,1 0 0,0 1 0,1-1-299,-1 0 1,-2-5 0,-2 0-1086,0 2 1,1-8 564,5-5 1,-4-9 0,5-11 0,-2-3-207,1-3 1,5-1-1,-4-6 1,2 1-200,4-1 0,-4 6 0,2-1 0,1 1-5,3 2 0,1-4 1,1 7-1,-1 4 308,0 5 0,1 6 0,-1 7 854,0 0 1,-1 14-1,-2 8 1,-4 7-182,-2 4 1,4 7-1,-6 0 1,1 0-644,1-2 0,-5-13 0,3 8 0,-3-4 0,-2-4 0,0-6-9269,0-9 9269,0-6 0,0-11 0,0-11 0</inkml:trace>
  <inkml:trace contextRef="#ctx0" brushRef="#br0" timeOffset="173">18061 11214 9453,'-7'17'614,"5"-1"1,-4 2 0,4 2-1,2 4 1,0-1 590,0 1 1,2 10 0,4-1 0,3 3 0,2 3-337,0-1 1,-2 0 0,2-5 0,-4-3 1037,0-2-1598,-5-5 98,5-14 1,-7-3-1,-2-10-124,-3-1 0,1-6 0,-5 4 1,0-3-463,0-2 1,5-3 0,-1-3-1,3-4-74,2-5 0,0 0 0,0-4 0,0-5-225,0-4 1,6 1-1,1-2 1,2-1-1315,4 0 1,1 6-1,3-2 1,1 3 1791,4 2 0,3 8 0,8 1 0</inkml:trace>
  <inkml:trace contextRef="#ctx0" brushRef="#br0" timeOffset="174">18502 11361 7919,'7'11'1798,"4"0"0,-2-5 1,2 3-748,2-2 0,2-2 0,1-5-102,0 0 0,1-1 0,-1-5-777,0-5 0,-5 2 0,-2-2 1,0-1-456,0-3 0,-5-1 1,1-1 328,-3 1 0,-2 0 0,-2 1 121,-3 4 0,-4-2 0,-7 8 0,-1 1 69,1 3 0,-6 1 0,0 1 0,1 5 152,-3 5 1,6 3 0,-4 3 0,4 1-66,1 4 1,7-2 0,-1 9 0,0 3-116,2 5 1,1 3 0,8-4 0,2 4-593,4 2 0,3-6 0,7 0 0,0-7-855,1-7 0,5-9 0,1-4 0,1-2 429,-1-3 1,1-10-1,-4-4 1,2-7 809,-2-5 0,-2-10 0,-2-10 0</inkml:trace>
  <inkml:trace contextRef="#ctx0" brushRef="#br0" timeOffset="175">18911 10658 8949,'-2'-9'2457,"-4"4"1,5 5-1,-5 5 1,4 8-1522,2 7 0,6 7 0,1 13 0,2 9-399,4 9 0,-4 15 0,0 7 0,0 7-84,0 4 1,0-7-1,2 3-626,-5-2 0,1-1 0,-2-21 0,-1-10 0,0-8-714,1-10-1928,-3-19 1,5-10 0,-7-23 2814,0-8 0,-7-6 0,-2-2 0</inkml:trace>
  <inkml:trace contextRef="#ctx0" brushRef="#br0" timeOffset="176">18845 11198 7877,'-9'0'3276,"2"0"1,25-6 0,6-1-1291,3-2 0,2 4 0,4-4 1,-1 1-2733,1 5 0,-6-5 0,1 3 0,-1 1-1140,-2 2 0,4 2 1,-7 0-1,-2 0-4661,-2 0 6547,-9 8 0,13 8 0,-4 10 0</inkml:trace>
  <inkml:trace contextRef="#ctx0" brushRef="#br0" timeOffset="177">19270 11280 7877,'-7'9'2043,"3"3"1,-5-4-224,2 1 0,0-4 0,3 6-1162,-1 2 0,-1-4 1,6 2-1,0 2-108,0 1 0,0 2 0,0 1 0,0 1-104,0 4 0,2-2 1,2 7-1,1 0 12,-1-1 0,3 3 1,0-8-1,1-1 14,-1-1 0,4-3 0,-4-2 0,2-3-245,4-5 0,1-4 0,3-2 0,-1-2-227,0-4 0,6-3 0,0-9 0,0-2 0,1-2 0,1-7 0,3 2 0,-5-4-636,-4-2 0,-1 1 0,-3 1 0,-1 2-1822,-2 2 0,-6 5 1,4-4-1,-2 3 2238,-3 3 0,-2 2 0,-2 1 0</inkml:trace>
  <inkml:trace contextRef="#ctx0" brushRef="#br0" timeOffset="178">19744 11394 7900,'0'27'1612,"0"1"0,0-8 0,0 1 0,0-3-534,0-1 0,0-1 1,0 1-1,0-1-217,0 0 0,0 1 0,0-1 321,0 0 0,2-5 1007,4 0-1050,-5-7 0,7 1-990,-8-10 0,0-4 0,0-8 0,0-1-149,0-4 0,0-3 0,0-6 0,0 0 0,0-2 0,5 8 0,2-11 0,1-1-79,-1 3 0,6 5 0,-4 3 0,2 1-3054,0-1 0,-6 6 0,4-1-4186,-2 3 7319,-1 8 0,1-4 0,2 5 0</inkml:trace>
  <inkml:trace contextRef="#ctx0" brushRef="#br0" timeOffset="179">20022 11329 7900,'-7'9'1859,"3"5"1,-5-3-391,2 4 0,2-4 0,5-1 1,0 3-620,0 2 1,5 1 0,0 0 0,1 3-337,1 2 1,-5-1 0,5 6 0,-1-3 0,-1-3 0,1 4 1,-6-2-1,0-2 230,0-2 1,0-7-451,0 0 0,0-9 0,0-2-797,0-10 1,0-11-1,1-7 1,5-2-566,5-3 1,-2-2 0,2-1 0,1-4 530,3-2 0,1 6 0,1 0 1,-1 5 662,0 4 0,1 5 0,-1-2 0,0 4 183,1 6 0,-1 8 0,0 1 0,1 5 195,-1 5 1,0 4 0,1 9 0,-1 4-136,0 5 0,-5-1 1,-2 1-1,1 2-320,-1 2 1,-6-4 0,3 1-1,-5-1-721,-1-2 1,0 4 0,0-7-1,0 0-1260,0 1 1,-5-10-1,0 4-961,1-3 0,0-7 2892,-1-1 0,3-12 0,-5-3 0</inkml:trace>
  <inkml:trace contextRef="#ctx0" brushRef="#br0" timeOffset="180">20888 11083 7788,'-16'-1'3276,"0"-5"1,-1 4 0,1-3-830,0 3 0,-1 2 1,1 0-2296,0 0 0,5 7 0,2 4 0,1 4-443,5 1 1,-4 0 0,1 1 0,3-1 162,1 1 1,2-1-1,0 2 1,2 2-127,3 2 0,-1 0 0,6-6 0,5 0 14,5 1 0,-2 4 0,4-1 0,-2-3 216,2-5 1,-4-2 0,5 2 0,-1-1 153,0 2 1,0-6-1,-6 0 1,1 1 228,-1 3 0,-2-2 0,-3 2 0,-5 1 619,-4 3 1,-2 7 0,-2-1-1,-4 1-736,-5 2 1,-5-1 0,-4 6 0,-3-3-243,-3-2 0,1-3 0,-4-4 0,1-3-995,-1-3 1,6-4 0,-1-7 0,2 0-1049,0 0 1,1-9 2042,4-7 0,-6-8 0,-3-8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513"/>
    </inkml:context>
    <inkml:brush xml:id="br0">
      <inkml:brushProperty name="width" value="0.05292" units="cm"/>
      <inkml:brushProperty name="height" value="0.05292" units="cm"/>
      <inkml:brushProperty name="color" value="#FF0000"/>
    </inkml:brush>
  </inkml:definitions>
  <inkml:trace contextRef="#ctx0" brushRef="#br0">2599 2403 17183,'-10'0'4387,"3"0"0,20 0-3845,3 0 1,4 0 0,-3 0 0,-1 0 0,0 0-543,1 0 0,-8 7 0,5-5 0,-3 4 0,4-5 0,1-1 0,0 0 0,1 0 0,-6 6-1400,-1-1 0,1 1-1877,6-6 0,-3-2 0,-1-2 3116,-2-1 0,0-15 0,5 2 1</inkml:trace>
  <inkml:trace contextRef="#ctx0" brushRef="#br0" timeOffset="1">3203 2174 7881,'-11'6'7465,"1"-1"-6758,6 1 1,-3-5 0,5 3 716,-4 1 22,5 1 0,-7-4-939,8 3 1,0-1 0,-2 7 0,-1 1-87,-3 3 0,1 3 0,5 4 0,0 3-255,0 1 0,0 5 1,0-6-1,2 2-209,3 1 0,-1-8 0,5 1 0,0-3-296,0-1 0,-3-3 0,4-1 1,5-4 147,5-2 1,-2-1 0,6-6-1,-3 0 22,1 0 0,7 0 0,-3 0 0,1-2 232,0-3 0,-5-4 1,3-8-1,1 1-188,-1-1 1,-10 1 0,-1 0 0,-3-2-283,-2-4 0,-5 2 0,1-6 0,-3 1-570,-2 0 0,-2 3 0,-1-4 0,-3 3-648,3 3 0,-5 2 0,1 3 1625,-2 4 0,5-3 0,-3 5 0</inkml:trace>
  <inkml:trace contextRef="#ctx0" brushRef="#br0" timeOffset="2">3775 2191 7779,'-16'1'296,"0"5"1,-1-4 0,3 5 0,1-2 1077,2 1 0,0 1 0,-5-3 434,0 1 1,5 2-449,0-1 1,7-3-1012,-1 8 1,10 0-1,6 4 1,4-2 335,1-3 0,6 7 1,0 5-1,-1-2-143,3-2 0,0-2 0,5 0 0,-4 3-354,-1 2 0,-3-8 0,-4 3 1,-3-1-140,-3-1 0,2 3 0,-8-1 1,-1 1-19,-2-1 1,-2 0-1,-2-1 1,-3-3-951,-6-1 1,-9-5-1,-2 3 1,0-2-869,-2-3 1,5-2-1,-7-4 1,2-4-2073,4-5 3859,10-10 0,-5-5 0,6-6 0</inkml:trace>
  <inkml:trace contextRef="#ctx0" brushRef="#br0" timeOffset="3">4037 2321 9789,'11'9'2778,"0"-3"1,1-4-1829,3-2 0,3 0 0,2 0 0,2 0-626,-2 0 0,0-6 1,0-1-1,2 0-306,-2-1 0,-2-4-570,-2 1 1,-1-4 267,-5-1 1,-10 0-1,-12 1 176,-8 4 1,2 2-1,-6 5 1,2-1 337,0 1 0,-5 3 0,5 1 1,2 1 235,2 5 0,-4-3 0,2 8 0,4 4 393,3 5 0,8 0 0,-4 5 0,2 1-129,3-1 0,2 2 1,4 4-1,2-2-629,1-1 0,13-3 1,-1 2-1,3-5-676,3-4 1,-3-7 0,7-2 0,1-2-1361,-3-3 0,0-2 1,-5-4-1,2-3 187,-2-6 0,-2-6 1,-3-3-1,-2-1 1748,-2 1 0,-8-6 0,4 1 0</inkml:trace>
  <inkml:trace contextRef="#ctx0" brushRef="#br0" timeOffset="4">4691 1733 9920,'-9'7'604,"-4"-3"0,7 7 0,3 1 1425,1 3 0,2 3 0,0 6 0,0 8-1131,0 10 0,7 7 0,2 4 0,2 3-276,0 2 1,0-3 0,5 1-1,-1-3-659,-4-6 1,3-9 0,-3-2-460,4-7 1,-6-10 0,-2-10-875,0-2 1,-5-3 565,4-10 0,-6-3 0,-6-5 0,-5 1 380,-3 2 0,-4 2 1,-2-4-1,-2 2 664,2-1 0,0 2 0,0 1 0,-4 2 246,-1 3 1,3 3 0,-5 2 412,-2 5 0,11 3 0,1 9 0,5 2-43,2 2 1,3 2-1,7-3 1,0 5-221,0-1 0,7 6 0,4-5 0,6-1-636,4-3 0,-2-4 0,4-2 0,-1 1-68,0-1 0,0-5 0,-6-2 0,2-2-1830,4-3 1,-8-4 0,5-6 0,-1-6 1897,0-8 0,-4-6 0,10-6 0</inkml:trace>
  <inkml:trace contextRef="#ctx0" brushRef="#br0" timeOffset="5">5786 2240 10670,'-11'5'3271,"0"0"0,7 3-2468,-1-3 0,3 4 0,2 8 0,2-1 558,3 0-1356,-3 8 1,11 0-1,-6 5 1,0-2-1,3 0 1,-3-1-1,0-5-1142,-3-3 1,-1-1 0,1-1-1299,1 1 0,1-7-2413,-6 1 4848,7-14 0,-5 1 0,5-14 0</inkml:trace>
  <inkml:trace contextRef="#ctx0" brushRef="#br0" timeOffset="6">5802 1945 16293,'-9'2'-4737,"4"4"4737,3 3 0,9 7 0,2 0 0</inkml:trace>
  <inkml:trace contextRef="#ctx0" brushRef="#br0" timeOffset="7">6145 2338 9056,'-1'27'673,"-3"0"0,-3 0 1882,-2-1-1274,5-3 1,-3-6-1000,7-1 1,0-9 0,0-7-208,0-9 1,0-5 0,2-3-1,1 1 1,3-2-29,-3-4 1,4 2 0,1-5 0,-1 1 115,0 4 0,6 2 1,-4 2-1,2-1 94,0 1 1,-2 5 0,4 2 0,-2 2 458,1 3 1,3 2 0,1 2 0,0 2-107,1 3 1,-1 6 0,1 9 0,-1 4-311,0 1 1,-1-3 0,-3 4 0,-2-3-1399,-3-3 0,-2-2 0,-5-1-1589,0-1 0,2-7 2687,4-3 0,-5-12 0,7-3 0</inkml:trace>
  <inkml:trace contextRef="#ctx0" brushRef="#br0" timeOffset="8">7469 1815 7885,'-16'0'771,"0"0"0,-1 0 0,1-2 1285,0-4 1,5 4-1,2-5-846,1 0 0,1 5-322,2-3 0,1 3-518,-7 2 0,0 0 1,-3 2-1,1 3 381,2 6 0,0 5 0,-5 4 0,-1 4-40,1 1 1,0 3-1,-1 4 1,1 3-518,0 3 0,-1-2 0,3 8 1,3 1-195,6 3 0,3-5 0,2-1 0,2 0 0,3-1 0,10-6 0,8-1 0,3-6-487,3-5 0,-4-1 0,2-7 0,1-4-755,-3-6 0,4-3 0,-7-2 0,0 0 92,1 0 1,-3-7 0,6-6 0,-3-7 1149,-3-7 0,-2-4 0,-1-2 0</inkml:trace>
  <inkml:trace contextRef="#ctx0" brushRef="#br0" timeOffset="9">8368 2272 7917,'0'-11'-134,"0"0"1227,0-1 0,0 3 0,0-2 4595,0-2-4922,0 6 1,2 7 0,2 11-465,1 3 0,1 10 0,-5 3 0,3 4 0,3 2 169,2-1 1,-3 1 0,3 0 0,-2-1-405,-3 1 0,3-7 1,0-6-1,2-6-393,4-3 1,-4-7 0,2 1 0,2-3 59,1-2 1,-3-15-1,0-6 1,2-9-497,1-2 1,1-3-1,-2 1 1,-4-1 703,-2 4 1,4 4 0,-6 0 0,-1 5 1439,-2 4 0,-2 11-720,0 7 1,5 14 0,1 12-1,-3 3-276,-1 3 0,4-4 0,1 6 0,0-5-134,0 0 0,6-5 0,-4-2 0,2-6 61,0-5 1,0-4 0,5-7 0,1 0-33,-1 0 0,-5-2 1,0-3-1,1-6-79,3-4 1,-1-3 0,-1-2 0,-4-1-1235,-1 1 0,2 0 1,-4 0-1,-1-2 125,3 2 0,-7 2 0,7 1 0,-3 1 907,1 0 0,6-1 0,-3 1 0</inkml:trace>
  <inkml:trace contextRef="#ctx0" brushRef="#br0" timeOffset="10">9104 2174 7885,'-17'0'1232,"8"2"0,4 3 0,3 6 1109,2 4 1,0 1-1,0 2 1,0 4-1510,0 5 0,0 10 0,2 1 1,2 0-568,1 2 0,2-11 0,-3 4 0,1-4-96,-1-4 1,-2-7-1,0-9-3446,3-1 0,-3-10 0,3-11 2856,-3-7 1,5-5-1,2-8 1</inkml:trace>
  <inkml:trace contextRef="#ctx0" brushRef="#br0" timeOffset="11">9071 1831 7885,'-16'0'2605,"-1"0"1,7 2-1,0 3-4801,3 6 0,2 4 2196,5 1 0,7 0 0,2 1 0</inkml:trace>
  <inkml:trace contextRef="#ctx0" brushRef="#br0" timeOffset="12">9333 1602 7922,'-9'16'2370,"-1"-5"0,7 0 0,-3 2-1274,3 1 0,1 10 0,4 5 0,1 9-314,3 11 1,7 4 0,-4 9-332,0-1 0,3 18 0,-4-9 1,-1-1-1,0-3-413,-3-6 1,-2-13-1,-2-2 1,0-8-3103,0-12-213,0-5 0,0-18 0,0-8 3204,0-6 0,-15-5 0,-3 1 0</inkml:trace>
  <inkml:trace contextRef="#ctx0" brushRef="#br0" timeOffset="13">9284 2256 7912,'0'-16'990,"0"-1"0,0 6 0,1 2 0,3 0 262,1 0 1,8 4 0,-2-4 0,5-1-909,6 1 0,-2 4 1,7-4-1,3 0-1006,0 0 0,3 3 1,-2-3-1,-2 0-1231,-2 0 1893,-14-2 0,16-13 0,-11-1 0</inkml:trace>
  <inkml:trace contextRef="#ctx0" brushRef="#br0" timeOffset="14">9643 1684 8998,'-5'16'1244,"-1"0"0,1 1 0,5 1 1,0 4-696,0 5 1,2 11 0,1 4-1,5 3 737,1 4 0,2-3 1,3 8-1,-1-1-513,-2 1 0,-8-8 0,3-1 0,-4-5-447,-2-3 1,0-12-1,0 6-116,0-6 1,-2-5-920,-4-9 1,4-5-1,-3-14-349,3-8 0,2 3 1,0-7-1,2-1 782,3-3 1,-1 2 0,7-5 0,2-2 335,1-2 0,3-2 1,-1 2-1,0 4 110,1 5 1,-1 4-1,0 4 1,1 3 760,-1 5 1,2 4 0,0 6-1,1 5-119,-5 8 0,-1 15 0,3 1 0,-1 3-934,-4 4 1,1-5 0,-6 3-1,-3-4-305,-1-1 1,-2-11 767,0 0 0,-2-10-341,-3 5 0,-4-8 0,-8-9 0</inkml:trace>
  <inkml:trace contextRef="#ctx0" brushRef="#br0" timeOffset="15">10967 2141 15526,'2'22'452,"3"0"1,3 7-1,4-2 1,-3 4 437,-1 2-827,4 0 0,-10 3 1,4-2-1,-4-4 0,-1-5 1,3-5-1,1-2-907,-1-2 0,-2-5-231,-2 0 1,0-9-1,0-4-1117,0-12 2113,0-3 1,0-8 0,2 3 0,1-5-1,5-6 1,-1-1 0,2-3 190,0 1 1,2 9 0,3-8 0,-1 3 339,-2 3 1,0 12 0,5 3-1,1 3 169,-1 2 0,-5 7 1,0 2-1,0 11-117,-2 9 0,3 7 0,-4 11 0,-1 4-227,0 0 1,-1-2 0,-6-9 0,0-2-259,0-2 1,0-7-20,0 2 1,1-13 0,3-11-1091,2-13 1,6-8 0,-3-10 0,2 0 905,0 1 1,0-1 0,5 0 0,1 1 1021,-1-1 0,0 11 0,1 4 0,-1 3 26,0 8 0,1 3 0,-1 8 0,1 7-365,-1 11-1,-5 9 1,-2 5 0,-2 2-479,-3-2 1,3-1-1,-2-2 1,1-2-1616,1-4 0,-5-4 0,5-8 751,1-4 1,-5-6 843,8-10 0,0-11 0,5-10 0</inkml:trace>
  <inkml:trace contextRef="#ctx0" brushRef="#br0" timeOffset="16">11882 2191 7851,'-16'0'1123,"0"0"0,-1 0-46,1 0 1,0 0-1,-1 0 1,1 0-207,0 0 1,-1 1 0,1 5 0,1 5-519,5 3 0,-3 4 0,7 2 0,3 4 5,1 1 0,2 3 0,0 3 0,2-2-794,3-2 1,4-7-1,8 0 1,-1-7-337,0-8 0,1-3 0,-1-2 0,0 0 247,1 0 1,-1-13 0,0-3 0,-1-2-17,-4-1 0,-2-2 0,-5-3 0,1 0 283,-1 1 1,-3-1-1,-1 4 1,0-3 655,0-3 1,0 6 0,0-2 0,0 4 2360,0 2 0,0 5-1899,0 0 0,0 9 1,2 4-1,2 11-348,1 7 1,3 9 0,-3-4 0,4 2-566,0 1 1,4-1-1,-6 4 1,2-4-678,4-5 1,-4-4 0,0-2-1108,-2 1 1,6-3 1836,-2-3 0,-4-18 0,1-11 0</inkml:trace>
  <inkml:trace contextRef="#ctx0" brushRef="#br0" timeOffset="17">12160 1618 9359,'-7'15'0,"-4"-2"1578,-3-2 0,3-1 0,2 7-324,1-1 1,5 2 0,6 6 0,5 7-586,1 5 1,3 10 0,8-3 0,2 6-130,-2 6 1,-7 1 0,-2 6 0,0-2-336,-2 1 0,0-10 1,-6-4-1,3-5-1458,-2-5 1,3-5-1,0-4-1234,2-7 1,-5-12 0,3-9-2192,0-9 4678,-5-5 0,13-17 0,-6-4 0</inkml:trace>
  <inkml:trace contextRef="#ctx0" brushRef="#br0" timeOffset="18">12438 1602 7904,'-14'18'6075,"1"2"-4726,2 2 1,7 9 0,-1 3 0,5 14-543,5 10 0,-1 2 1,7 1-1,0 5-213,-2 1 0,4-9 1,-8 6-1,1-6-889,1-6 1,-4-13 0,6-7 0,-1-3-1991,-5-3 0,1-10 366,1-10 0,3-6 0,4-6 1919,-1-5 0,0-11 0,6-3 0</inkml:trace>
  <inkml:trace contextRef="#ctx0" brushRef="#br0" timeOffset="19">12798 1716 7842,'-17'15'2585,"1"-4"-3561,7 3 0,4-12 1062,10 4 1,-1-4 2407,7-2-2913,-8 0 419,4 0 0,1-8 0,1-1 0</inkml:trace>
  <inkml:trace contextRef="#ctx0" brushRef="#br0" timeOffset="20">12879 2174 8602,'-10'0'4915,"-1"0"0,0 0-3570,-6 0 0,1 0-776,0 0 0,5 0 0,2 2 1,0 2-1,1 3 491,1 2 0,-4 2 0,6 7 0,1 2-945,2 2 1,2 5 0,0-3 0,2-1-400,4 1 1,3 0 0,7-6-1,0 0-139,1-4 0,-1-6 0,2 1 0,2-2 81,2-3 0,0-4 0,-4-8 0,2-6 15,2-6 1,0-9 0,-8 2 0,-1-4 0,-2-2 1,-8 4-1,3 0 1,-4-2 132,-2 2 0,-2 2 0,-4-1 0,-5 8 375,-3 8 0,-10 4 1,-1 8-1,-2 0-511,-1 0 1,3 8 0,-2 3-1,3 3-1450,0 2 1,12 1 0,-3-1 1778,6 1 0,-4 6 0,4 3 0</inkml:trace>
  <inkml:trace contextRef="#ctx0" brushRef="#br0" timeOffset="21">13353 2092 7809,'-16'-5'0,"0"0"2220,-1 1 0,7 0 1,-1-1-122,-2-6 0,4 2-1017,-2-2 1,6 7-554,-6-1 1,0 12-1,-6 8 1,3 6 564,3 5 0,-4 1 0,5 6 1,-3 1-760,2 4 1,-2-3 0,8 3 0,1-5-336,2-6 0,4 2 0,5-9 0,8-4-568,5-3 0,9-9 0,-2 1 0,4-5-1012,2-5 1,-1-4 0,-1-8 0,-2 1-2024,-1 0 3603,-1-1 0,6-6 0,-1-3 0</inkml:trace>
  <inkml:trace contextRef="#ctx0" brushRef="#br0" timeOffset="22">13795 2403 7938,'-7'9'637,"-1"6"1,-4-6-1,2 2 1,1 0 0,2 3-1,0 4 1,1 6 81,-1 1 1,5-3 0,-3 5 0,3 2-3098,2 2 1,0-3 2377,0-1 0,7 0 0,2 6 0</inkml:trace>
  <inkml:trace contextRef="#ctx0" brushRef="#br0" timeOffset="23">14252 2141 12252,'17'-1'0,"1"-3"261,4-1 0,-2-3 0,7 5 0,0-5-1105,-1-1 796,5-2 0,-13 1 0,5 0 1,-3 1-1,-2 0 459,-3-3-433,-10-3 1,3 4 0,-10 2 1235,-4 2-1353,-3-6 0,-7 11 1,0-3-1,-1 3 0,1 2-154,0 0 0,-1 0 0,1 0 0,0 0 136,-1 0 0,1 2 0,0 1 1,-1 5 679,1 1 1,-1 2 0,3 5 0,1 0 43,2 1 0,6 1 1,-4 2-1,2 4-436,3 1 0,2-3 1,4 5-1,3 0-50,6-1 1,6 5 0,3-6 0,3 0-448,3-3 0,-5-5 1,5-7-1,-1-4-2268,1-4 1,-6-4 2633,1-4 0,5-10 0,-1-9 0</inkml:trace>
  <inkml:trace contextRef="#ctx0" brushRef="#br0" timeOffset="24">14661 1422 9778,'-9'2'5316,"4"5"-4381,3 10 1,4 8 0,3 15-658,6 9 0,3 15 0,3 14 1,-1 5-1,-1 6-108,-4 2 1,3-16 0,-5-3-1,0-6-1529,-3-10 1,-5-22-3783,-1-6 5141,0-19 0,-7 5 0,-2-14 0</inkml:trace>
  <inkml:trace contextRef="#ctx0" brushRef="#br0" timeOffset="25">14612 2011 7892,'0'-11'1643,"0"0"1,2 7 0,3-1 0,6 3-1927,4 2 1,8 2 0,6 1-1,8 5-3766,6 1 4049,-3-6 0,15 12 0,-4-6 0</inkml:trace>
  <inkml:trace contextRef="#ctx0" brushRef="#br0" timeOffset="26">15151 2011 7875,'-10'0'921,"-1"0"0,-2 0-388,-2 0 1,4 0 0,1 2 0,-3 1 326,-2 3 1,-1 1 0,0-3-800,-1 1 1,8 8 0,4-2-1,1 3 148,-1 2 1,3 1 0,-4 1 0,5 2 319,1 2 0,1 5 1,3-5-1,3-2-415,2-2 1,-3-2-1,3 1 1,0-3 67,0-3 1,-3-2 0,4-5-1882,3 1 1,-4 1 0,2-8 1698,2-4 0,-6-3 0,0-7 0</inkml:trace>
  <inkml:trace contextRef="#ctx0" brushRef="#br0" timeOffset="27">15413 2191 9202,'-2'16'1354,"-3"0"1,3 1-1,-5-3 1,1-1-2041,1-2 686,-1-8 0,6 5 0,0-8 0</inkml:trace>
  <inkml:trace contextRef="#ctx0" brushRef="#br0" timeOffset="28">15560 2240 7848,'-14'21'1935,"3"1"0,-2-5-388,7-7 0,3-6 1,8 1-2909,6-3 0,-2-4 0,2-1 1361,2-3 0,1-6 0,3 3 0</inkml:trace>
  <inkml:trace contextRef="#ctx0" brushRef="#br0" timeOffset="29">1765 3989 7759,'-16'0'-95,"3"0"0,0-2 0,-1-2-1304,1-1 1463,7-1 0,-1 5 0,9-3 1483,3-2 351,-3 1 0,13 0 721,-4-1 334,-4 1 0,2 5 0,-3 0-1558,4 0 1,-1 0 0,2 0 0,2 0-1396,2 0 0,3 0 0,2 0 0,2 0 0,-2 0 0,3 0 0,-1 0 0,-2 0-612,-2 0 0,4 0 0,0 0 0,-2 0-1846,-2 0 0,-2 2 1,0 1-1,1 3-2088,-1-3 4546,-7-1 0,13 5 0,-4 2 0</inkml:trace>
  <inkml:trace contextRef="#ctx0" brushRef="#br0" timeOffset="30">2370 3940 7779,'-13'0'1477,"0"2"0,-1 1 653,1 3 0,6-1 1,-2-3-1164,1 3 0,3 4 0,7 10 0,3 2 36,6 7 0,4-1 0,1 4 0,0 5-419,1 4 1,-1-2 0,-1 4 0,-3 0-718,-1-1 1,-5-4 0,3-1 0,-2-7-641,-3-7 0,-1-4-867,3-2 0,-4-8 1,3-8 538,-3-9 1,-8-8-1,1-4 1,-1-7 759,-1-3 1,5-9-1,-5-1 1,2-5 485,-1-3 0,1 7 1,5-10-1,0-3 608,0-1 1,0 1-1,0-1 1,0 2 113,0 1 0,7 13 0,6-4 0,5 10 206,4 7 0,1 10 1,-1 12-1,7 5-391,7 5 1,-1 12-1,1 10 1,-5 4-683,-4 2 0,-7 1 0,2 4 0,-5 4 0,-7 0 0,-2 0 0,-8-8 0,-2 1 0,-4-5 0,-3-1 0,-9 2 0,-4-3-179,-5-7 0,-4-8 0,-1-4 0,-1-2-470,0-3 1,0-2 0,3-2 0,1 0-1413,1 0 0,8-7 1,0-6-1,6-5 2061,3-4 0,7-7 0,-3 3 0</inkml:trace>
  <inkml:trace contextRef="#ctx0" brushRef="#br0" timeOffset="31">3040 3874 10691,'-11'2'4092,"2"4"0,2 4-2827,3 5 1,2 7 0,2 1 0,0 3-905,0 3 0,6 2 1,-1 0-1,-1-2 237,-3-2 0,5-7 0,-1 2 149,-1-4 0,0-4-747,1-3 0,-3-11 0,3-11 0,-3-5 0,-2-6 0,0-3 0,0-8 0,0-1 0,0-4 0,0 3 0,2-3 0,2 2-2321,1-3 0,2 10 1,-1-2-1,3 6-4448,0 5 6769,5 9 0,3-3 0,8 5 0</inkml:trace>
  <inkml:trace contextRef="#ctx0" brushRef="#br0" timeOffset="32">3530 3858 7694,'-27'5'1332,"0"1"0,10 5 0,-3-4 0,0 0-231,2 1 0,6 4 0,1-3 0,-2 2-196,-2 0 0,5 0 1,0 5-1,3 1-448,4-1 1,1 2-1,2 2 1,0 4 71,0 1 1,2-5 0,3 2 0,8-2-403,7 2 0,0-9 1,5 1-1,0-5 23,1-5 0,1-2 1,6-2-1,0-2-77,-1-4 0,-5-5 0,-1-9 0,-2-1-133,-5 1 1,0-4-1,-5 0 1,-3 1-460,-5-1 1,-5-3-1,-1 3 1,-1 1 101,-5-1 0,-3 2 0,-7 6 0,-3 0 34,-2-1 0,1 8 0,-8 4 0,-1 3-195,-1 2 1,4 0 0,4 2 0,4 3-116,2 6 693,7 4 0,-6 8 0,6 3 0</inkml:trace>
  <inkml:trace contextRef="#ctx0" brushRef="#br0" timeOffset="33">3972 3923 7644,'-24'15'-3,"6"-10"0,-4 12 605,4-3 0,3 1 1,4 1-1,6 0 1,3 1 1579,2-1 1,2 6 0,3 2-1,6-1-2260,4 1 0,1-1 0,0-4 0,1-1-544,-1-4 1,2-8 0,4-1 188,5-3 1,-8-4 0,-5-3 0,-3-6-39,-2-4 1,-5-3 0,1-2 0,-3-4 607,-2-1 0,0 5 0,-2-2 0,-2 2-13,-1-1 1,-6-3 0,6-3 0,-1 3 129,-1 0 0,5 4 0,-3-5 1,3 1 191,2 4 0,0 8 280,0 1 0,2 14 0,3 5 0,6 12 671,4 12 1,3 10 0,2 11 0,2 3-751,-3 2 1,-6-3 0,-4 3 0,-1 2-390,-5 3 1,-1-6 0,-4 4 0,-3-6-259,-6-8 0,-9-9 0,-4 0 0,1-5-566,-1-6 1,0-5 0,3-11-1290,-7-5 0,10-5 0,2-2 0,3-7-286,4-8 1,0-15 2140,4-13 0,3-10 0,-6-4 0</inkml:trace>
  <inkml:trace contextRef="#ctx0" brushRef="#br0" timeOffset="34">4331 3858 7916,'-16'27'2716,"1"0"1,3 3-1996,1 0 1,7 1-1,-1-2 1,3-1 1303,2 1 0,5-9 1,2-2-1,1-2-1471,-1-3 1,-2-6-1,-3 2-383,4-2-206,-5-1 1,7-13-1,-8-4 1,0-4 557,0-1 1,5-8 0,1-3 0,-1-6-388,2-5 0,-3 4 0,7-4 0,2 3-136,1 2 0,-3 1 0,0 1 0,2 2-1520,1 1 0,-3 8 1,0 0-1,3 6 1520,6 3 0,-1 7 0,4-3 0</inkml:trace>
  <inkml:trace contextRef="#ctx0" brushRef="#br0" timeOffset="35">4805 3858 10046,'-16'13'1426,"-1"3"0,1 4 1,0-5-1,-1-1-6,1 2 0,5-7 0,0 13-506,-1 4 0,4-4 1,3-1-1,3-3-386,2-1 0,0-1 0,2-1-1042,3-4 0,4-4 1,8-7 328,-1 0 1,0-7 0,-1-4 0,-2-4-190,-2-1 0,-2-1 0,3 1 1,-3-2-318,-1-4 0,-1 4 1,-3-4-1,1 4 539,-1 2 1,-1-1 0,1 1-1,1 0 916,-1-1 0,-2 6 0,0 2 1,1 0 56,3 0 1,-1 7-1,-5 2 439,0 9 0,2 6 0,2 1 0,1 2-1260,-1 4 0,3-2 0,-2 6 0,1-3 0,1-3 0,-3-2 0,5-1-249,-2-1 0,6-1 0,-4-3-646,0-1 895,5-7 0,-4 3 0,6-7 0</inkml:trace>
  <inkml:trace contextRef="#ctx0" brushRef="#br0" timeOffset="36">5197 3891 7923,'-9'21'2528,"2"3"1,2 0 0,-1-1-1839,2-3 1,3-2 0,1-1 0,1-1 898,5 0 1,-4 6 0,3 0 0,-1-2-1036,1-2 1,-3-1 0,4-1 0,-5 0 543,-1 1-1446,0-8 0,0-4-35,0-10 1,2-10 0,2-8-1,3-1 6,2 0 1,-3-5 0,5 4 0,1-2-457,3-1 0,1 3 0,0-2 0,1 5 552,-1 4 0,-5 3 0,0 2 1,2 4 899,1 2 1,-3 2 0,0 6 0,0 7 289,-2 8 0,0 2 1,-5 9-1,1 1-247,-1-3 1,-2 6 0,-2-6 0,0 1-592,0-4 0,0-4-71,0-2 0,0-5 0,0 0 0,0-9 0,0-2 0,0-9-115,0-6 1,5-7-1,2 1 1,2 1-116,4 1 1,-4 3 0,2 0 0,2-1 109,1 1 0,-3 5 1,0 2-1,2 2 481,1 3 0,-3 2 1,0 2-170,2 0 1,1 8-1,1 3 1,-2 3-193,-3 2 0,-4 3 0,5 1 0,0 3 0,-2 3 0,-2-5 0,-5 5 0,2-1 0,1 1 0,0-6 0,-5 1 0,0-2-1035,0-3 0,0-5 1035,0 0 0,-7 0 0,-2 5 0</inkml:trace>
  <inkml:trace contextRef="#ctx0" brushRef="#br0" timeOffset="37">6652 3776 12911,'11'2'1883,"-2"5"1,-2 10-936,-3 8-234,-2-1 0,3 10 0,1-3 0,-3 0 0,1 3 0,0-3 0,1 0 310,-1-7 0,-3 1-1726,-1-3 0,0-6-690,0-5 1418,0-22 1,0 6 0,0-22 0,0-2 0,0-2 0,0 0 0,0 0 350,0-2 0,0 10 0,0-10 0,2 2-260,4 0 0,-4 4 0,5 2 0,-2 1-1558,1 4 1,6-4-1,-1 3 1,4 1-2088,1 1 1,6 9 3527,0-1 0,7 7 0,-4-3 0</inkml:trace>
  <inkml:trace contextRef="#ctx0" brushRef="#br0" timeOffset="38">6963 3727 8010,'5'22'478,"1"0"1,-1-13-1,-3 7 1,1-1 541,3-1 0,7 3 0,-3-3 1,5-3-263,1-6 1,6 3 0,2-3 0,1-1-185,4-2 1,-3-2 0,-1 0 0,-1-2-324,-4-4 1,-2 3 0,-4-8-421,-3-2 0,2-1 0,-8-3-20,-1 1 1,-4 0 0,-4-1 0,-3 3-34,-2 3 1,-2-4-1,-5 6 1,-1-2 14,1 0 1,-2 6 0,-2-4-1,-2 2 751,2 3 0,2 2 0,2 2 0,-1 2 172,1 3 1,0 6-1,-1 9 1,1 4-204,0 1 1,5 3 0,2 4-1,1 3-472,5 3 1,1-4 0,4 3 0,1-6-619,3-4 0,12-7 0,-2 0 0,4-6-2424,4-3 0,1-7 0,6 1 3001,-4-3 0,12-9 0,-5-2 0</inkml:trace>
  <inkml:trace contextRef="#ctx0" brushRef="#br0" timeOffset="39">7551 3744 7946,'-18'0'760,"-4"0"0,9 5 0,-3 0 1,2-1 1615,-1-2 1,-1 3 0,-1 3-1695,1 1 0,1-4 0,5 6 0,2 2-366,1 1 1,5 3 0,-3-1 0,3 2-225,2 4 0,0-2 0,0 5 0,0 1-187,0-1 0,2-5 1,3 0-1,6-5-497,4-4 0,-3-8 0,3 3 0,3-5 36,0-1 1,0-1 0,-1-5 0,1-5 239,4-3 0,-4-8 1,2-2-1,-6 1 61,-3-1 0,0 1 0,4 3 0,-4-4 135,-6-1 0,2 5 1,-1-2-1,-3 4 1398,-1 1 0,-2 1 168,0 0 0,-2 6-896,-3 5 0,-4 12 0,-6 8 0,3 7-15,1 3 1,2-3-1,-4 5 1,4 2-51,1 2 0,-2-2 0,2 2 1,1 5-261,0 4 1,1-2 0,6 6 0,0 1-244,0 3 1,0-5-1,0-1 1,2-2-846,4-4 1,3-7-1,7-5 1,0-4-420,1-6 0,1-8 1,2-1-1,3-5 133,3-5 1,-6-6-1,2-11 1,-2-5-418,1-4 1566,-10-2 0,18-7 0,-10-1 0</inkml:trace>
  <inkml:trace contextRef="#ctx0" brushRef="#br0" timeOffset="40">7927 3858 9443,'-16'0'1799,"5"0"1,2 2-1041,1 3 0,1-1 0,3 9-14,-1 5 1,0-6 0,5 8-1,1 0-29,5-1 0,-3-1 0,8-2 0,2 0-258,2 1 1,1-6 0,0-2 0,1-2 88,-1-3 1,2-3-1,2-1 1,2-1-437,-2-5 0,0-5 0,-2-9 0,2-3-1145,0-3 0,-11 4 1,7-5-1,-3-2-2663,-4-2 0,0 4 3697,-3 0 0,-4 7 0,5-4 0</inkml:trace>
  <inkml:trace contextRef="#ctx0" brushRef="#br0" timeOffset="41">8254 3874 7888,'16'8'1846,"-5"-7"1,0 7 0,2-3-678,1 1 0,3-1 0,1-5 0,2-2-916,2-3 1,1-4 0,-3-6 0,2 2-461,-2 3 1,-7-1-1,-4-6 1,-2 1-275,-3 0 1,-3-1 0,-2 1 182,-5 0 1,-3 6 0,-9 3 0,-2 2 464,-2-1 1,-5 1-1,5 7 1,0 1 226,-1 3 1,5 8 0,-4 1 0,4 5 208,1 0 1,6 3 0,2 1-1,2 1-961,3 4 0,3-3 0,1-1 0,1-1-958,5-4 0,3-2 0,7-3 1,2-4 1315,4-6 0,4-3 0,6-2 0</inkml:trace>
  <inkml:trace contextRef="#ctx0" brushRef="#br0" timeOffset="42">8728 3727 7857,'-16'0'0,"-1"0"1573,1 0 1,-1 0 0,1 0 0,0 0-553,-1 0 1,1 6 0,2 1 0,1 0-590,2 0 1,2 6-1,-2 0-558,6 7 1,3-7 0,4 3 0,3-2 73,6 1 1,3 1 0,5 1-1,2-1 378,7 0 1,2 1-1,1-3 1,-2-1 183,-1-2 0,-7 0 0,7 3 1,-1-1-31,-2-2 0,-1-6 0,-8 4 133,1-1 0,-8 4-732,-4-1 1,-7-3-1,-7-3 1,-9-1 44,-5 1 0,1-3 1,-6 3-1,-1-3-1827,-1-2 0,-3-7 1,2-4-1,2-4-3793,2-1 5694,14-7 0,-16-3 0,11-7 0</inkml:trace>
  <inkml:trace contextRef="#ctx0" brushRef="#br0" timeOffset="43">8908 3318 7846,'-11'15'478,"2"-2"0,0-2 1452,0 1 1,5 3 0,-2 1-1180,5 1 1,1 1 0,1 5 0,5 8 0,3 7-216,0 4 0,6 4 0,-5 6 1,5 3-559,1-3 1,-5-1-1,0-4 1,0-3-1218,-2-6 1,4-9 0,-6-5-1,0-4-2227,1-6 3466,-3-8 0,-5 8 0,0-5 0</inkml:trace>
  <inkml:trace contextRef="#ctx0" brushRef="#br0" timeOffset="44">8891 3809 7846,'-9'-11'707,"2"2"1,2 0 2490,-1 0 0,1 3 1,6-3-2704,5 2 0,5-6 1,9 4-1,3-2-2555,3 0 1,1 6 0,6-4 2059,-1 2 0,1 1 0,0 6 0</inkml:trace>
  <inkml:trace contextRef="#ctx0" brushRef="#br0" timeOffset="45">9300 3678 7846,'-16'15'1586,"-1"-3"762,1-1 0,5-7 1,2 3-1570,2 0 0,-1-5 0,5 6-283,-3-1 0,1-4 1,3 8 60,-3 2 1,3 2 0,-4 1 76,5 0 1,1 1 0,0-1-363,0 0 1,0-5-1,1 0-550,5 2 0,3-4 0,7 0 106,1-2 0,-1 4 0,0-4 171,1 2 0,-1-5 0,-2 3 0,-1-1 1661,-2-1 1,-5 8-992,4-2 0,-6 3 0,2 3-669,-5-1 0,-2-5 0,-5-2-1463,-5-2 1,-3-1 0,-3-6 0,1 0-3131,0 0 4593,-1 0 0,-6-7 0,-3-3 0</inkml:trace>
  <inkml:trace contextRef="#ctx0" brushRef="#br0" timeOffset="46">10330 3711 9121,'-15'2'5260,"4"3"-4115,-3-3 1,10 5 479,-7-7 1,8 2-1167,-3 3 0,4 5 0,2 6 0,2 2-191,4 4 1,-5-2 0,7 7 0,-3 2-26,1 2 0,4-4 0,-2-1 0,1-3-554,3-3 0,5-3 0,3-6 0,3-6-354,3-3 0,1-4 1,4-3-1,-2-8 713,-2-7 1,-1 0 0,1-7-1,-5-1 33,-4 3 0,-2-6 0,-1 6 0,-4-3-168,-6 1 1,-3 7-1,-2-2 1,0 2-1521,0-1 1,-7 2-1,-2-2 1,-2 2 1606,0 3 0,0 7 0,-5 2 0</inkml:trace>
  <inkml:trace contextRef="#ctx0" brushRef="#br0" timeOffset="47">10820 3694 7838,'-16'8'2659,"-2"-5"1,-1 8-1738,3 2 1,-4-6 0,11 1 3110,0-1-3957,2-5 1,14 12 0,4-5 0,3 4-331,3 3 1,1-7-1,4 11 1,3 0 60,0-2 1,1-3-1,-6-2 1,2 1 340,-2-1 0,-4 0 1,-5 3-1,-4 0 756,0 1 1,-5-6-1,4 0 1,-5 1-842,-1 3 1,-7-1 0,-4-1 0,-3-4-903,-3-2 0,-4-1 0,-1-6 1,2 0 22,2 0 1,1-2 0,1-3 0,1-6-4851,5-4 5666,2-8 0,1 4 0,-2-4 0</inkml:trace>
  <inkml:trace contextRef="#ctx0" brushRef="#br0" timeOffset="48">10934 3858 7838,'17'0'0,"-1"0"760,0 0 0,3 0 0,1 0 0,1 0 645,-1 0 1,0 0-1,0-2 1,4-1-1093,1-3 1,-5-5-1,2 4 1,-2-2-200,2-4 0,-6-1 0,2-1 0,-7 2-50,-3 2 0,-3 6 0,-5-6-580,0-2 0,-2-1 0,-3-1 1,-8 3 422,-7 1 1,0 5-1,-5-3 1,-1 2 281,1 3 0,3 2 0,-3 2 0,1 0 5,4 0 1,2 2-1,2 4 1,-1 5 392,1 3 1,-1 2 0,3 1 0,3-1 341,6 1 1,3 1 0,2 2 0,0 3-474,0 3 1,2-4 0,1 3 0,6-1-143,6-4 0,-2 3 0,10-1 1,-1-2-85,0-2 1,5-7 0,-3 0-1,-1 0-1277,1-2 0,-1-2 1,-3-7-1,2 0-3097,-2 0 0,-2-7 4144,-1-4 0,-1-11 0,0-3 0</inkml:trace>
  <inkml:trace contextRef="#ctx0" brushRef="#br0" timeOffset="49">12291 3809 8337,'-11'0'1264,"0"0"1,8-2-336,-3-3 0,4 1 1617,2-7-1651,0 7 0,-1-3-343,-5 7 0,2 0-299,-6 0 1,4 0 0,-3 2 0,2 3-76,3 6 1,2 4 0,2 3 0,0 2-246,0 2 0,8 5 0,4-5 0,6-2-94,4-2 0,6-2 1,-5-1-1,3-4 113,3-6 0,-4-3 1,2-2-1,2-2-67,2-3 0,-5-4 1,-5-8-1,-4 1-169,-6 0 0,1-1 1,-6-1-1,-3-2 147,-1-2 0,-4 6 0,-3 5 1,-6 0 399,-3 2 0,-5-4 1,-2 8-1,-7 1-109,-2 3 0,2 1 0,1 0 0,-2 0-1029,-2 0 1,6 0 0,3 0-760,4 0 1,3 1 1633,4 5 0,4 3 0,7 7 0</inkml:trace>
  <inkml:trace contextRef="#ctx0" brushRef="#br0" timeOffset="50">12830 3972 9999,'2'9'9486,"4"-3"-8759,-4 3 1,5-9-1,-7 0-239,0-9 0,-2-6 0,-2-1 0,-3-2-221,-2-4 0,4-5 0,-5-11 1,1-8-255,0-6 1,4-1-1,-6-7 1,0-2-137,2-1 0,-4-3 0,6 5 1,0 4-474,-1 8 1,3 13 0,5 3-754,0 10 0,2 12 800,3 5 0,6 12 0,9 5 0,4 3-436,1 2 0,-3 1 0,3-1 0,1 2 135,-1 4 0,-5-4 1,2 4-1,-6-2-695,-5 2 1545,-3-4 0,-1 13 0,2-6 0</inkml:trace>
  <inkml:trace contextRef="#ctx0" brushRef="#br0" timeOffset="51">12634 3727 9750,'-16'0'3276,"0"0"1,8 0 0,8 0-1005,9 0 1,8-2 0,5-1 0,5-5-2273,4-1 0,1 4 0,1-4 0,0 0-694,-1 0 0,1 0 0,-2-4 0,-2 4-8103,-2 2 8797,-7-6 0,11 11 0,-5-5 0</inkml:trace>
  <inkml:trace contextRef="#ctx0" brushRef="#br0" timeOffset="52">14122 3220 8545,'-17'0'7964,"6"0"-4359,1 0-2623,6 0 1,-3 2-1,7 4 1,1 5-1,5 5 1,5 8 1679,3 8-2662,3 1 0,-1 14 0,0-1 0,1 6 0,-1 6 0,-1 0 0,-3-3 0,-1-4-591,0-9 1,-2 3 0,-2-7 0,-1-2-1,-1-3-1570,-1-6 1,-2-8-1,-4-10-574,-3-2 1,1 0 2734,-7-1 0,0-5 0,-5 7 0</inkml:trace>
  <inkml:trace contextRef="#ctx0" brushRef="#br0" timeOffset="53">14073 3580 7945,'-22'0'0,"0"0"2402,2 0 1,7 0 54,2 0 1,11 0-1,6-2 1,14-1-1546,9-3 1,11-7 0,4 3-1,3-5-1882,2-1 1,-7 5-1,-4 0 1,-2 0-807,2 2 1,-9-6 0,2 6 0,-6-2 1775,-5 0 0,-1 1 0,-3-7 0</inkml:trace>
  <inkml:trace contextRef="#ctx0" brushRef="#br0" timeOffset="54">14498 3188 9586,'-9'2'2114,"3"3"0,4 6 0,2 9 0,0 5-1021,0 6 0,0 7 1,2 17-1,2 7-342,1 7 0,2 1 0,-3 9 1,2 0-467,-3 0 0,-1-14 1,-2-5-1,0-9-1635,0-9 332,0-17 0,0-3 1,0-24-212,0-13 0,5-3 1,1-7-1,-1-1 1019,3 1 0,-5-2 0,6-6 1,0 0 75,0 1 0,1 4 1,2 3-1,-3 0 344,-1-1 1,4 6 0,-3-2 0,2 4 907,0 2 0,0 1 0,5 4-241,1 6 1,-6 5-1,0 7 1,1 10-337,3 8 0,-4 6 0,-2 2 0,0 1-402,0 4 1,-5-9-1,1 4 1,-1-2-1435,1 0 1,-3-10 0,3-1-5569,-3 0 6863,-2-7 0,0-13 0,0-9 0</inkml:trace>
  <inkml:trace contextRef="#ctx0" brushRef="#br0" timeOffset="55">15053 3711 13051,'-16'0'2116,"0"7"1,1 4-1371,4 4 0,4 1 0,7 2 1,0 2-138,0 2 1,0 1 0,2-3 0,3 2-226,6-2 1,4-2 0,3-1 0,2-3-31,2-3 0,-1-4 0,-2-7 0,1 0-260,1 0 0,1 0 1,-6 0-1,1-1 26,-1-5 1,-1-3 0,-4-7 0,-4-1-971,0 1 1,-5 0 0,3-3-1,-3 0 381,-2-3 1,0 0-1,0 6 1,-2-3 325,-3-2 1,-4 2 0,-8-2 0,1 4-73,0 6 1,-8-1-1,-1 6 1,-2 3 51,-1 1 0,6 2 1,-3 0-1,1 2-923,4 3 0,4 4 0,5 7 0,6 1-2347,3-1 3433,2 1 0,0-1 0,0 0 0</inkml:trace>
  <inkml:trace contextRef="#ctx0" brushRef="#br0" timeOffset="56">15495 3678 8276,'-17'0'2396,"1"-2"-1526,0-3 1,5 3 0,0-3 113,-2 3 1,-1 2 0,-3 2-200,1 3 1,7-1-500,3 7 0,5-1 0,2 7 114,5-1 0,5 1 0,9-1 0,3 2 223,3 4 1,-4-4 0,3 4-1,-1-4-113,-4-2 0,-2 1 0,-2-1 0,-1 0-282,-5 1 0,-2-1 0,-8 0 0,0 3-338,0 2 1,-8-8 0,-2 3 0,-7-3-578,-5-4 0,2 4 1,-5-8-1,0-1-1403,-1-2 1,6-2-1,0-2 1,6-5 45,3-10 1,7 1 2043,-1-6 0,3-3 0,2-1 0</inkml:trace>
  <inkml:trace contextRef="#ctx0" brushRef="#br0" timeOffset="57">15593 3858 7869,'16'5'1824,"0"3"0,1-1-544,-1 0 0,2-1 1,2-6-1,4 0-520,1 0 0,3-8 0,2-1 1,-1-2-638,-1 1 0,-3-1 1,4-6-1,-3 1-438,-3 0 0,-1-1 1,-6 1-1,-1 0 154,-4-1 0,-2 1 1,-5-1-1,1 1 124,-1 0 0,-4-1 0,-6 3 1,-3 1 384,0 2 1,-7 8-1,1-5 1,-5 3-37,0-1 0,-3 1 1,1 5-1,0 2 5,-2 3 0,1 3 0,-5 4 0,7 1 85,3 5 1,1-1 0,1 4 0,-1-1 511,1 2 1,7-2 0,4 6-1,1 1-572,-1 4 0,3-8 0,-2 10 0,8-2-342,7 0 0,3-4 0,4 0 0,2 0 0,2-1 0,2-4 0,-4-10 0,1-3-426,-1-1 1,-1-3 0,-3-5 0,0 0-1437,1 0 0,-3-2 0,-1-3 0,-4-6 456,-2-4 1,-1-3 0,-6-2-1,0-1 1406,0 1 0,0-6 0,0 1 0</inkml:trace>
  <inkml:trace contextRef="#ctx0" brushRef="#br0" timeOffset="58">14154 3433 8994,'-38'18'0,"-2"4"1115,-1 5 1,11-3-1,5-1 1,11-1 1522,8 0 1,15 2-1882,13-3 1,14-1-1,24 8 1,11-1-1,9-2 1,9-3 244,-40-12 0,0-2 0,0-2 0,0-1-887,8 1 0,0-1 1,0-3-1,1 0 1,9 1-1,2-1 0,-1-1 1,-2 0-1,-1-1 1,-1 0-1,-1-1 1,0 0-1669,-3-2 0,-2 1 1553,29 0 0,-36-3 0,-2 1 0,22 0 0,-6-1 0,-7-1 0,-12 1 337,-10-1 1,-16 1-338,-20 5 0,-15 0 0,-12 0 0,-7 2 0,-10 3 0,-3-1 0,-17 7 0,-5 1-244,-3 3 1,-5-4 0,-4 0 0,-3 0-81,-3-2 0,-4-2 0,42-7 0,0 0 1,-2 0-1,0 0 102,-3 0 1,-1 0 0,6-3 0,0-1 0,-3-1 0,1-1 0,1-1 0,2-1 114,0 1 1,1-2 0,-38-13-1,38 11 1,1 0 0,-37-10 231,8-3 1,21 11 0,-1-1 0,12 3 803,14 2 1,16 5-1,13-1 121,9 3 1,20 7-1,11 2 1,16 3-1051,21 2 0,10 5 0,-32-8 0,2 2 0,4 0 0,0-1 0,5 1 0,1-2 0,-4 1 0,1-1 0,7-2 0,1 0 0,1-1 0,-1-1-61,2-2 1,0-1-1,-4 0 1,-1-2 0,1 0-1,-2 0 1,-5 0-1,-2 0 61,-6 1 0,-3-2 0,24-6 0,1-4 0,-14-3 0,-12-3 0,-24 6 0,-9 2 0,-12 2 0,-10 2 0,-16 5 0,-9 1 62,-14 5 0,-10-1 0,-16 10 0,-11 3-62,-7 0 0,3 2 0,-3 0 0,42-9 0,-1 0-189,0-1 0,0 0 1,-40 8-1,40-10 0,0-1 1,-38 3-145,10-4 1,23-4-1,6-4 460,17-4 1,17-3-1,22-5 1,13 1 401,10 2 0,10 2 0,9-2 1,5 6-530,5 3 0,-5 0 0,10-1 0,-3-3-410,-3 2 1,-6 1 0,0-1 0,-3-3-409,-6-2 0,-14 3 0,-4-5-7420,-9-1 8238,-7 4 0,-21-6 0,-1 5 0</inkml:trace>
  <inkml:trace contextRef="#ctx0" brushRef="#br0" timeOffset="59">15184 2779 9122,'-11'0'1852,"0"0"1,8 2 0,-3 3 0,6 6-879,6 4 0,3 8 1,7 6-1,0 10 1,3 8-99,2 5 0,-2 5 0,2-5 0,-2 3-899,-3-2 0,-2-10 1,-1-6-1,-4-8-2074,-2-8 0,1-8 704,-3-2 1393,-3-7 0,-9-4 0,-11-9 0</inkml:trace>
  <inkml:trace contextRef="#ctx0" brushRef="#br0" timeOffset="60">15135 3171 7865,'0'-16'2094,"6"5"0,1 0-914,2-1 1,4-3 0,7 0 0,1 3-854,-1 1 0,4 2 0,0-4 1,-1 2-704,1-2 0,3 4 0,-5 0 0,-2 0 576,-2 0-200,-2-2 0,1-5 0,-1 0 0</inkml:trace>
  <inkml:trace contextRef="#ctx0" brushRef="#br0" timeOffset="61">15397 2779 7865,'7'-9'1778,"-5"2"0,7 7 0,-6 2-510,3 3 0,5 6 0,-6 11 0,1 5-423,1 4 0,-3 1 0,6 1 0,1 2-512,-2 3 0,4-2 0,-7 6 1,-1-2-13,2-4 0,-5-3 1,4-6-1,-5-5-363,-1-4 0,0-7-791,0 0 1,0-9 0,0-2 272,0-9 1,0-6-1,2-1 1,2-2 240,1-4 0,8 2 1,-2-6-1,3 3 386,3 3 1,5 0 0,1 2 0,1 1 193,-1 8 1,1 6 0,-4 3-1,4 1 469,1 5 0,-9 10 1,2 10-1,-1 1-626,-4 0 0,-3 0 1,1 4-1,-3-4-1478,-1-5 0,-5-9 0,5-4 0,-2 0-1763,1 0 1,1-7 2263,-1-2 0,-3-5 0,6-8 0,-1 2 538,-5-2 1,1 1-1,-1-1 1,3 2 640,-2-2 0,-3 4 0,-1-2-429,0-1 1,0 2 0,0 0 1258,0-3 0,-1 4 1515,-5-2 0,2 7 1,-6-1-2168,-3 3 1,4 2-1,0 2 1,0 3-146,0 6 1,5 4-1,-2 1 1,5 0-143,1 1 0,0-1 0,0 0-231,0 1 0,0-1 1,1-1-29,5-4 1,-2-4 0,6-7-1081,3 0 1,0-2 0,0-3 0,-3-6 453,3-4 0,-4-1 0,0-1 0,0 1 828,0 0 1,-5-1 0,2 1 0,-3 1 231,3 5 0,-5-5 1957,5 4-1043,-4 4 0,3 1 1,1 12-1,-3 7-1070,-1 7 1,4-2 0,-1 4-1,0-4-406,3-2 1,-5 0 0,6 1 0,-1-1-56,-5 0 1,-1-5 0,0-2-4569,3-1 1,-1-3 56,7-5 4756,-7 0 0,3-7 0,-7-2 0</inkml:trace>
  <inkml:trace contextRef="#ctx0" brushRef="#br0" timeOffset="62">16148 2583 7848,'0'-9'6154,"-1"2"-5236,-5 7 1,4 7 0,-3 7 0,3 12-360,2 12 1,6 9 0,1 6-1,2 3-187,4 2 0,-4 2 0,0 4 0,0-4-340,0-6 0,-5-10 1,3-6-1,-2-5-1995,1-6 1,-1-9 1962,-5-7 0,0-7 0,0 3 0</inkml:trace>
  <inkml:trace contextRef="#ctx0" brushRef="#br0" timeOffset="63">16034 2992 13581,'0'-17'1684,"7"8"1,4 2 0,6 1-1084,4 1 0,5 0 0,6 5 0,1 0-591,0 0 1,0 0 0,-1 0 0,-1 0-1947,-4 0 0,2 1 1936,-7 5 0,0 3 0,-6 7 0</inkml:trace>
  <inkml:trace contextRef="#ctx0" brushRef="#br0" timeOffset="64">17015 3711 8613,'-9'2'2060,"3"3"1,4 4 0,4 8 0,4-1-1477,5 0 0,3 8 0,1 1 0,-3 3-128,-1-1 0,0-5 0,5 3-465,1-1 0,-8-3 0,-2-6-2165,0-4 1780,-5-4 1,7-20 0,-5-5 0,1-5-42,-1-6 0,-2 1 0,-2-3 0,2-3 250,3-1 0,-3 1 0,5 3 1,-1 2 643,-1 2 1,2-1 0,-3-4 502,1-1 0,3 15-444,-3 7 1,-1 11 0,5 9 0,0 11-271,0 9 0,-4 0 1,5 9-1,-3-3-12,-4-2 1,-1-6 0,0-2 0,2 1-353,1-1 1,1-10 101,-6 1 0,1-11 0,3-1-1057,2-8 0,1-12 0,-2-11 1,6-4 465,4-2 1,1-1-1,0-1 1,2-1 753,4 0 0,-2 10 1,6-5-1,-3 6 131,-3 5 0,-2 3 0,-1 8 994,-1 9 0,-7 15 1,-3 12-1,-3 6-599,3 5 0,-4-2 1,3 4-1,-3-3-759,-2-6 0,0-8 0,0 3 7,0-3-3697,0-1 1,0-15 3773,0-7 0,7-14 0,2-12 0</inkml:trace>
  <inkml:trace contextRef="#ctx0" brushRef="#br0" timeOffset="65">17799 3711 7887,'9'0'2695,"0"0"0,-3 0 0,5-2-1985,3-3 1,-1-5 0,2-4 0,3 1-483,0 2 1,2-5 0,-2-6-360,-2 2 0,8 2 0,-11 2 0,-1-1 1,1 1-636,-4 0 0,0-1 0,-5 1 629,1 0 0,-6-1 0,-10 3 0,-6 3 279,-4 5 0,2 5 0,-4 1 0,1 1 361,0 5 1,-5 3-1,5 7 1,2 2 395,2 4 1,2 5-1,1 10 1,2 3-475,3 2 0,6-6 1,-2 2-1,5-2-531,1 2 0,0-10 1,1 1-1,7-7-1237,8-6 0,0 2 0,6-12 0,-2-3-866,2-1 0,-4-7 1,4-5 2208,-4-4 0,6 1 0,1-10 0</inkml:trace>
  <inkml:trace contextRef="#ctx0" brushRef="#br0" timeOffset="66">18143 3547 7887,'0'11'0,"0"0"0,-2 0 2207,-4-2 0,4 7 0,-3-1 0,3 5-942,2 0 0,0 5 1,0 1-1,0 1-884,0 0 0,0 1 1,0 2-1,0-2-285,0-7 0,0-2 1,0-3-3183,0 0 2278,0-7 1,6-9-1,1-12 1,0-8 461,0-8 0,6 3 0,-4-2 1,2 0 318,0 1 1,-6-5 0,6 6 0,0-1 178,-2 5 0,4 2 0,-6 3 0,1 0 789,-1-1 0,6 8 0,-4 6-561,0 6 0,3 14 1,-6 10-1,-2 4-52,-3 1 1,5 1-1,-1-2 1,-1-2-172,-2-2 0,-2-7 0,0 2-2050,0-4 1492,0-9 1,5-9 0,2-11 0,1-5-314,-1-6 0,6 4 0,-4-4 0,2 4 927,0 2 0,-1 0 1,5-1-1,-2 3 634,-2 3 0,-1-2 1,7 8-241,-1 1 0,0 9 1,1 6-1,-1 4-187,1 1 1,-7 1-1,1-1 1,2 0-873,2 1 1,-6-1-1,-2 0-4807,0 1-1782,-5-8 7041,13-2 0,-6-14 0,7-2 0</inkml:trace>
  <inkml:trace contextRef="#ctx0" brushRef="#br0" timeOffset="67">18813 3596 7874,'-24'17'761,"4"-6"0,-4 0 0,5 1-365,4 3 1,8 1 0,-2 0 0,1 1 1037,5-1 0,3 1 0,3-1 1,5 0-828,1 1 0,-4-3 1,6-1-1,0-2-56,-2 1 0,6-4 1,-5-3-1,5-1-527,1 1 0,-5-3 1,0 3-1,2-5 61,1-5 1,-3 1 0,0-6 0,0-3-4,-2-2 1,4 4 0,-8 0 0,1-1-183,1-3 0,-5 4 1,3 0-1,-3-1-65,-2-3 0,0 2 0,-2 1 0,-1-3-454,-3 2 1,-7 3-1,3-3 1,-5 4 58,-1 2 1,5-4 0,0 5-1,0 1-6087,2-3 6647,-6 7 0,6-7 0,-7 8 0</inkml:trace>
  <inkml:trace contextRef="#ctx0" brushRef="#br0" timeOffset="68">19042 3613 7874,'0'11'400,"0"0"1,0 3 825,0 6 1,0-2-1,0 6 1,0-2-522,0-1 1,1 8-1,3-3 1,1 1 630,-1 0 0,-2-7 1,-2 2-1,0-4-51,0-1 1,2-3-1254,3-3 1,-3-5 0,3-12 228,-3-5 0,0-5 0,2-6 0,1-5-79,-1-4 0,5-4 0,0-1 0,2-4-367,0-2 0,0 4 0,3-4 1,-1 2-1226,-2 4 1,-2 3 0,4 6 0,-4 5-92,-2 4 0,0 9-968,-1 4 1,-5 10 0,5 6 2468,-4 4 0,-2 8 0,0 3 0</inkml:trace>
  <inkml:trace contextRef="#ctx0" brushRef="#br0" timeOffset="69">19352 3629 15555,'0'16'1130,"0"1"0,0-1-497,0 0 0,2 6 0,2 0 0,3 0-624,2 1 0,2-4 0,5 2 0,0-4-235,1-6 1,-6 1 0,0-6 0,1-3 118,3-1 0,1-4 0,-1-3 0,-3-6-528,-1-3 0,0-8 1,4-2-1,-3-1 405,-1-4 1,-5 3-1,3 1 1,0-1 403,0 1 0,-5 0 0,3-1 0,-2 8 132,1 5 0,-1 8 0,-3-4 188,4 1 1,-3 10 0,6 9 0,-1 6 234,-5 4 1,4-1-1,-1 8 1,-1 2-301,3 7 0,-7-1 1,5 6-1,-4 0 461,-2-1 0,0 3 0,0 5 0,0 0-569,0 0 1,-6 2-1,-1 0 1,-2 0-322,-4-4 0,-1-5 0,-5 3 0,-2 2 0,-7-1 0,3-8 0,-2-2 0,-2-5 0,-2-4 0,-2-7 0,2 0 0,0-7 0,-1-8 0,6-3 0,-10-2 0,0 0-1464,1 0 1,1-2-1,3-5 1,0-7-7675,-2-6 9138,11-9 0,-23 3 0,10-7 0</inkml:trace>
  <inkml:trace contextRef="#ctx0" brushRef="#br0" timeOffset="70">2402 7340 16721,'0'9'5808,"2"-2"-5103,4-7 0,5 0 1,10 0-1,7 0 312,2 0 0,3-5-965,0-1 1,1-5-1,3 4 1,3 0 0,0-2-1,0 0-108,-4-4 0,-9 4 0,-5-2-26,-4-2 1,-3-1 0,-5-3-1,-4 1 1,-4-2-311,-2-4 1,-8 4-1,-2-4 386,-5 4 0,-7-4 0,-1 0 0,-3 4 0,-3 4 258,-2 3 0,-1 7 1,-1-1-1,-2 3-61,-3 2 0,4 9 0,-4 6 0,3 6 53,2 5 1,1 1 0,1 6 0,4-1-245,5 1 0,5 2 0,7-1 0,4 2 0,4 1 0,2-6 0,4 9 0,7 0 0,11 3 0,7-6 0,3-3 0,3-1 0,3-4 0,-2-7 0,6-1 0,0-4 0,0-6 0,-4-4 0,4-9 0,-2-3-2458,-4-6 0,-7-6 1,-4-3-1,-1-3-4407,-4-3 6865,-2-1 0,6-6 0,1 1 0</inkml:trace>
  <inkml:trace contextRef="#ctx0" brushRef="#br0" timeOffset="71">3187 7078 8343,'-2'17'124,"-3"-1"0,3 2 0,-4 2 0,5 4 2333,1 1 1,0 4-1,1 8 1,5 3-449,5 1 0,-2 1 1,2 2-1,1-4-1518,3 0 0,-4-6 0,-2 4 1,0-5-492,0-6 0,-5-9 0,1-7 0,-3-9 0,-2-2 0,-2-13 0,-1-8 0,-5-1 0,-1-2 0,6-1 0,-5-8 0,3 0 0,-1 1 0,1-3 0,5-1 0,0-4 0,0-2 0,0 6 0,0-2 0,0 1-301,0-1 0,5 9 0,3-2 0,1 4-1632,3 2 0,3 5 0,1 0 0,1 7-1530,-1 7 1,0 5 3462,1 1 0,6 7 0,3 2 0</inkml:trace>
  <inkml:trace contextRef="#ctx0" brushRef="#br0" timeOffset="72">3710 7160 7632,'0'40'2525,"0"-4"1,0 4-1,0-2-68,0-1 1,0-1-1,0 8 1,0-4-1550,0 0 0,5-6 0,1 4 1,-1-5-909,3-6 0,-7-3 0,5-8 0,-4-7 0,-2-11 0,0-12 0,0-8 0,0-3 0,-2-3 0,-2-4 0,-1-1 0,1 0 0,2-1 0,2-2 0,0-3 0,0 3 0,0 0 0,2-1 0,2-1-807,1 2 1,2 7 0,-3 3 0,3 3-1476,2 3 0,1 2 0,2 3 1,1 4-1353,5 6 3634,-2 10 0,15 4 0,-5 8 0</inkml:trace>
  <inkml:trace contextRef="#ctx0" brushRef="#br0" timeOffset="73">4217 7176 7742,'-18'0'2304,"-1"2"0,1 4 651,4 5 0,-1-2 1,-5 2-1468,-2 1 1,6-3 0,5 4-1003,-2 5 1,6-1-1,2 6 1,3 1-227,2 3 1,0 0 0,0 2 0,0 2-261,0-2 0,7-1 0,4-1 0,5-5 0,6-4 0,-2-4 0,7-3 0,2-5 0,2-5 0,-2-1 0,0-1 0,2-5-20,-2-5 1,-1-9 0,1-3-1,-4-1-316,-1 0 1,-8 1-1,-7 1 1,-2-5 193,-3-4 1,-2 4 0,-2 1-1,-2 1 161,-3-1 0,-4 1 1,-8-4-1,-1 4-301,-4 1 0,-3 4 0,-8 7 0,0 4-1005,1 2 0,4 1 0,3 6 0,0 0-1251,-1 0 0,6 2 2538,-2 4 0,-3 10 0,0 9 0</inkml:trace>
  <inkml:trace contextRef="#ctx0" brushRef="#br0" timeOffset="74">4674 7095 7740,'-7'12'0,"-4"5"0,4-8 0,1 11 0,5 2 1918,1 1 0,0-1 0,1 3 1,3 1-43,2-1 0,4-3 1,-2 4-1,-1-1-1435,0 0 0,4-5 0,-5 2 1,-3-4 267,-1-1 0,3-1 1861,1 0-2570,-1-7 0,-10-3 0,-2-12 0,-2-4 0,5-12 0,-2-4 0,5-3 0,1-3 0,0-5 0,0-12 0,1 0 0,5 0 0,-2 0 0,5 2 0,0 1-995,0 3 0,0 12 0,4 0 0,-2 6-1674,1 5 0,-3 3 0,2 6-1169,2 6 3838,1 3 0,3 17 0,-1 3 0</inkml:trace>
  <inkml:trace contextRef="#ctx0" brushRef="#br0" timeOffset="75">5214 6915 11044,'-29'16'0,"-4"1"2370,-2-1 0,5-5 0,1 0 0,-2 1-637,2 3 0,7-6 0,2-2 0,5-1-918,4-1-824,8 1 1,3-6 0,11 0 0,3 1-230,3 5 1,1 3 0,2 9 0,3 2 212,3 2 1,1 7-1,6-4 1,-2 3 394,-4-1 0,4-2 0,-4 4 0,4-3-370,1-3 0,-6 5 0,-4-6 0,-2-1 0,1 3 0,-10-11 0,0 3 0,-7-1 0,-6-1 0,-5 1 0,-10-5 0,1 0 0,-8-7 0,1 3 0,-4-3 0,-4-1 0,0-2 0,2 0-1662,2 0 1,-1-2-1,-3-3 1,2-6-3967,2-4 5628,0-1 0,-6-8 0,1-1 0</inkml:trace>
  <inkml:trace contextRef="#ctx0" brushRef="#br0" timeOffset="76">2108 8010 8867,'-16'11'644,"-1"0"1,7-6 0,-1 4 5056,-2-1-4155,-2 4 1,8-10-1,7 4-965,9-4 0,11-4 0,4-2 1,3-3 719,8-2 0,5 3 0,10-5 1,7 1-1302,8 0 0,11-6 0,15 2 0,-40 4 0,2 0 0,4 0 0,2 0 0,1-2 0,2 0 0,8 1 0,3 0 0,3 0 0,2 0-146,8-1 1,1 1 0,-4 2-1,1 0 1,6-2 0,2 0 0,-2 1-1,-1 2 146,1-1 0,-2 1 0,-4 3 0,0 1 0,6 1 0,-1 1 0,-6 1 0,-2 0 0,-8 1 0,-3 0 0,-16 0 0,-2 0 0,0 1 0,-1 0 0,-3 0 0,-1 1 0,40 4 0,-15-1 0,5-3 0,-3 2 0,-3 1 0,-11 6 0,2-5 0,-8-1 0,-7 2 0,-9-5 0,1 4 0,-5-3 0,-1 3 0,-8-5 0,-3 5 0,-4-4-1591,-9-2 0,-3 0 1881,-12 0 1,-3-15 0,-7-3-1</inkml:trace>
  <inkml:trace contextRef="#ctx0" brushRef="#br0" timeOffset="77">3596 8615 8912,'-15'11'1924,"4"0"0,2-8-189,4 3 0,5 1-844,0-1 0,1-6 1,10-6-1,2 3 390,2 1 0,1 2 1,-2-2-1,-1-2-588,-2-1 1,0-1 0,5 6-280,1 0 1,-6 0-1,-1 0 1,3 0-413,2 0 0,-4 0 1,-1 0-1,1 2 1,0 2-221,0 1 0,-5 1 0,5-6-2493,1 0 1,-5 2-1,1 1-4162,-1 3 6873,-5-1 0,12-12 0,-5-2 0</inkml:trace>
  <inkml:trace contextRef="#ctx0" brushRef="#br0" timeOffset="78">4168 8468 16631,'1'22'4509,"3"1"0,3 5-3277,2 6-1096,-5-1 0,9 14 0,-6-2 0,0 6 0,1 4 0,-3-6 1,0-6 281,1-5 1,-1-14-3182,-5 3 0,0-10-2289,0-12 4733,0-21 1,0-11-1,0-10 1,-1 5-1,-3 1 1,-3-4-190,-2 1 0,5-1 0,-2 2 0,3-1 1070,-3-4 0,5 3 1,-5-3-1,4 4 172,2 1 1,2 6-1,2-1 1,3 1-116,2 2 0,2 1 0,5 10 0,1 1 183,-1 2 0,6 7 0,1-1 0,1 3-299,0 2 0,-1 2 0,-3 3 0,2 6-94,-2 4 1,-7 1-1,-4 0 1,-2 3-410,-3 2 0,-2-2 0,-2 4 0,-2-1 0,-4 0 0,-3 1 0,-7-3 0,0 4-1,-1 1 1,-5-5 0,1 2-1,1-4-988,1-1 1,3-3 0,0-1-12,-1-2 0,7-7 742,-1 1 1,14-3 0,3-4-1,8-2 489,8-1 0,-2-1 1,7 6-1,4 0-20,5 0 1,-5 0 0,6 0 0,-1 0 673,-2 0 0,1 2 0,-6 4 1,-4 3-715,-3 0 0,-9 5 0,3-3 0,-7 6-171,-1 4 0,-7-2 0,3 4 0,-8-1 0,-6 0 0,-7 1 0,-3-3 0,-3 4 0,-3 1 0,1-5 0,-4 2 0,1-4 0,-1-1 0,4-6 0,0 0 0,-1-1-170,1 0 0,5-3 0,-2-7 0,4 0-1210,1 0 0,8-7 0,4-4 0,3-4 218,2-1 1,0-2 0,2-4 0,5-5 1161,10-4 0,6-2 0,10 0 0</inkml:trace>
  <inkml:trace contextRef="#ctx0" brushRef="#br0" timeOffset="79">5083 8664 7877,'-33'5'597,"2"3"1,2 1 1475,2 4 0,7-4 0,-2 0 0,4 0-1137,2 0 1,-1-4-1,3 6 1,1 2-527,2 1 0,8 3 0,-3-1 0,4 2-494,2 4 0,0 2 1,2 3-1,4-3 65,5-1 1,3-10 0,2 3 0,1-3-745,-1-4 1,1-2-1,-1-7 360,0 0 1,1-1 0,-3-5 0,-1-7 34,-2-7 0,-6 0 0,4-5 0,-2 0 4,-3-1 0,0 4 0,-1-3 1,3 1 305,-3 4 1,5 0-1,-3 0 1,-1-1 872,-2 1 0,3 1 841,1 3 0,4 9 0,-2 7-903,1 9 1,-4 13 0,4 5-1,0 4-355,0 1 0,-3-4 0,3-1 0,0 0-1059,0-1 1,-3-1-1,4-5-1392,3 2 0,-4-8 1,2-8-1,2-4-4755,1-2 6808,-5-8 0,6-8 0,-6-9 0</inkml:trace>
  <inkml:trace contextRef="#ctx0" brushRef="#br0" timeOffset="80">5639 8174 7815,'-15'9'0,"2"5"0,4 6 2457,2 0 1,0 0-1,3 2 1,-1 5-1090,1 4 0,2 4 1,4 3-1,2 5-516,1 5 0,2 2 0,-3 1 0,3 2-663,2 0 0,-3-12 0,3 8 0,0-3-730,0-4 1,-3-15 0,3-11-3129,-2-1 2764,-2-8 1,-5-7-1,0-11 463,0-3 1,-5-5-1,-2-1 1,-2-1 350,-4 1 1,-2 2-1,-1 1 1,0 1 4,-1-1 1,1 7-1,0 0 1,-1 1 614,1 0 0,3 6 1,1-1-1,-3 6 186,2 3 1,2 13-1,0 1 1,6 4-67,3 6 0,2-3 0,0 1 0,0 2-325,0 2 0,7 0 0,4-4 0,4-5-43,1-4 0,2-3 0,2-5 0,2-4-495,-2-4 1,4-2 0,-2 0 0,-2 0-1136,-2 0 0,0 0 0,0-2 1,0-4-2729,-3-4 4077,-3-5 0,5-1 0,-1-1 0</inkml:trace>
  <inkml:trace contextRef="#ctx0" brushRef="#br0" timeOffset="81">6652 8860 8439,'0'17'1892,"0"-1"0,0 0-34,0 1 0,-2-8 2331,-3-4-3172,3-3 1,-7-4-1,5-3-660,-1-6 0,-6-6 1,5-3-1,1-5-56,-2-6 0,3 2 0,-5-11 1,2-2-239,3-7 1,-3 4-1,1-10 1,3-3-25,1-3 1,2 1 0,0 3 0,2 5-298,3 4 1,-1 10 0,5 2-1,0 5-411,0 4 0,-3 14 1,4 2-218,3 8 0,-4 4 0,2 3 0,2 3-608,1 2 0,3-3 0,1 3 1,2 0 589,2 0 0,-6-4 0,-5 6 904,2 2 0,-6 2 0,0 1 0</inkml:trace>
  <inkml:trace contextRef="#ctx0" brushRef="#br0" timeOffset="82">6423 8615 7839,'-9'7'6974,"0"-3"-4660,4 7 0,5-2 0,0 2-1554,9-6 0,7-3 1,6-2-1,5 0 0,4 0-677,2 0 0,-1-2 0,1-3 0,0-4-1650,-1 0 0,7-6 0,-3 4 1,-2-2 1566,1 3 0,-13-5 0,9 6 0</inkml:trace>
  <inkml:trace contextRef="#ctx0" brushRef="#br0" timeOffset="83">6979 8729 8690,'0'17'0,"-2"1"1475,-3 4 1,3-4 0,-4 4 0,5-4-154,1-2 0,0 1 0,0-1 614,0 0-680,0-7 1,0-3-728,0-12 1,0-3 0,0-7 0,0-2-217,0-4 0,-6-3 1,1-8-1,1 0-225,2 0 1,2 1 0,0-1 0,0 0-1120,0 1 1,0-1-1,2 0 1,2 2-1884,1 4 0,8-4 0,-2 6 2914,3-1 0,10 3 0,1 6 0</inkml:trace>
  <inkml:trace contextRef="#ctx0" brushRef="#br0" timeOffset="84">7208 8648 11547,'16'5'1735,"0"1"-648,1-3 0,-1-1 0,1-2 1,-1 0-503,0 0 1,1-2-1,-1-1 1,0-5-547,1-1 1,-1 4-1,0-6 1,1 0-8,-1 2 0,-1-6 1,-3 4-113,-1-3 1,-5-1-1,3 3 1,-2 1 115,-3-2 1,-3 4 0,-2 0 0,-3 0 225,-2 0 0,-6 3 1,1-3-1,-4 0-135,-1 0 0,0 5 0,-1-1 0,1 3 76,0 2 0,-1 0 1,1 2-1,0 3 276,-1 6 1,1 4 0,1 3-1,3 4 202,1 5 0,5 4 0,-3 2 0,2 1-281,3 4 1,2-3-1,4 3 1,2-4-567,1-1 0,8-2 0,-2-4 0,4-5-1215,1-4 0,0-3 0,1-4 0,-1-6-316,0-3 1,-1-4 0,-3-3 0,-1-6 1696,2-4 0,-6-8 0,1-3 0</inkml:trace>
  <inkml:trace contextRef="#ctx0" brushRef="#br0" timeOffset="85">7813 8599 7844,'-10'7'0,"3"2"2101,0 0 1,7-2 146,0-7 1,7 0 0,11 0-1,2-1-1878,2-5 1,5 2 0,-5-5-1,-2 0-451,-2 0 1,-1 4-1,-1-4 1,0 0-53,1 0 0,-6 5 0,-2-3 1,0 1-144,0 1 1,-4-8 224,6 2 0,-7-3 0,1-3 53,-3 1 1,-7 5 0,-3 2 0,-1 2 345,-3 3 1,-3 0-1,-1 1 1,-2-3-133,-4 3 0,4 3 0,-4 3 0,4 5 36,1 1 1,1 2 0,0 5-1,-1 0 167,1 1 0,0 1 0,1 2 0,2 3 121,2 3 1,6-4-1,-4 5 1,2 2-394,3 2 0,2 1 0,4-1 0,2-2-147,1-1 0,10-1 0,-1 2 0,6-4 0,0-3 0,4-11 0,-1 7 0,1-1 0,0-5 0,5-6 0,-4-1 0,2-3 0,0-2 0,-5-7 0,4-4 0,-3-4-1675,-3-1 1,-2-8-1,-1-1 1675,-1-1 0,0-12 0,1 4 0</inkml:trace>
  <inkml:trace contextRef="#ctx0" brushRef="#br0" timeOffset="86">3563 10037 7997,'-11'0'3786,"0"0"-912,7 0-1291,-3 0 394,7 0 0,2 0 2589,3 0-4279,5 0 1,6 0-1,0 0 1,1 0-1,-1 0 1,0 0-1,1 0-33,-1 0 0,0 0 1,2 0-1,2 0-612,2 0 1,0 0 0,-6 0 0,1 0 48,-1 0 0,0 0 0,1 0 0,-1 0-368,0 0 1,-5 0-1,0 0-14,2 0 1,-4 0 0,0 2-3124,-2 3 3814,-1-3 0,-6 6 0,0-8 0</inkml:trace>
  <inkml:trace contextRef="#ctx0" brushRef="#br0" timeOffset="87">4446 9890 9811,'-11'0'5638,"0"0"-5092,7 0 0,-3 2 0,7 3-4,0 6 0,0 6 1,2 3-1,1 3-17,3 3 1,1 6-1,-3 8 1,1 2-227,-1 3 0,3-8 1,-2-3-1,-1-3-864,-2-7 0,3-4 1,3-6-200,1-3 0,-4-11 0,4-13 0,0-8 108,0-12 1,-3-2 0,3-6 0,0-1 341,0 0 0,0 6 0,2-2 0,-4 3 694,1 2 1,-5 6-1,6 2 554,-1 1 1,-1 10-336,-2 8 0,-3 13 0,5 8 1,-1 7-300,-1 3 0,1 2 0,-5 4 0,3-2-151,2-1 1,-1-8-1,-5 1-1010,0-2 0,5-3-253,1 0 0,1-8 818,-1-8 1,1-10-1,6-9 1,-3-3 129,3 2 0,0-4 1,0 2-1,-2 1 717,1-3 1,3 6 0,1-2 0,0 5 377,1 4 0,-6 8 1,0-3-298,1 4 0,3 10 1,-1 4-1,-1 8-352,-2 8 0,-6 4 0,4 5 0,-1 1-94,-5-2 0,-1 0 0,-2-1 1,0-1-1880,0-3 0,0-9-3730,0 0 5423,0-11 0,0-11 0,0-9 0</inkml:trace>
  <inkml:trace contextRef="#ctx0" brushRef="#br0" timeOffset="88">5181 10070 7942,'-2'14'-6,"-1"-1"1613,-3-2 0,3-7 0,8 1 1,6-3-226,3-2 0,3-2 0,1-1 0,2-5-1347,2-1 0,-1-2 0,-4-5-171,-1 0 1,-5-1-1,-2 1-128,-2 0-1,-1-1 1,-6 1 0,0-1 340,0 1 1,-7 0 0,-4 1 0,-4 3 165,-1 1 1,-1 5 0,1-3-1,0 2-1,-1 3 1,1 2-1,0 4 1,-2 4 70,-4 5 1,9 5 0,-3 6 0,1 7 301,1 7 0,5 0 0,3 6 0,4 0 53,2 0 0,0-11 0,2 1 0,4-3-1321,4-3 1,7-4-1,3-11 1,2-6-1233,-2-3 0,5-2 1,0-2-1,1-3-2358,-4-6 4244,-4-11 0,5-4 0,3-6 0</inkml:trace>
  <inkml:trace contextRef="#ctx0" brushRef="#br0" timeOffset="89">5573 9955 7879,'-9'17'1265,"4"1"0,1 2 215,-1 2 1,3 7 0,-4-4 0,5 3-71,1-1 0,0 0 1,0 4-1,0-4-800,0-5 0,0-4 0,0-2 0,0 1-1206,0-1 1,1-7-246,5-3 0,-4-6 1,3-6-1,-3-5 316,-2-3 0,0-8 1,0-2-1,0-1 408,0-4 0,2 3 0,1-1 0,5-2 146,1-2 1,-6 4-1,5 2 1,-3 1 488,1 4 0,4 7 1,-2 2 30,1-1 0,2 4 1,3 7-58,-3 10 1,2 3 0,-6 14 0,0-1-123,1 1 1,-3-5-1,-5 5 1,2-2-356,3-5 1,-3 0 0,4-3-585,-5 0 0,-1-5-236,0 0 0,0-9 0,0-2 455,0-9 0,0-6 0,0-1 0,0 0 136,0-1 1,6 1 0,1-2-1,0-2 327,1-2 0,3 0 1,-4 6-1,2 1 477,4 4 0,-4 2 0,2 6-168,1-3 0,1 3 0,0 8 0,-4 6 131,-2 4 0,4 1 0,-4 0 1,0 2 157,1 4 0,3-4 0,-6 4 1,-1-4-572,-2-1 1,-2-1-1,0 0-2837,0 1-1287,0-1 2450,0 0 1534,0-14 0,0-4 0</inkml:trace>
  <inkml:trace contextRef="#ctx0" brushRef="#br0" timeOffset="90">6194 9955 7864,'0'-10'1254,"0"-1"0,-1 5 0,-5-3 361,-5 2 1,2 1 0,-2 6-782,-1 0 1,-3 0 0,-1 2 0,1 4 0,4 5 0,-3 5 1,5 4-1,0 4-396,3 1 1,4 2 0,2 6 0,0 0 63,0-1 0,0-4 0,2-3 0,4-1-649,4-4 1,5-8 0,1-3 0,3-1-172,2-5 0,-3-1 1,4-2-1,-4-2 69,-1-3 1,-1-4 0,-1-8 0,-4 1 252,-6 0 0,2-1 0,-1 1 0,-3-2-34,-1-4 1,-9 4 0,-4-4-1,-4 4-241,-1 2 1,-2 1 0,-2 2 0,-4 4-357,-1 2 0,5-4 0,-2 6 0,4 1-1040,2 2 1,5 2 1665,0 0 0,7 0 0,-3 0 0</inkml:trace>
  <inkml:trace contextRef="#ctx0" brushRef="#br0" timeOffset="91">6440 10021 8337,'0'25'0,"-2"-3"977,-4-4 0,5-1 1,-5-1-1,4 2 445,2 4 1,0-9-1,0 3 106,0-1 0,0-1 0,0 2 514,0 1-1644,0-8 1,0-4 0,0-12 42,0-9 0,6-3 0,-1-8 0,-1-2-68,-2-2 0,-2-1 0,1-3 0,3-1-200,1-2 0,1-1 0,-6 9 1,2 1-332,3 1 0,-3 3 0,5-1 0,-1 8-9673,-1 6 9319,8 8 0,-4-11 0,7 6 0</inkml:trace>
  <inkml:trace contextRef="#ctx0" brushRef="#br0" timeOffset="92">6717 9988 7836,'-20'31'1819,"4"-4"1,3-3-913,4 0 1,2-6 0,7 3 0,0-2 418,0-3 1,0 0 0,2-1-1034,3-4 0,4 1 0,8-6-623,-1-2 0,0-3 0,1-2 68,-1-5 1,-5 2 0,-2-6 156,-2-3 0,-1-2 0,-4-1 322,3 0 0,-3-1 0,3 1 1,-3-2 112,-2-4 0,0 7 1,0-5 10,0 0 0,0 1 0,0 2 199,0 1 0,0 5 718,0 0 0,2 7-717,3-1 1,-3 10 0,6 8 0,-1 5-151,4 4 1,-2 7 0,0 0 0,0 8-247,0 6 1,-4 4-1,5 2 1,-3 2-146,-4 4 0,5-4 0,-3 1 0,-1-3 0,-2 0 0,-2-14 0,-2 5 0,-2-6 0,-1-5 0,-10-7 0,1-2 0,-8-5 0,-4-4 0,5-6 0,-7 4 0,-1-2-1542,-2-3 1,-1-9 0,-1-6 0,0-6 1541,1-4 0,6-5 0,3-7 0</inkml:trace>
  <inkml:trace contextRef="#ctx0" brushRef="#br0" timeOffset="93">7175 9841 8208,'0'9'4967,"0"-2"-5222,0-7-732,0 0 0,0 0 0</inkml:trace>
  <inkml:trace contextRef="#ctx0" brushRef="#br0" timeOffset="94">7616 9498 7912,'-10'16'3937,"-1"0"-2748,-2 1 1,6-6 0,-1 0 0,3 1 0,-1 3 0,3 1-328,1 1 1,7 6 0,1 6 0,-1 8-1,1 8-386,-1 8 0,6-3 1,-5 7-1,-1-3-502,2 1 0,-3-8 0,5-9 0,-2-5-1944,-3-6 1,0-9-920,1-7 0,-1-9 1,5-2 2888,-2-9 0,6-13 0,-4-3 0</inkml:trace>
  <inkml:trace contextRef="#ctx0" brushRef="#br0" timeOffset="95">7813 10005 10485,'0'16'2705,"1"-7"1,5-4-2059,5-3 0,11-4 1,5-3-1,4-8-334,1-7 0,1 0 1,-2-5-1,-2-1-619,-2 1 1,-7 3 0,2-3 0,-4-1 13,-2 1 0,-6 5 0,-5-2 156,-3 4 0,-4 3 0,-3 5 0,-6 4 436,-4 4 1,-3 2-1,-2 0 1,-2 0 29,2 0 0,0 8 0,0 2 0,-2 3-14,2-2 0,2 9 0,2-4 0,0 4 46,-1 4 1,3-4-1,1 7 1,4 2-149,2 2 1,1 2 0,6 0 0,0-1-741,0 1 0,2-6 0,4-3 0,6-4-447,8-6 1,-2-3 0,6 0 0,-2-5-477,0-5 0,1-2 1,-1-5 1448,5-5 0,4-3 0,2-3 0</inkml:trace>
  <inkml:trace contextRef="#ctx0" brushRef="#br0" timeOffset="96">8368 9841 7829,'-11'2'0,"0"1"0,-1 5 767,-3 1 0,-1-4 0,0 4 0,-1 0 1105,1 1 0,5-5 0,2 6 0,0 0-1344,0-2 1,3 5 0,-3-3 0,2 6-454,3 4 1,2-2 0,2 2-1,0-2-659,0-3 1,6 0 0,1 1 121,2-1 1,2-7 0,6-4 0,-1-3-92,0-2 0,-5-2 0,0-3 1,0-6 164,-2-3 0,4-3 0,-8-1 1,1-2 370,1-2 0,-5-1 1,3 3-1,-1-2 79,1 2 0,-3 2 1,3 1-1,-3 1 1828,-2 0-166,0 7 1,0 5-1,2 13-1091,4 7 0,-5 12 1,5-3-1,-4 2-382,-2 1 0,1-7 0,3 5 0,2-1-950,-3 1 1,-1-6 0,0 0 0,1-6-3294,3-3 0,1-7-577,-1 1 4569,-5-10 0,14-12 0,-6-8 0</inkml:trace>
  <inkml:trace contextRef="#ctx0" brushRef="#br0" timeOffset="97">8548 9432 9836,'-11'6'2140,"0"-1"1,8 3-1,-3-3-1344,4 6 0,2 3 0,0 5 0,0 2-372,0 7 1,0 12 0,2 7 0,2 9-221,1 8 1,6-3-1,-4 8 1,1-5-526,-1-4 1,0-15 0,-3-1-1,1-10-1410,-1-6 0,0-6 1731,1-12 0,-3 5 0,5-6 0</inkml:trace>
  <inkml:trace contextRef="#ctx0" brushRef="#br0" timeOffset="98">8630 9939 8029,'0'-16'916,"5"5"1,1 0 0,-1-2 238,2-1 1,-3-3 0,7 1-1,2 0-852,1-1 1,3-1 0,-1-2 0,0-2-1402,1 2 0,-1 0 1098,0-1 0,1-5 0,-1-6 0</inkml:trace>
  <inkml:trace contextRef="#ctx0" brushRef="#br0" timeOffset="99">8744 9759 7838,'0'26'412,"0"3"1,0-6 0,0 3 1547,0 3 0,0 0 0,0 0 0,2-2-1119,3 2 0,3 0 0,4 0 1,-1-5-540,2-6 0,-4 2-2520,2-9 0,-6-4-202,6-1 1,-2-12 0,2-5 2419,-5-3 0,3-10 0,0-1 0</inkml:trace>
  <inkml:trace contextRef="#ctx0" brushRef="#br0" timeOffset="100">9120 9923 10270,'-16'-9'3276,"7"1"1,3 8 0,10 2-1772,1 4 1,8-4-1,-2 3 1,3-3-869,3-2 0,1 0 0,2 0 1,2 0-638,-2 0 0,-2 0 0,-2 0 0,1 0 0,-1 0 0,0 0 0,1 2 0,-1 1 0,0 3 0,1-1 0,-1-5 0,0 0 0,1 0 0,-3 2 0,-1 2-1775,-2 1-5456,-8 0 7231,5 3 0,-1-6 0,2 5 0</inkml:trace>
  <inkml:trace contextRef="#ctx0" brushRef="#br0" timeOffset="101">10052 9808 8641,'0'-16'677,"0"0"0,0-1 0,0 1 1,0 0-1,0-1 436,0 1 0,0 5 1,-2 2-1,-2 0 226,-1 0 0,-8 5-731,2-1 1,-3 12 0,-3 7-345,1 6 1,2 4-1,1-2 1,2 7 46,-2 7 1,4-1 0,0 5 0,0-2-93,0 0 0,5 0 0,-1-5 1,5 0-949,5-1 0,-1-4 1,7-5-1,3-1-585,6-2 0,0-13 1,6 4-1,-1-7 66,1-4 0,-1-2 0,4-4 1,-4-4-1083,-1-5 2330,5-9 0,-3-1 0,6-8 0</inkml:trace>
  <inkml:trace contextRef="#ctx0" brushRef="#br0" timeOffset="102">10395 9776 9272,'-16'0'2916,"-1"0"0,1 0-1644,0 0 1,5 0-1,0 1-867,-2 5 0,4-2 1,0 6-1,0 3-252,0 2 0,5 8 0,-1 3 0,3 1-351,2 0 1,0-1-1,0 1 1,2-3-379,3-1 0,4-10 0,8 3 0,-1-3-279,0-4 0,-5-2 0,0-7 273,2 0 1,1-7 0,1-4 202,-4-3 0,-2-3 0,-5 1 0,1-2 191,-1-4 1,-3 4-1,-1-4 1,0 2 480,0-2 1,0 4-1,-1-4 1,-3 4 806,-1 2 0,-1 5 640,6 0 0,0 9 0,0 4-976,0 12 1,0 10 0,2 9 0,2-1-928,1 1 0,8-6 0,-4-1 0,2-3-1231,0-3 1,-1 4 0,7-4-598,-1-5 0,0-1 0,1-10 1991,-1-6 0,-7-5 0,-1-10 0</inkml:trace>
  <inkml:trace contextRef="#ctx0" brushRef="#br0" timeOffset="103">10575 9906 8502,'0'17'1250,"0"-1"1,0 0-1,0 1-169,0-1 1,0 2-1,0 2 1,0 2-436,0-2 0,0-2 0,2-1 1,1-1 962,3 0 0,-1 1-1983,-5-1 1,6-9 13,-1-7 0,1-9 0,-6-11 0,0-3 139,0-3 1,5-1 0,2-4 0,1 2-9,-1 2 0,4 1 1,-4-1-1,2 3 826,4 1 0,3 10 0,4-1 0,2 4-283,-2 7 0,3 1 0,-1 4 0,0 3-191,2 6 0,-8 11 0,2 5 0,-5 4-243,0 2 1,-6-6 0,-2-2 0,-3-1-1423,-2-4 0,0-2 0,0-1-1384,0-1 1,-2-7 2925,-3-4 0,-4-10 0,-8-4 0</inkml:trace>
  <inkml:trace contextRef="#ctx0" brushRef="#br0" timeOffset="104">11523 9694 8171,'-7'9'-609,"5"-2"-1059,-5 1 1668,7-7 0,0 7 513,0-8 1,1 0 684,5 0 1,-3 0-535,8 0 0,-5 0 0,3-2 2500,-2-4-2173,-1 5 1,-6-9-642,0 5 1,1 3-936,5-3-565,-4 3 1,5 0 0,-5-2 1149,3-1 0,-3-8 0,5 4 0</inkml:trace>
  <inkml:trace contextRef="#ctx0" brushRef="#br0" timeOffset="105">11572 9351 10114,'-16'16'1671,"6"0"0,5 1 0,3-1-621,2 0 1,0 3 0,2 2 0,3 8 207,6 8 1,2 6 0,0 10 0,-2 5-629,1 6 0,-3-6 1,1 9-1,-1-3-308,0-8 0,-4-5 1,4-9-4830,-1-10 0,2-17 4507,-4-21 0,7-10 0,-4-17 0</inkml:trace>
  <inkml:trace contextRef="#ctx0" brushRef="#br0" timeOffset="106">11752 9776 10443,'0'16'1915,"0"0"0,0-5 0,0 0-851,0 2 1,9-6-1,5-1 1,6-5-599,0-1 1,4-1-1,-2-3 1,-1-3-980,3-2 1,-11 0 0,3-4 0,-1 2-703,-1-2 0,-5-1 0,-3-3 292,-4 1 1,-2 0 0,-2-1 1003,-4 1 0,-3 7 0,-7 3 0,-1 5 421,1 1 0,0 0 1,-1 1 406,1 5 0,0 8 0,1 10 0,3 1-180,1 4 0,7 2 0,-1 2 0,3 2-1301,2 3 0,0-4 0,2 3 0,3-8-575,6-8 0,3-4 1,3-6-1,1-6 1147,4-3 0,3-2 0,8 0 0</inkml:trace>
  <inkml:trace contextRef="#ctx0" brushRef="#br0" timeOffset="107">12291 9808 9921,'-31'22'0,"2"2"1574,2 1 1,7 2-1,-2 6 1,6-2-6,5-4 0,4-3 0,7-8-1866,0 1 1,7-8-1,4-4 1,3-3-23,3-2 0,-1-6 0,0-1 0,1-2-1512,-1-4 0,-5-3 0,0-4 0,0-2 1059,-2 2 1,-2 2-1,-5 2 1,2-1 811,1 1 0,0 0 0,-5-1 600,0 1 0,0 0 1,0-1 842,0 1 1,2 7-560,4 3 1,-5 6 0,7 8 0,-3 6-311,1 6 0,1 9 1,-2-1-1,4 2-466,1 3 0,2-6 1,-4-1-1,1-3-143,3-3 1,-3-7-1,2-4-3083,2-2 3078,-6-1 0,8-13 0,-6-2 0</inkml:trace>
  <inkml:trace contextRef="#ctx0" brushRef="#br0" timeOffset="108">12700 9383 9689,'-17'17'2077,"6"-1"0,2 0 0,2 1-1314,3-1 0,3 2 0,1 2 1,1 6-228,5 5 0,-2-2 1,5 9-1,0-4-274,0-1 0,0 0 1,4-1-1,-4 1-455,-2 0 0,4-8 0,-4-3-17,2-4 0,-3-3-1414,5-4 1,-8-6 442,3-10 0,-12-5 0,-7-6 959,-7 0 0,6 1 0,-6 2 0,0 4 428,2 2 0,0 2 0,1 5 0,-1 2 236,-4 3 1,10 4 0,-5 7 0,5 1-112,3-1 0,-1 0 0,7 1 1,-3-1-205,3 0 1,6 1 0,5-3 0,1-1-99,3-2 0,3-2 1,1 4-1,1-4-934,-1-2 0,0-1 0,1-6 0,-1 0 905,0 0 0,1 0 0,-1 0 0</inkml:trace>
  <inkml:trace contextRef="#ctx0" brushRef="#br0" timeOffset="109">13517 9285 10434,'0'-7'2425,"0"7"0,0 9 1,0 13-1,2 7-1395,3 7 0,-1 6 0,5 9 0,0 3-1347,0 6 0,-3-2 0,3-1 0,0-5-447,0-4 1,-4-10 0,4-2-1,-1-7-5253,-5-7 6017,6-11 0,-7-4 0,5-7 0</inkml:trace>
  <inkml:trace contextRef="#ctx0" brushRef="#br0" timeOffset="110">13484 9710 12009,'8'-14'6691,"4"1"-6585,8 2 1,-2 7-1,4-3 1,-2 2-1236,2-1 0,-2 1 0,5 5 0,1 0-332,-1 0 1,-5 0-1,2 0 1,-4 0 986,-2 0 1,1 2-1,-1 1 1,-1 5 899,-4 1 1,1-4-1,-6 6 1,-3 2-225,-1 1 0,4 3 0,-1-1 1,-1 0 969,-2 1 0,-2 1 0,0 2 0,0 2-549,0-2 0,0-2 0,0-2 0,1 0-440,5 1 1,-3-6 0,8 0 454,2 1 1,-4-4 0,2-3-172,2-3 1,-4-2 0,2-2 0,0-3-252,-2-6 0,5-4 0,-5-1 0,2-1-84,0 1 1,-7 0-1,3-1 1,-2 1 23,1 0 1,-1-1-1,-5 1 70,0 0 0,0-1 1,0 1-221,0 0 1,-5 5 0,-2 2-1,-2 0 171,-4-1 1,-2 7 0,-1-3-1105,0 5 1,-3 1 0,-2 0-1159,-7 0 0,10 0 1,2 0 2084,1 0 0,-6 0 0,-5 0 0</inkml:trace>
  <inkml:trace contextRef="#ctx0" brushRef="#br0" timeOffset="111">14596 9612 8007,'0'17'0,"0"-1"0,0 0 0,0 1 1384,0-1 0,2 2 1,1 2-750,3 2 0,4 0 1,-2-4-1,1 2 171,4 2 1,-6-1 62,-2-4 125,4-8-588,-7-2 1,5-14 0,-7-4 0,0-4 0,0-1-385,0 0 1,0-6 0,0-2 0,0 1 43,0-1 1,0-5 0,0 4 0,0-3-176,0 1 1,6 5-1,1-3 1,0-1-1235,1 1 0,-1 9 0,-2-4 0,6 2-247,4 5 1,-4-4 0,0 8 1589,1 0 0,10 2 0,4 7 0</inkml:trace>
  <inkml:trace contextRef="#ctx0" brushRef="#br0" timeOffset="112">14955 9629 8007,'-5'10'1578,"-2"1"-1130,-3 2 1,7-4 0,-3 2 992,5 2 0,1 3 0,0 4 0,0 2-352,0-2 0,0 5 0,1 1 0,5 1-590,5 0 0,-2-7 0,2 2 1,1-6-298,3-5 1,1 2 0,1-8-145,-1-1 0,2-4 1,0-5-1,0-6-487,-3-4 0,-2-7 0,3-1 0,-1-3 19,-4-3 0,1 4 0,-5-1 1,1 3-181,-1 3 0,-2 2 0,-3 1 0,2 1-396,1 0 0,1-1-4210,-6 1 5196,0 7 0,0-6 0,0 6 0</inkml:trace>
  <inkml:trace contextRef="#ctx0" brushRef="#br0" timeOffset="113">15348 9678 7980,'0'16'929,"0"0"0,0 1 1,0-1-1,0 0 454,0 1 0,0 1 1,0 2-1,0 2-732,0-2 1,5 0-1,0 0 1,-1 1 307,-2-1 1,0-7-915,3-2-290,-3-7 1,5-4 0,-7-13 0,0-7 41,0-7 0,2-1 1,2-1-1,1-2-13,-1 2 0,-1 0 1,1-3-1,3-1 261,2 0 0,-3 8 0,5 3 0,0 4 601,-2 1 0,5 7 0,-3 1-5,4 1 1,1 12-1,0 10 1,-1 8-202,-4 4 1,3 3 0,-5 7 0,0 2-441,-3-2 1,-2-6 0,-1-5-1,3 0-1507,-3 1 1,-1-6-5519,-2 2 1114,0-4 5911,0-16 0,-7-4 0,-2-15 0</inkml:trace>
  <inkml:trace contextRef="#ctx0" brushRef="#br0" timeOffset="114">15740 9612 8912,'0'17'1011,"-6"-1"0,1 0 0,1 1 137,2-1 1,2 0-1,0 2 1,2 2-342,4 2 0,-3 2 1,8-2 217,2 5 0,-4-4-1152,2-1 0,-6-5-461,6-6 1,-7-6-1,1-12 118,-3-10 0,-2 1 1,0-8-1,0 1 9,0-4 0,0 1 0,2-1 0,2-2 483,1-2 0,6 4 0,-4 3 0,2 2 384,4 2 1,-4 8-1,2-7 1,2 9-67,1 2 1,4 3-1,2 7 1,2 5 990,-2 9 1,-2 2-1,-1 10 1,-1 1-1008,0 2 0,-5 1 0,-2 1 0,-1 0-1123,-5-1 0,-1-6 1,-2-4-1,0-4-4117,0-2 2250,0 0 2666,0-6 0,-7-10 0,-2-10 0</inkml:trace>
  <inkml:trace contextRef="#ctx0" brushRef="#br0" timeOffset="115">16247 9612 9567,'-2'17'1067,"-4"-1"0,4 0 0,-3 1 0,3-1 332,2 0 1,0-3 0,0 2 0,0 3-841,0 0 0,0 2 0,2 2-861,3 5 0,-3-9 1,4-2-3560,-4-1 1,-1-8 3860,5-1 0,-4-12 0,5-3 0</inkml:trace>
  <inkml:trace contextRef="#ctx0" brushRef="#br0" timeOffset="116">16148 9367 8034,'-7'-15'0,"-2"3"1344,0 1 1,0 7-1,5-3 158,-1 0 0,-1 7-2330,6 0 1,0 1 0,2 10-979,4 2 1806,3 2 0,7 1 0,0 0 0</inkml:trace>
  <inkml:trace contextRef="#ctx0" brushRef="#br0" timeOffset="117">16328 9645 7896,'0'23'389,"0"-4"1,0 4-1,2-1 1002,4 0 0,-5 1 1,5-1-489,-4 6 1,-2-5 0,0-1 233,0-4-1150,0-9 1,0-3 0,0-12 0,1-5 181,5-3 1,-4-8 0,3-2 0,-3 1-124,-2-1 1,5-3 0,1 5 0,-1 0 44,3-1 1,-5 10 0,8-3 374,2 1 1,-4 8 0,2 1 222,1 5 1,3 8-1,1 6 1,-1 5-595,-4 3 0,3 7 0,-5-5 0,2 1-941,0 0 0,-5 3 0,3-5 0,-2-2-1543,-3-2 0,5-9 2389,2-4 0,3-3 0,2-2 0</inkml:trace>
  <inkml:trace contextRef="#ctx0" brushRef="#br0" timeOffset="118">16851 9612 7882,'-23'0'1057,"3"2"1,-8 3 380,-1 6 0,11-2 0,2 2 1,3 2-512,4 2 0,2-5 1,7 1-1,0 4-598,0 5 1,2-2 0,3 4 0,6-4-438,4-2 0,1-1 0,0-2 0,2-4-677,4-2 0,-7-2 1,3-6-1,-2-3 8,-3-2 0,0-6 1,1 1-1,-1-5 271,-2-6 0,-8 4 1,3-4-1,-4 2 286,-2-2 1,0 4-1,0-4 1,0 4 293,0 2 0,-6-1 0,-1 1 0,0-1 108,-1 1 0,1 0 0,2 1 265,-6 4-28,4 4 1,1 16 0,10 8 0,3 8 297,2 6 0,2 9 1,4 3-1,-3 5 77,-1 1 0,0 0 1,5 0-1,-1 0-171,-4 0 1,2 0-1,-6 0 1,0 0-60,0 0 0,-1-5 0,-6-1 0,-4 1 175,-7-2 1,0 3-1,-12-7 1,-1-2-769,-3-1 0,-6-10 0,-3-3 1,-4-5-364,-2-7 1,4-2 0,-4-8 0,0 0-1250,1 0 0,-3-9 0,-1-8 0,3-8 1641,4-6 0,7-9 0,-9-2 0</inkml:trace>
  <inkml:trace contextRef="#ctx0" brushRef="#br0" timeOffset="119">17669 9563 9529,'0'9'4030,"-8"-2"1,5-1-3362,-8-1 1,7 3 0,-3-3 641,0 6-1075,5 11 1,-5-2-1,7 7 1,0 2-1,0 2 1,0 2-1,0-2-5,0-4 0,7-2-618,4-3 0,5-11 0,4 0 1,4-8-1,-1-4 0,3-5-1299,-1-5 1454,-5-11 0,4-3 0,-8-8 1,-1 2-1,-3 2 0,-3 2 1,-1 0 62,-5 1 0,-1 3 0,-4 7 0,-3-1 677,-6 1 0,-4 5 1,-1 0-1,-2 0-172,-4 2 1,2 2 0,-5 7-1,1 0-102,4 0 0,2 0 0,2 0-1019,-1 0 0,6 5 1,2 3-2021,2 1 1,2-4 2804,5 6 0,7 0 0,2 5 0</inkml:trace>
  <inkml:trace contextRef="#ctx0" brushRef="#br0" timeOffset="120">17979 9579 7868,'-16'17'1307,"-1"-1"1,3-3-1,1 0 1,4 3-67,2 2 1,1-7 0,6 9 0,0 0-1336,0-2 1,2 2 0,4-2 0,6 0 59,8-3 0,-2-4 0,6 2 0,-2-4 293,0-2 1,1-2 0,-3-5 0,2 0-95,-2 0 1,-2-5-1,-1-2 1,-3-2-676,-3-4 0,-2-2 0,-5-1 1,1 0-663,-1-1 1,-1-1 0,1-2 1171,1-2 0,1-7 0,-6 4 0</inkml:trace>
  <inkml:trace contextRef="#ctx0" brushRef="#br0" timeOffset="121">18273 8958 12270,'-9'2'2098,"4"4"1,3 12-1,2 14 1,2 12-1637,3 9 0,4 14 0,8 13 0,-1 7-237,0 4 1,-1-6 0,-2-1-1,-4-10-1461,-2-8 1,-2-21 0,-3-7 0,2-12 1235,1-8 0,1-9 0,-6-2 0</inkml:trace>
  <inkml:trace contextRef="#ctx0" brushRef="#br0" timeOffset="122">18290 9530 18971,'23'-10'1682,"6"-1"1,6-2-2248,3-2 0,6-1 0,-6 2 1,0 1 564,2 2 0,-6 0 0,6-5 0</inkml:trace>
  <inkml:trace contextRef="#ctx0" brushRef="#br0" timeOffset="123">19238 9579 8009,'-15'17'498,"2"-3"1,3-1 427,-3-2 1,0 0 0,0 3-337,2-3 1,6 2 0,-4-6-1,2 2 1,3 4-282,2 2 0,2-4 0,0-1-201,0 3 1,2 5-1,4 2 1,4-3-1,5-1 93,1-3 1,2-2-133,4-1 0,-2 0 0,6-7 0,-3 3 0,-3-5 0,0-2 146,2-5 1,-9-7 0,3 3 0,-1-5-263,-1-1 0,-5-2 0,-3-2 0,-5-4-106,-1-1 0,0 5 0,0-2 1,0 4-144,0 1 0,-7 1 1,-4 0-1,-3-1 120,-3 1 0,-4 5 0,-1 2 0,0 0-353,-2 0 1,6 5-1,-4-1-1942,4 3 2471,2 2 0,7 7 0,2 2 0</inkml:trace>
  <inkml:trace contextRef="#ctx0" brushRef="#br0" timeOffset="124">19646 9694 8571,'0'16'1422,"0"1"0,0-1-182,0 0 0,0-5 0,-2-2-353,-3-1-712,3-3 0,-7-7 0,5-3 0,-1-6 210,1-4 0,-3-3 0,0-4 1,-2-7-117,-4-7 1,4 0 0,-2-6 0,0 0-75,2 0 1,-5 2-1,5-5 1,-2-2-305,0 1 0,7 1 1,-1-2-1,3 1-20,2 3 1,0 6 0,0-1 0,2 4-421,3 1 1,4 6-1,8-1 1,-1 1-376,0 2 1,1 1 0,-1 10 0,0 1 401,1 2 1,-1 7 0,0-1-401,1 3 0,-6 4 0,-2 3 922,-2 6 0,6 11 0,-4 4 0</inkml:trace>
  <inkml:trace contextRef="#ctx0" brushRef="#br0" timeOffset="125">19368 9334 7948,'-1'11'1144,"-3"0"-362,-1 2 1,-1-4-1,8 2 87,3 1 1,4-4-1,10-3 1,1-3-610,1-2 0,8 0 0,-3 0 0,1 0-1400,0 0 1140,1 0 0,4 0 0,1 0 0</inkml:trace>
  <inkml:trace contextRef="#ctx0" brushRef="#br0" timeOffset="126">20709 9400 8779,'-22'0'0,"-2"1"1544,-1 5 0,3-2 1,-5 5-1,0-2-602,1-3 1,1 3-1,5-2 1,-2 1-612,2 1 0,4-3 0,3 5-1024,2-2 1,7 0-1,1-3-628,6 1 0,6 6 0,8-4 1196,-1 3 0,2-5 0,2 4 0,4 0 1,0-2 360,-1 1 0,4 3 0,-3-4 0,1 0 17,4 0 0,-3 4 0,-1-5 1,-1-1 828,-4 2 1,-2-3-1,-2 7-377,1 2 1,-8-4-511,-4 2 1,-10 0 0,-8 3 0,-5-1-108,-4-2 0,-7-8 1,2 3-1,-4-4-300,-2-2 1,6 5-1,2 1 1,1-3-1862,4-1 0,2-4 1,3-3-1497,4-6 3569,4-4 0,7-8 0,0-3 0</inkml:trace>
  <inkml:trace contextRef="#ctx0" brushRef="#br0" timeOffset="127">20987 9530 7960,'0'11'1568,"-2"-2"1,-2 1 534,-1-1 1,-1 1-1,6 7 1,0 1-1068,0 4 1,0 5 0,0 9 0,2 4-267,3 2 1,-3 2 0,4 5 0,-3 0-332,3 0 1,-4-7-1,3-6 1,-3-5-1298,-2-4 0,0-12 0,-2-1 111,-3-5 1,1-3 0,-5-8 0,0-5-616,0-10 0,3-1 0,-3-9 0,0-2 805,0-2 0,5-4 0,-3-3 0,2-5 502,-1-5 0,1 5 1,5-1-1,2-1 267,3-2 0,-1-2 1,7 3-1,3 4 54,6 4 1,0 13 0,6-8-1,-1 4 165,0 4 1,-3 8-1,4 12 1,-3 3-91,-3 2 0,-2 2 0,-1 3 0,-1 6 439,0 4 1,-7 1 0,-3 0 0,-4 3-292,-2 2 1,0-3-1,0 6 1,-2-2-117,-4 0 1,-3 7 0,-7-4 0,-2 2-233,-4 1 0,2-3 1,-7 4-1,-2-3-982,-2-3 0,4-3 0,3-7 0,2-4-1827,2-2 0,11-1 0,-5-10 2668,5-7 0,3-7 0,6-15 0</inkml:trace>
  <inkml:trace contextRef="#ctx0" brushRef="#br0" timeOffset="128">21608 9416 7785,'-17'0'0,"1"0"0,5 0 0,0 0 1505,-2 0 1,4 0 0,-2 0-209,-1 0 0,3 0 0,0 2 1,0 3-841,-1 6 1,7 9-1,-3 4 1,3-1-566,-3 1 0,4 3 1,-3-3-1,5-1-589,5 1 0,-1-2 1,7-6-226,2 1 0,1-8 0,3-4 481,-1-3 0,-5-9 0,0-4 0,0-4 67,-2-1 0,3-6 1,-6-2-1,-1-1 57,3-4 1,-7 5-1,5 1 1,-4 1 493,-2 0 0,1 0 0,3 6 1158,2 0 0,-1 8-587,-5 8 0,0 9 1,0 11-1,2 6-106,3 5 0,-1-6 0,5 12 0,-2-3-764,-3-5 0,5 2 0,0-9 0,2-2-362,0-2 0,-6-2 1,6-1-1,2-4-3990,1-6 4474,3-3 0,-1-9 0,0-2 0</inkml:trace>
  <inkml:trace contextRef="#ctx0" brushRef="#br0" timeOffset="129">22196 9383 7913,'-16'-9'634,"5"-3"0,0 4 602,-2-1 1,4 6 0,-2-3 0,-1 4 214,-3 2 0,-1 0 0,-1 2-849,1 4 0,0 4 0,-1 10 0,3 4 325,3 1 0,-2 5 0,6 6 0,0 4-688,-1 2 1,1-6-1,3 2 1,-1-3-905,1-3 1,4-6 0,4-5-1,3-4 32,2-6 1,-3-4 0,5-7 0,1-2-5543,3-3 6175,1-4 0,8-15 0,1-1 0</inkml:trace>
  <inkml:trace contextRef="#ctx0" brushRef="#br0" timeOffset="130">22311 9530 8623,'10'11'3882,"1"-2"-3015,2-1 0,2-3 0,1-5 0,0 0-387,1 0 0,-1-5 0,0-3 1,2-1-260,4-3 1,-4-3 0,4 1 0,-4 1-351,-1 2 1,-1 0 0,-1-5 0,-3-1-36,-1 1 0,-2 5 1,2 0 316,-5-1 0,-5 2 0,-1 0 201,0-3 1,0 4 0,-1 0-1,-3 0-65,-1-1 1,-8 7 0,2-3 0,-4 5 43,-1 1 1,0 0 0,-2 0 0,-2 0-3,-2 0 0,-5 9 1,5 5-1,0 8-91,-2 3 1,6-3 0,-2 5 0,6 3-279,3 0 0,2-1 1,-2 1-1,5 0 109,5-1 1,1 1 0,1 0 0,5-2-374,5-7 0,3 3 0,3-2 1,1-2-198,3-2 1,-2-7 0,2-2 0,-2 0-429,-3 0 0,0-5 0,1 1 0,-1-5-2547,0-5 3474,1-4 0,-1-8 0,0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644"/>
    </inkml:context>
    <inkml:brush xml:id="br0">
      <inkml:brushProperty name="width" value="0.05292" units="cm"/>
      <inkml:brushProperty name="height" value="0.05292" units="cm"/>
      <inkml:brushProperty name="color" value="#FF0000"/>
    </inkml:brush>
  </inkml:definitions>
  <inkml:trace contextRef="#ctx0" brushRef="#br0">3416 3188 7952,'-11'5'1599,"0"1"0,6-1 0,-5-3 1177,3 3 2819,2-3 1602,5 5-7147,7-7 1,-3-5-1,7 0 1,1 1-1,3 2 1,1 2 0,2 0-51,4 0-530,-4 0 0,11 0 0,-5 0 0,0 0 0,1-2 1,-1-1-1635,-1-3 0,1-7 0,-4 3 0,2-5 2164,-2-1 0,5-8 0,0-1 0</inkml:trace>
  <inkml:trace contextRef="#ctx0" brushRef="#br0" timeOffset="1">3955 3057 7959,'-11'0'3377,"0"0"1756,-1 0-3859,4 0 0,1 2 0,7 3-493,0 6 1,2 11-1,2 3 1,3 4-279,2 4 0,0-2 0,2 13 0,-4-1-98,0-1 1,-3-2 0,5-9 0,-2-2-484,-3-2 1,-2-7-1042,-2 2 0,2-15 0,1-11 366,3-10 1,-1-15 0,-3-4-1,2-9 373,1-5 0,8 0 0,-4 2 0,2 3 560,0 2 1,0 2 0,7 5 0,2 2 98,2 4 0,-1 3 1,-4 10-1,1 3 50,4 5 1,-4 19 0,2 9 0,-6 9 543,-3 7 1,-2 4 0,2 5 0,-5-2-466,-5-1 1,5-8 0,-1 2 0,-1-5-890,-2-6 0,-2 2-710,0-7 1,0-11 448,0-16 0,5-6 0,2-17 0,3-1 231,2-1 1,-3-3 0,2 0 0,2 0 716,1 1 1,-3 5-1,0 1 1,2 2-101,2 4 1,-5 8-1,1 3 1,2 1 1147,2 5 1,-5 10 0,1 8-1,0 6-660,-2 5 0,6 7 0,-6 5 0,2-2-668,0-2 0,-6-1 0,4-2 1,0-2-96,0-2 0,-5-7 0,3 0 1,-1-5-1803,-1-4 0,2-8 0,-3 1-1552,2-8 1,4-1 3522,-4-11 0,7-4 0,-4-13 0</inkml:trace>
  <inkml:trace contextRef="#ctx0" brushRef="#br0" timeOffset="2">4952 3139 8481,'-11'0'3809,"0"0"-2190,-1 0 0,-3 0 1,-1 0-1,-1 0-460,1 0 1,0 1 0,-1 5 0,1 5-344,0 3 1,-1 5-1,1 1 1,2 3-578,3 3 0,2 1 0,5 5 0,-2-1-1106,3-3 0,6-5 1,5-6-1,3-1 216,7 0 0,-2-7 1,6-3-1,-2-6-212,2-6 0,-4-3 0,4-7 1,-4 0 489,-2-1 1,-1-5 0,-3 1 0,-3-1 284,-1-2 0,-1 4 1,-3-5-1,1 1 187,-1 4 0,-2-3 0,-2 1 1254,0 2 0,0 7 0,0 6 317,0 5 0,1 7 0,5 17 0,3 7-1328,0 8 0,5-1 0,-3 6 0,4 0-342,1-1 0,1-4 0,-3-1 0,1-7-1333,1-7 0,-9-4 0,10-3 0,-3-5-3005,1-4 0,1-12 4338,0-4 0,1-20 0,-1-4 0</inkml:trace>
  <inkml:trace contextRef="#ctx0" brushRef="#br0" timeOffset="3">5410 3106 7943,'-16'0'5271,"-1"0"-3479,1 0 1,-1 0 0,1 0 0,0 2-1047,-1 3 1,1-1 0,0 7 0,-2 1 577,-4 3 1,9 1 0,-3 1 0,1-1-1325,1 0 0,3 1 0,2-1 0,1 0 0,5 1 0,1 1 0,2 4 0,2 3 0,3 1 0,6-1 0,9-5 0,4 2 0,1-2 0,-3-2 0,3-4 0,1-3-740,-1-5 0,-3-4 0,3-2 0,1 0-774,-1 0 0,-8-6 0,1-3 0,-2-4 497,-3-5 1017,0-9 0,3 2 0,0-8 0</inkml:trace>
  <inkml:trace contextRef="#ctx0" brushRef="#br0" timeOffset="4">5557 2861 8487,'0'-9'3276,"0"1"1,2 27 0,1 6-820,3 8 1,1 7-1,-3 14 1,1 6-2327,-1 4 0,-2 1 0,-2-1 0,0-3-131,0-1 0,0-18 0,0-2 0,0-7-2515,0-10 1292,0-10 0,0-13 0,0-13 0,1-7 652,5-7 0,1-4 0,6-1 0,-2-1 845,2 0 0,-4 0 0,1 3 0,3 2 175,2 7 0,-4 4 0,0 6 1,1 6 214,3 3 0,1 4 0,0 3 0,1 10 279,-1 10 0,0 3 1,-1 10-1,-2-4-851,-2-1 0,-6 0 0,4-3 1,-2 0-2161,-3-3 0,-2-13 1043,-2 3 0,0-14-7096,0-3 8121,0-14 0,0-12 0,0-6 0</inkml:trace>
  <inkml:trace contextRef="#ctx0" brushRef="#br0" timeOffset="5">6047 3237 11050,'0'16'2460,"0"0"0,0 1-1809,0-1 1,0 2 0,0 4 0,0 5-26,0 4 0,0-4 0,0-1 1,2-2-1796,4-5 1,-5 0-1965,5-3 1,-4-9 3132,-2-7 0,7-14 0,2-12 0</inkml:trace>
  <inkml:trace contextRef="#ctx0" brushRef="#br0" timeOffset="6">6064 2910 7867,'-11'2'0,"0"1"0,0 5 3303,2 1 1,0-4-1933,3 6 0,6-2-1371,0 2 0,8 3 0,8-4 0</inkml:trace>
  <inkml:trace contextRef="#ctx0" brushRef="#br0" timeOffset="7">6292 3269 7867,'-1'33'1138,"-3"-2"0,-3-2 1287,-2-2 0,5-7 0,-1 2 301,3-4-3008,2-9 1,0-3 0,0-12 0,0-6 90,0-8 1,0 0-1,2-6 1,1 1-77,3-1 1,6 1-1,-3-2 1,2 3 4,0 0 1,0 12 0,4-5 0,-3 5 1742,-1 3 1,0 1 0,6 10-601,-1 4 1,0 5 0,-1 10-1,-3 7-589,-1 2 1,-5 3 0,3 0 0,-2 0-735,-3-1 0,-2-6 0,-2-5-1510,0-2 0,0-8 1952,0-1 0,7-13 0,2 1 0</inkml:trace>
  <inkml:trace contextRef="#ctx0" brushRef="#br0" timeOffset="8">6668 3318 7861,'9'11'1329,"-3"0"1465,-4 2 1,0-6-1,3-1-2234,6-4 1,3-2-1,5-2 1,1-4-838,1-5 1,1-9 0,-5-1 0,-1 1-590,0 1 0,-5 3 0,-2 0 0,-2-1 610,-3 1 0,-2 5 0,-4 2 1,-3 0 274,-6 0 0,-9 5 1,-4-1-1,1 3 995,-1 2 0,-3 0 0,5 2 0,0 1 241,-2 3 1,12 7-1,-5-2 1,3 3-220,-1 2 0,6 1 0,4-1 1,3 2-750,2 4 0,0-2 0,2 5 0,1 1-287,3-1 0,8-5 0,1 0 0,5-5-3188,0-4 1,0-8 3187,2 3 0,3-4 0,8-2 0</inkml:trace>
  <inkml:trace contextRef="#ctx0" brushRef="#br0" timeOffset="9">8090 3139 7840,'-10'-9'970,"-1"3"0,0 3 0,0-1 0,0-2 97,-2 3 1,-1 1 0,-3 2-453,1 0 0,5 0 0,0 0 0,-1 0-213,-3 0 1,4 7 0,0 4 0,-2 4 33,-1 1 1,3 8-1,0 3 1,0 2-365,2-2 1,-4 4-1,8-6 1,1 1-487,3-4 0,1-4 0,1-2 1,5-1-66,5-4 1,3-2 0,4-6 0,2 3-960,2-3 0,7-3 0,-3-5 0,1-4 1438,0 0 0,0-6 0,6 6 0</inkml:trace>
  <inkml:trace contextRef="#ctx0" brushRef="#br0" timeOffset="10">8303 3171 9623,'-16'22'0,"-3"0"1166,-2-2 1,2 0 0,-1 0 0,6 2-312,3-2 0,7 0 1,-1 0-1,3 1-328,2-1 0,2-1 0,3-5 1,6-3-552,4-6 0,3-3 0,2-2 0,4-2-48,1-3 0,2-4 0,4-7 0,-2-1-90,-2 1 0,-5-2 0,4 0 0,-3-2 25,-3 0 1,-3 11 0,-7-8-1,-2 3 264,-1-1 0,-5 4 0,1 2 1,-6 0 56,-8 0 1,-4 4 0,-3-5 0,-2 3-84,-2 4 0,-7 1 1,4 2-1,0 0-265,3 0 1,2 0 0,0 0 0,-2 0-899,2 0 0,7 0 1,2 0-1,1 2-4116,0 3 5178,3-3 0,7 12 0,0-5 0</inkml:trace>
  <inkml:trace contextRef="#ctx0" brushRef="#br0" timeOffset="11">8891 2665 7829,'-21'7'1742,"-1"2"1,2 2-242,2 0 1,7-6 0,2 6-1,1 2-960,5 1 1,1 3 0,2 1 0,2 4-213,3 5 0,4 6 0,8 3 0,-1 6-37,0 5 0,1 0 1,-1 11-1,0 0-124,1 1 1,-1-12 0,0-2-1,-1-7-420,-4-7 1,3-9-658,-3 0 0,-4-13-1,-1-9 1,-4-7 0,-4-10 571,-4 1 0,-3-2 1,-5-2-1,-1-2 198,-1 2 1,3 2 0,-9 0 0,4-2 548,2-2 1,0 6 0,-3 6 0,-1 3 424,-1 4 0,-1 1 0,6 2 0,-1 3-231,1 8 0,5 2 0,2 12 0,0 3-280,0 3 1,5-6 0,-1 11 0,5-1-475,5-6 0,-1 4 0,7-10 0,1-1-849,3-6 1,1-5 0,1 2-1,-1-4-1746,0-2 0,2-3 1,2-10 2745,2-4 0,7-12 0,-3-4 0</inkml:trace>
  <inkml:trace contextRef="#ctx0" brushRef="#br0" timeOffset="12">9169 3286 8111,'11'0'3012,"0"0"0,-6 0 0,6 0-2461,2 0 1,-4 0 0,2 0 0,2 0-194,1 0 0,-3 0 1,0 0-378,2 0 0,1-6 1,3-1-1,-1 0-67,0 0 0,-5-4 0,0 3 1,2-1 69,1-3 0,-5 3 0,-1-2 14,-1-2 0,-5-2 1,3-1 0,-8 0 1,-5 1-1,-1 4 108,-3 6 1,2-2-1,0 1 1,-5 2 329,-5 3 0,2 1 1,-4 0-1,2 0-87,-2 0 0,4 7 1,-4 4-1,2 3 164,-1 3 0,2 1 0,-1 2 0,6 3-204,3 3 0,2 1 0,-2 6 0,6-1-439,3 1 1,9-6 0,4-1 0,5-1-536,6 1 0,0-8 1,7 0-1,4-7-234,1-4 0,-3-1 0,7-6 898,-3 0 0,5-8 0,1-1 0</inkml:trace>
  <inkml:trace contextRef="#ctx0" brushRef="#br0" timeOffset="13">11049 2632 8013,'0'-11'1809,"0"0"0,0-2 1050,0-1 1,0 7-1775,0 7 0,0 7 0,0 11 0,0 6-605,0 8 1,5 8 0,1 9-1,-3 2-318,-1 4 1,-2-1 0,2 8 0,2 0-237,1-6 1,6 2-1,-6-7 1,1-7-1702,1-10 0,2-8 0,8-5 56,-1-10 0,0-9 0,1-7 0,-1-8-1954,0-7 3673,-7-6 0,13-14 0,-4-1 0</inkml:trace>
  <inkml:trace contextRef="#ctx0" brushRef="#br0" timeOffset="14">11343 2632 7906,'0'-9'4886,"2"2"-3850,3 7 1,4 7 0,10 4-688,2 3 1,-2 4 0,2 2-1,-3 4-156,-1 1 1,-1-3 0,-1 4 0,-3-1 149,-1 1 0,-7-6 0,1 1-211,-3-3 0,-2-1-929,0-1 1,-2-7-1689,-3-3-2212,3-4 1831,-5-2 2866,7 0 0,0-8 0,0-1 0</inkml:trace>
  <inkml:trace contextRef="#ctx0" brushRef="#br0" timeOffset="15">11817 3057 7875,'-16'0'180,"-1"5"1,1 1-1,2-1 2555,3 3-2133,-4-7 1,11 8 0,-5-3 455,2 5-1182,2 3 0,5-3 0,0 0 0,1 0 0,5-2-257,5-3 0,-2-3 0,2 1 358,2 1 1,1 3 0,2-5-1,1 3 60,-1-3 0,-5 1 1,0 1 728,2 6 0,-4-2 0,2 2-381,1 2 0,-4-4 1,-3 2-1,-3 2-11,-2 1 1,0-3 0,-2 0-57,-3 2 1,-5-4 0,-6 0-1,0 0-386,-1 0 1,1-5-1,0 1 1,-1-3-1161,1-2 1,5 0 0,0 0-53,-1 0 1,-1-7-1,2-4 231,5-4 0,5 4 1,1 0 1048,0-1 0,7-3 0,2-1 0</inkml:trace>
  <inkml:trace contextRef="#ctx0" brushRef="#br0" timeOffset="16">12765 3057 7826,'-24'16'807,"-1"1"1,-8-1 0,2 2 288,4 4 0,-2-8 1,7 6-1,2 2-468,2 2 1,9-4-1,4 2 1,3-4-510,2-2 1,2 0 0,3 1 0,6-3-947,4-3 0,6-2 0,1-5 0,-2 1 9,-2-1 0,-1-8 1,-1-3-1,-1-2 391,-5-4 1,3-1-1,-7-3 1,-3-1 369,-1-3 1,0 2 0,1-2 0,3 2 577,-2 3 1,-3 0 0,-1-1 195,0 1 0,0 0 3186,0-1-3285,0 8 0,2 9 1,2 11-1,1 5-561,-1 6 1,-2-4 0,0 4-1,1-4-1500,3-1 1,1-1 0,-2-1-4464,6-4 5906,4-4 0,1-7 0,0 0 0</inkml:trace>
  <inkml:trace contextRef="#ctx0" brushRef="#br0" timeOffset="17">12978 3269 7826,'-8'24'779,"6"-4"1,-5 5 0,2-1 1237,-1-4 0,-1-7 232,2-2-2632,3-8 1,-5 3 0,7-12 0,0-5-7,0-3 0,0-4 0,0-2 0,1-2 165,5 2 1,-3-4 0,6 3 0,1 1 171,-1 1 1,0 9 0,3 0-1,-1 1 1189,2 0 1,2 6 0,1-3 0,0 4-53,1 2 0,-1 0 0,0 2 0,1 2-1163,-1 1 1,0 8 0,1-2-1,-1 3-451,0 3 0,-5-1 1,-2 0 110,-1 1 0,-1-8 418,-2-4 0,-3-3 0,5-2 0</inkml:trace>
  <inkml:trace contextRef="#ctx0" brushRef="#br0" timeOffset="18">13550 2632 7805,'-8'11'0,"-1"0"1082,0 1 1,2-2-1,7 0 1,0 3-27,0 2 1,0 8 0,0 5 0,2 2-46,3 3 0,4 2 0,6 3 1,-2 5-580,-3 5 0,1-7 0,4-3 0,-2-3-396,-3-2 0,-4-2 1,3-4-1,0-5-833,0-4 1,-3-9-162,4-4 1,-6-5-304,2-5 0,-5-4 1,-2-6 1239,-5 4 1,2-3-1,-6 3 1,-3-2 199,-2 2 0,-1-1 0,0 6 1,-3 2-77,-2 3 1,3 1 0,-4 0 0,4 1 825,1 5 1,1 5 0,1 9 0,3 3-368,1 3 1,7-6-1,-1 2 1,3-2-275,2 1 0,5-8 1,3 3-1,1-3-268,3-4 0,3 0 1,1-5-1,2 1-197,4-1 1,-4-4 0,4-5 0,-4-6-2714,-1-4 1,-1-1 2889,0-1 0,1-6 0,-1-3 0</inkml:trace>
  <inkml:trace contextRef="#ctx0" brushRef="#br0" timeOffset="19">14759 2746 7984,'-11'0'800,"0"-1"1,-1-3 0,-1-3 0,0-2 623,2-4 1,6 4-1,-6-2-1020,-2-2 1,4 4 0,-2 0 1041,-1 2 1,-3 1-1093,-1 6 1,1 2 0,2 2 0,3 5-243,-3 5 0,4 1 1,0 10-1,1 3 182,5 2 0,-4-1 0,1 10 0,2-3-117,3 2 0,1-3 1,1 5-1,5-2-252,5 0 1,5-5 0,4-8 0,4 0-210,1 1 0,4-8 1,8 0-1,1-7 30,-2-4 1,0-1 0,1-6 0,1-2 284,-2-4 0,-3-3 1,-6-7-1,-3 0 88,-1-1 1,-5 1-1,2-2 1,-5-2 26,-4-2 1,-6-7 0,4 4 0,-1-3-178,-5 1 1,-1 0 0,-2-6 0,-2-1 63,-3-4 1,-1 3-1,-8-3 1,-4 2 55,-1-3 0,-6 12 1,0 0-1,-4 7-119,-4 4 0,7 6 0,-8 5 0,1 5-936,4 5 1,6 6-1,-3 9 1,3 4-520,3 1 1,7-3 0,4 4 1484,2-3 0,-6 6 0,4-3 0</inkml:trace>
  <inkml:trace contextRef="#ctx0" brushRef="#br0" timeOffset="20">15544 2877 7888,'-24'0'0,"11"0"0,-3 0 0,2 0 1151,-1 0 0,-1 0 0,-1 0 0,1 0 109,0 0 0,5 0 0,0 0-816,-2 0 1,4 0 353,-2 0-609,7 0 1,-1 2 142,10 3 1,-1-1-1,7 7 1,2 2-223,1 1 1,3 1 0,1-3 0,2-1-297,2 2 0,1 2 1,-3-1-1,2-1 146,-2-2 0,-2-6 0,-2 4 0,1 0 1289,-1 0 0,-5 2-635,0 6 1,-7-1-1,-1-1 1,-6-3-153,-8-1 1,-4 0 0,-1 4-880,-1-5 1,1 3 0,0-7 0,-1-3-981,1-1 0,5-2 0,0-2 0,-1-3-632,-3-6 1,-1-4 0,1-1 2028,4 0 0,-11-8 0,4-1 0</inkml:trace>
  <inkml:trace contextRef="#ctx0" brushRef="#br0" timeOffset="21">15217 2550 7888,'-9'0'4915,"1"7"0,8-3-5008,0 7 1,8-2-1,3 4 1,3-4-1248,2-2 1,1 4 0,-1-6 1339,1-1 0,-1 5 0,0 0 0</inkml:trace>
  <inkml:trace contextRef="#ctx0" brushRef="#br0" timeOffset="22">4642 4283 8287,'0'-11'3351,"0"0"-306,0-2 1,0 4-1101,0-2 1,-2 8-911,-4-3 1,-3 5-684,-7 1 1,0 0 0,-1 0 0,1 1-136,0 5 1,-1 3 0,-1 9 0,-2 2 40,-2 2 1,1 11 0,4-3 0,3 3 0,1 3-32,2-1 0,7 5 0,-1-4 0,3-3-467,2-4 1,13-9-1,5 2 1,6-6-168,5-5 0,-2-4 0,2-7 1,4-2-1398,1-3 1,-3-4-1,5-7 1,-5-3-210,-4-2 1,-7 2-1,2-4 2013,-4-1 0,6 6 0,1-6 0</inkml:trace>
  <inkml:trace contextRef="#ctx0" brushRef="#br0" timeOffset="23">4870 4316 8160,'-16'0'1242,"5"0"1,0 0 66,-1 0 0,3 0 298,-2 0 0,2 7 1,-2 4-1,3 3-860,1 3 0,5 1 0,-3 4-515,3 5 0,2 2 0,2 0 0,2-4 0,3 1 78,2-1 0,2-5 1,5 0-1,0-7-1088,1-8 1,-1-3 0,0-2 0,1 0-575,-1 0 0,1-7 1,-1-4 770,0-3 0,-7-3 0,-1 1 0,-3 0 206,0-1 1,1 1 0,-6-2 0,0-2 224,0-2 0,0 4 1,0 3 1217,0-3 0,0-2 0,-2 6 3658,-3 3-4037,3 3 0,-5 10 0,7 5 1,0 8-413,0 5 0,5 7 1,2-3-1,1-1-857,-1 1 0,5 3 0,-2-3 0,0 0-711,1-1 1,0-1 0,6-8-2061,-1-3 1,-5 2 3350,0-7 0,0-1 0,5-5 0</inkml:trace>
  <inkml:trace contextRef="#ctx0" brushRef="#br0" timeOffset="24">5230 4430 7754,'0'11'1793,"0"0"1,0 2-117,0 1 1,0 4 0,0 2 0,0 4-1138,0 1 0,0-3 0,0 4 0,0-3 448,0-3 0,0-2-1886,0-1 503,0-8 0,0-9 0,0-11 0,2-6 277,3-4 0,-1-5 0,7-5 1,2 2 648,1 2 0,-3 0 0,0-4 0,2 4 379,1 5 0,2 6 1,1 3-1,1 4-210,4 2 0,-4 3 0,4 9 0,-4 6-484,-2 4 1,1 7 0,-1 1 0,0 3-264,1 3 0,-8-4 0,-4 1 1,-3-3-2050,-2-3 1,0-2-1539,0-1 0,-2-3 3634,-3-3 0,-4-11 0,-8-9 0</inkml:trace>
  <inkml:trace contextRef="#ctx0" brushRef="#br0" timeOffset="25">5884 3940 12173,'-11'14'1365,"0"-3"0,7-2 624,-1-3 1,3 3-1,4 7 1,3 2-989,6 4 0,4 3 1,-1 10-1,-1 1-550,-2 2 0,0 11 0,5-1 1,-1 1-452,-4 3 0,1 1 0,-4-4 0,-1-3-412,0-8 1,4 5-1,-4-12-1162,2-2 1,-5-12 0,1-17 1573,-3-10 0,-16-11 0,-4-5 0</inkml:trace>
  <inkml:trace contextRef="#ctx0" brushRef="#br0" timeOffset="26">5900 4397 17633,'18'-1'1531,"4"-5"0,-2 3 0,7-7 0,2 1-19,2 0 0,2 4 1,0-4-2527,-1 1 1,-6 3 0,-3 5 0,-1 0-8565,0 0 9578,-7 0 0,-8 7 0,-7 2 0</inkml:trace>
  <inkml:trace contextRef="#ctx0" brushRef="#br0" timeOffset="27">5688 4120 14852,'-8'9'4888,"7"0"-3900,-5-4 0,12-1 0,5 7-1593,3 1 0,8-3 0,0 2 0,-2 0-1296,-2-2 0,-2 0 0,0-3 1901,1 5 0,-1 3 0,1 3 0</inkml:trace>
  <inkml:trace contextRef="#ctx0" brushRef="#br0" timeOffset="28">4821 4234 7816,'0'16'1868,"0"-5"0,0 0-1034,0 2 1,0-4-3928,0 2 3093,0-8 0,8 12 0,1-6 0</inkml:trace>
  <inkml:trace contextRef="#ctx0" brushRef="#br0" timeOffset="29">6701 4545 8496,'11'0'3139,"0"0"-813,2 0-2149,8 0 1,3-6 0,7-1 0,0-2 0,3-4 0,-1 0-1,-2 1 146,-4 1 1,-5 0-375,5-6 1,-7 7 0,0-1 0,-7-2-1026,-8-2 1041,-3-1 0,-9 2 0,-4 1 0,-4 4 1,-3 1-1,-2 5 0,-3-1 446,-3-1 0,4 3 1,-3-4-1,0 5 38,-1 1 0,4 1 1,-3 3-1,1 2 29,4-3 0,2 6 0,4 2 1,1 4-192,2 1 1,7 2-1,-1 2 1,3 4 204,2 1 1,6 2 0,3 4 0,3-2-693,7-1 0,2-3 0,1 2 0,5-5-991,4-4 1,2-3-1,0-4 1,-1-6-1748,1-3 0,-6-4 2938,0-3 0,1-4 0,4-8 0</inkml:trace>
  <inkml:trace contextRef="#ctx0" brushRef="#br0" timeOffset="30">7420 4054 8793,'-16'7'2720,"5"-5"0,2 5-1060,2 1 1,-1-1 0,5 6-952,-3-2 1,1 1 0,7 10 0,1 4-301,3-1 1,7 11-1,-3-1 1,5 5-1,1 5-215,1 2 1,-6-5 0,-1-4 0,3-3-708,2-2 0,-4-6 0,-2-2-2227,-2-1 2025,-2-10 1,-5-8-1,0-12 1,-1-5 191,-5-3 0,-3-2 0,-7-1 0,-1 1 392,1 0 1,0-1-1,-1 1 1,1-1 433,0 1 0,-1 2 0,1 1 1,0 4-125,-1 2 0,1 1 0,0 8 0,1 3 946,4 6 1,2 6 0,5 3 0,-1 3-671,1 3 1,8 1 0,3 4 0,4-2-554,7-2 0,-1-7 0,4 2 0,-1-4-272,2-2 0,-4-7 1,6-3-1,-2-4-1233,0-2 1,-1 0 0,-4-2-1,-1-4-3347,0-4 4950,1-5 0,-1-1 0,0-1 0</inkml:trace>
  <inkml:trace contextRef="#ctx0" brushRef="#br0" timeOffset="31">7682 4463 8591,'0'11'3359,"0"0"-1431,0 1 0,0 3 1,0 1-1284,0 1 0,0-1 1,0 0-1,0 1 1,2-1-367,3 0 0,-3 1 1,5-3-1,-1-1-1789,-1-2 1,2-8 0,-3 5-1378,1-1 0,1-7 2887,-6 0 0,7-15 0,2-10 0</inkml:trace>
  <inkml:trace contextRef="#ctx0" brushRef="#br0" timeOffset="32">7682 4152 7745,'-17'0'2403,"1"0"1,5 0 1377,0 0 0,6 0-3286,-6 0-1506,7 0 1,-1 0-1910,10 0 1,-1 0 2919,7 0 0,0-7 0,5-2 0</inkml:trace>
  <inkml:trace contextRef="#ctx0" brushRef="#br0" timeOffset="33">8041 3923 8965,'-16'8'3918,"5"-5"-1245,0 8 0,8-5-2214,-3 4 1,4-4 0,2 5 0,2 0-1,2 1 402,1 5 1,6-3 0,-4 14 0,2 1-90,4 2 1,-6 8 0,1 3-421,-1 0 0,-5 3 1,5-6-1,-1-3 0,-1-2-367,-1-1 0,3-2 1,-2-4-1,-1-5-2824,-2-4 0,0-9-13,3-3 1,-3-6 0,5-4 239,0-1 0,-5-8 2612,4 2 0,-12-4 0,-3-1 0</inkml:trace>
  <inkml:trace contextRef="#ctx0" brushRef="#br0" timeOffset="34">7992 4218 8263,'-9'-8'7401,"0"7"-5374,4-5 0,5-1 1,0 1-1,9 3-803,5 1 1,10 2-1,1 0 1,4 0-1225,4 0 0,-7 0 0,10 0 0,0 0 0,-1 0 0,-1 0 0,-3 0 0,-4 0-2303,-5 0 1,2 0 0,-2 0 2302,-2 0 0,-10-7 0,-2-2 0</inkml:trace>
  <inkml:trace contextRef="#ctx0" brushRef="#br0" timeOffset="35">7813 5836 20736,'16'0'1894,"0"0"0,-5 0 1,2 0-1,3 0-1536,4 0-358,2 0 0,-4 0 0,2 0 0,2 0 0,-2 0 0,-2 2-1264,-2 3 1,1-3-255,-1 4 0,0-5 1,1-1-687,-1 0 0,-5 0 1,-2-1 2203,-2-5 0,-1 4 0,-6-5 0</inkml:trace>
  <inkml:trace contextRef="#ctx0" brushRef="#br0" timeOffset="36">8646 5623 7824,'-16'0'1849,"-1"0"1742,1 0 0,0 2-1269,-1 4 1,1-4-1586,0 3 1,-1-3-694,1-2 0,0 0 0,-1 0-90,1 0 1,5 0 0,2 2 0,0 1-7,0 3 0,3 5 0,-3-4 0,2 2 30,3 4 1,3-4-1,1 2 1,0 1-59,0 3 1,0-4 0,1 0 0,5 0 56,5-2 1,9 3 0,3-4 0,3-1 157,3 0 0,2 4 0,1-4 1,1 1-44,0-1 1,-1 4-1,-1-4 1,-2 0 535,-1 1 0,-7 4 1,5-1 687,-3 4 1,-3 1-979,-9 0 1,-3 1 0,-10-1-339,-4 0 0,-5-6 0,-9-3 0,-5-2 0,-6 1 0,2 5 0,-9-6 0,3 0 0,3 3 0,-1-6 0,0 3 0,1-3-993,-1-2 0,8 0 1,3-2-1,4-2-271,1-1 0,6-8 0,2 2 1,2-3-4362,3-3 5625,3 1 0,1-8 0,0-1 0</inkml:trace>
  <inkml:trace contextRef="#ctx0" brushRef="#br0" timeOffset="37">8940 5378 7738,'-11'0'0,"1"2"2583,-3 4 0,4-3 0,0 8-1249,1 2 1,3 1 0,7 3 0,3-1-547,6 0 1,4 8-1,1 5 1,0 7-165,1 8 0,-1 0 1,0 3-1,1 4-332,-1-1 1,0 1-1,-1-3 1,-2-3-1470,-2-1 1,-8-14 0,3 1 0,-3-3-6658,3-3 7834,-4-12 0,-2 1 0,-10-14 0</inkml:trace>
  <inkml:trace contextRef="#ctx0" brushRef="#br0" timeOffset="38">8924 5803 10929,'-16'0'9119,"7"2"-7273,3 4 1,6-5 0,6 5 0,6-4-1538,8-2 0,6 0 0,5 0 0,-2 0-943,-2 0 1,0-2 0,4-2-1,-2-1-1824,-2 1 0,-5 2 1,4 2-1,-3 0-424,-3 0 1,-2 0 0,-1 0 2364,-1 0 1,0 2-1,-1 4 991,-4 4 0,-4 5 1,-7 3-1,0 2 534,0 2 1,0 5 0,0-3 0,0-1 643,0 1 1,0 0 0,0-4 1869,0 1-2764,0 1 0,-2-13-49,-3-3 1,1-6 0,-5-6 0,2-5 68,3-3 0,2-3 0,0-1 0,-1-2-608,-3-1 0,1-3 0,5 2 0,0-3-185,0-1 1,0-3 0,0 6 0,2-1-1079,3 0 1,-1 1-1,5 3 1,0-2-1077,0 2 0,-3 2 0,4 3 1,3 4-493,2 6 1,1-2 2660,0 1 0,8 8 0,1 7 0</inkml:trace>
  <inkml:trace contextRef="#ctx0" brushRef="#br0" timeOffset="39">9676 5885 8600,'-7'16'3049,"5"-5"1,-4 0-1775,5 2 1,1-4 0,0 2 0,0 2-576,0 1 0,1 2 1,3 1-1,1-1-303,-1 0 1,3 1 0,-1-1 0,-3 1-1221,-1-1 0,-2-5 1,2-2-3361,3-2 1,-3-3 4182,4-10 0,-12-10 0,-3-9 0</inkml:trace>
  <inkml:trace contextRef="#ctx0" brushRef="#br0" timeOffset="40">9643 5525 7732,'-16'-9'4982,"5"2"-772,0 7 1,7 2-4664,-1 3 0,3-1 1,2 7-1786,0 2 0,7-4 2238,4 2 0,4-1 0,1 7 0</inkml:trace>
  <inkml:trace contextRef="#ctx0" brushRef="#br0" timeOffset="41">9921 6016 7732,'0'25'699,"0"4"0,0-7 0,0-2 1082,0-2 1,0-7 0,0 0-905,0 2 1,0-8-934,0-5 0,0-7 0,0-9 137,0-1 0,0-1 0,0-2 0,0-4 330,0-1 1,0 3 0,0-5 0,0 0-287,0 1 0,0-3 0,2 7 0,2 2 86,1 2 0,2 2 0,-1 1 86,5 5 1,-2 2 0,2 10 0,-1 5 187,0 10 1,4 1-1,-5 9 1,2 2 123,0 2 1,-6-4-1,6 1 1,0-1-1261,-2-2 1,-1-1-1,-7-10 1,3-1-2709,1-2 1,3-7 3358,-3 1 0,-3 4 0,5 0 0</inkml:trace>
  <inkml:trace contextRef="#ctx0" brushRef="#br0" timeOffset="42">10428 5869 7732,'-17'0'998,"-4"0"1,-3 1 0,0 5 1471,1 5 1,1-2-1,6 2-1690,-1 2 1,3 7 0,1 1 0,4-1 0,2-2-385,3-1 0,2-1 0,2 0 0,2 1-495,4-1 0,3-5 1,7-2-922,0-2 0,1-1 0,-1-6 1,0 0-659,1 0 1,-1-2 1397,0-3 1,-7 1-1,-1-7 68,-1-2 0,-5-3 0,3-4 0,-3-2 6,-2 2 0,0-3 0,0 1 0,0 0 275,0-2 0,0 12 1,0-5-1,0 3 14,0-1 0,0 4 930,0 1 1,2 8-1,2 4 1,3 10-341,2 8 0,-4 9 1,6 0-1,2 6-37,1 3 1,-3 7-1,0-3 1,0 4-82,-2 3 1,4-4-1,-6 10 1,0-5-61,1-1 1,-3 0 0,-5-1 0,0-3-160,0-1 0,-2-8 0,-3 0 0,-6-7-336,-4-7 0,-1-4 0,-2-1 0,-2-1 0,-2 0 0,-7-7 0,2-3 0,-6-4-480,-5-2 1,4-2 0,-5-4 0,3-6-464,-2-8 0,2 0 0,-6-7 0,2-2 943,4-2 0,1-2 0,2 0 0</inkml:trace>
  <inkml:trace contextRef="#ctx0" brushRef="#br0" timeOffset="43">11114 5574 9379,'0'-9'8062,"0"2"-6727,0 7 1,0 7-1,0 6 1,2 7 0,2 9 1046,1 7-2269,8 6 1,-10 7 0,7 2-1,-3 2 1,-4 1 0,-1-1-1,0-4 472,4-5-2540,-5-4 0,7-15 1,-7-5-1,3-9 1,3-11 1954,2-9 0,-5-13 0,3-3 0</inkml:trace>
  <inkml:trace contextRef="#ctx0" brushRef="#br0" timeOffset="44">11359 5869 16647,'9'7'851,"1"2"1,-7 7 0,3 1 202,-3-1 0,5 2 0,-3 2 1,0 4-781,3 1 0,-6 1 0,5 1 0,-2-5-1751,1-4 1,-1-2-1600,-5 1 1,0-10 3075,0-7 0,0-15 0,0-10 0</inkml:trace>
  <inkml:trace contextRef="#ctx0" brushRef="#br0" timeOffset="45">11408 5640 8988,'-16'0'2878,"0"0"1,1 2 593,4 3-4095,4 4 0,9 7 1,3-1-5006,6-4 5628,4-4 0,1 0 0,0 3 0</inkml:trace>
  <inkml:trace contextRef="#ctx0" brushRef="#br0" timeOffset="46">11621 5411 8799,'-9'2'2457,"3"3"1,5 6-1,1 9 1,1 4-1524,5 1 1,-1 10-1,8 10 1,2 8-144,-3 7 1,-1 0 0,2 1 0,-4 5-641,-2 1 1,-1-11-1,-5 1 1,3-14-846,2-10 0,-1-17 0,-5 1 793,0-3 1,0-8-100,0-6 0,-7-8 0,-2-8 0</inkml:trace>
  <inkml:trace contextRef="#ctx0" brushRef="#br0" timeOffset="47">11572 5918 10508,'-9'0'2608,"9"5"0,13 1 1,7-3-2626,7-1 0,2-2 0,0 0 0,-2 0-370,2 0 0,2 0 1,0 0-1,-2 0-470,-2 0 0,-5 0 0,3 0 0,-1 0-186,-4 0 0,-2 0 1,-1 0 1557,-1 0 1,0 0 364,1 0 1,-7 0-560,1 0 0,-7-7 0,1-4-209,-3-4 0,-2 4 0,-2 2 0,-1 0 130,-3 0 1,-6 0-1,1-2 1,-4 6-51,-1 3 1,0 2 0,-1 0 0,1 0 107,-1 0 1,1 7 0,0 6 0,1 5 408,4 4 1,-3 2 0,5-4 0,0 3-478,3 3 0,4-5 1,2 5-1,0-3-848,0-3 1,2-1-1,4-5 1,5-1 161,3-2 1,2-6 0,1 4 0,-1-2-4695,0-3 5148,1-9 0,-1-4 0,1-8 0</inkml:trace>
  <inkml:trace contextRef="#ctx0" brushRef="#br0" timeOffset="48">12193 6065 8932,'9'16'5559,"4"-5"-4380,-8 0 1,1-6 0,-4 5 596,3-3-842,-3-2 0,5-12 1,-7-6-177,0-7 1,0 2 0,0-6-1,0 3-168,0-1 1,0-7 0,0 3 0,0 1-865,0 3 0,0 4 0,2 2 0,1-1-1360,3 1 0,1 1 0,-1 3-1625,5 1 0,-2 7 3259,2-1 0,7 3 0,7 2 0</inkml:trace>
  <inkml:trace contextRef="#ctx0" brushRef="#br0" timeOffset="49">12618 5852 8647,'-24'6'1785,"-3"-1"1,4 1-1,-1-5-342,0 5 0,6-4 0,-4 3 0,4-3-449,2-2 0,1 7-1056,4 4 0,-1 4 1,6 3-1,3 2 1,1 2 156,2-2 1,0-2-1,2-2 1,3 0-424,6 1 1,3-3-1,5-3-276,2-5 1,-2-4-1,2-2 1,-2-2 165,-3-4 1,0-3 0,-1-9-1,-3-2 131,-1-2 1,-2-1-1,2 3 1,-3-4-40,-1-1 1,-5 5-1,5-2 1,-2 4 1943,1 1 0,-1 6 84,-5 1 1,0 8 0,0 2-936,0 9 0,0 13 0,0 3 0,0 2-785,0 1 1,0-1-1,2 4 1,2-4-1070,1-5 1,2-4 0,-3-2-7550,2 1 8656,6-8 0,-3-9 0,8-9 0</inkml:trace>
  <inkml:trace contextRef="#ctx0" brushRef="#br0" timeOffset="50">12700 5509 7727,'-11'0'2457,"0"0"1,7 2-1,-1 3 1,3 8-1197,2 7 0,2 5 0,3 10 0,6 3-305,4 6 0,-1 5 0,-1 3 0,-4 5-688,-2 1 0,4-7 1,-4-2-1,1-9-2013,-1-6 1,-2-14-1,-3-3-2580,4-3 1,-3-9 4324,8-5 0,0-14 0,5-11 0</inkml:trace>
  <inkml:trace contextRef="#ctx0" brushRef="#br0" timeOffset="51">13141 5738 7727,'-29'0'691,"0"0"1,-4 0 1641,-1 0 1,8 7 0,-6 2-1,3 2-428,3 0 0,2 0 0,10 5-1544,3 1 1,4-6 0,9-1-441,3 3 0,4 2 0,7-1 0,3-1-8,2-2 1,5 0 0,7 5 0,-1 0 243,1 1 1,0-6-1,-3 0 1,1-1 33,2 0 0,-9 4 0,7-5 0,-4 2 398,-2 0 1,-5-6 0,2 6 0,-4 2-479,-2 2 1,-6-5 0,-5 1-112,-3 2 0,-8 2 0,-1-1 0,-4 1 0,-7 1 0,0-3 0,-9 8 0,-2-2 0,-2-3 0,2-5 0,0-2 0,-2 0-321,2 0 0,0-5 0,-2 1 1,2-5-4588,1-5 1,8-10 4907,-1-7 0,-5-14 0,1 2 0</inkml:trace>
  <inkml:trace contextRef="#ctx0" brushRef="#br0" timeOffset="52">3252 7209 10135,'9'0'3060,"-1"0"-2616,-8 0 1,-2 0 26,-4 0-300,5 0 0,-8 0 1,3 0 455,-5 0-508,4 0 1,-6 2 0,6 2 0,-2 3-84,-4 2 1,4-5 0,0 3-1,0 0-209,0 4 0,3-2 0,-3 2 0,0 2 41,0 1 0,4 8 0,-4 0 0,1 0 212,5 1 0,-5-5 1,3 6-1,1-2 11,3 0 0,1 1 0,0-3 0,0 2-54,0-2 1,1 0-1,5-2 1,3 0-38,0-3 0,5-8 0,-3 2 0,4-2-835,1-3 0,1-2 1,1-2-1,2 0-929,2 0 1,-1 0 1763,-4 0 0,6-7 0,3-2 0</inkml:trace>
  <inkml:trace contextRef="#ctx0" brushRef="#br0" timeOffset="53">3530 7046 15605,'0'18'462,"0"4"1,6 3 0,-1 10 0,1 3-125,1 5 1,-5 5 0,3 1 0,-3 0-117,-2 0 0,0-8 1,0-2-506,0-5 0,0-8-619,0-5 1,0-12 0,0-9 204,0-9 1,5-7-1,1-6 1,-1-5 785,2-4 1,-3 2 0,7 0-1,0-2-72,-2 2 0,6 5 0,-6-1 0,2 1 394,-1 4 1,1 4-1,6 5 140,-1 6 1,0 5 0,1 7 0,-3 9-183,-3 10 1,4 5-1,-6 1 1,0 3-376,-4 3 1,-1-9 0,0 2 0,1-4-1112,-1-1 0,-3-12 1,1 1-908,4-6 1,-3-4 2023,8-5 0,0-7 0,5-2 0</inkml:trace>
  <inkml:trace contextRef="#ctx0" brushRef="#br0" timeOffset="54">4119 7324 7768,'-17'0'1554,"1"0"-57,0 0 1,-1 0-1,1 0-775,0 0 1,5 0 0,0 0 0,0 1-283,2 5 1,-4-3 0,8 8 0,-1 2-221,-1 2 0,5 3 1,-3 2-1,3 3-181,2 3 0,0 1 1,0 4-1,0-2-319,0-2 0,5-10 0,3 1 0,1-4-123,3-6 0,3-5 0,1-3 0,1-2 146,-1-3 0,0-6 1,1-9-1,-3-2-39,-3 2 1,2-5 0,-6-1 0,0-1 206,1 0 0,-1 7 0,-4-4 0,3 3 550,-3-1 1,-1 0 0,-2 6 2424,0-1-2199,0 8 0,0 6 0,0 12 1,0 7 401,0 2 0,0 8 1,0-1-1,0 0-1204,0-3 0,6 2 0,1-2 1,0-2-1279,1-2 0,-1-7 0,-2 0-219,6 1 1,-2-4 0,2-3 1611,2-3 0,1-17 0,3-3 0</inkml:trace>
  <inkml:trace contextRef="#ctx0" brushRef="#br0" timeOffset="55">4331 7373 7794,'0'16'2457,"0"0"1,0 1-1,2-3 1,2-1-1589,1-2 0,6 0 0,-4 5 1,0 0-128,1 1 1,3-1-1,-6 0 1,-1 1-362,-3-1 0,1-5 0,2 0 468,1 2-345,1-6 0,-6-2-372,0-10 1,-6-6 0,1-9 0,1-4-108,2-1 1,2 3 0,0-5-1,0-2 216,0-2 1,0 0 0,2 2 0,4 2-242,5-2 0,-2 5 0,2 2 0,1 4 0,3 2 0,1 1 0,1 3 0,-1 3-316,0 1 1,-5 3 0,0 5-522,2 0 0,-6 2 1,0 1 836,1 3 0,-7 6 0,7-3 0</inkml:trace>
  <inkml:trace contextRef="#ctx0" brushRef="#br0" timeOffset="56">4920 6899 22181,'16'0'0,"0"1"341,1 5 1,-1 1 0,2 6 0,2-2 577,2 1-1541,7 3 0,-11 1 0,6 1 0,-3-1 0,1-1 0,-4-3-1520,-5-1 1,-4-7 304,-3 1 1837,-5-3 0,7-2 0,-8 0 0</inkml:trace>
  <inkml:trace contextRef="#ctx0" brushRef="#br0" timeOffset="57">5148 6735 7863,'-1'-9'1663,"-3"2"-649,-2-1 0,-1 7 2180,2-5-2498,3 4 1,-5 10 0,7 3 0,0 3 330,0 2 1,0 8-1,0 1 1,0 5-484,0 2 0,-6-3 1,1 9-1,1-1-517,2 1 1,-3-4 0,-1 3 0,3-6-627,1-4 1,2-5-1,0 3-1777,0-1 1,0-12 2375,0-12 0,0-14 0,0-12 0</inkml:trace>
  <inkml:trace contextRef="#ctx0" brushRef="#br0" timeOffset="58">5132 6719 9929,'-11'2'5910,"2"3"-5015,2 6 0,1 5 0,6 6-586,0 5 0,0 4 1,0 2-1,0 0 0,2 1-542,4 4 0,-5-3 0,5 3 0,-4-5-1354,-2-6 0,0-2 0,0-5 1587,0 2 0,0 0 0,0-6 0</inkml:trace>
  <inkml:trace contextRef="#ctx0" brushRef="#br0" timeOffset="59">5001 6980 10717,'2'9'2631,"3"-3"1,5-4 0,6-2-2767,0 0 1,1 0 0,-1-2-1,0-2-4843,1-1 4978,-1-1 0,8 6 0,1 0 0</inkml:trace>
  <inkml:trace contextRef="#ctx0" brushRef="#br0" timeOffset="60">5802 7225 7878,'-16'10'1380,"5"-3"1,2-5 1007,2 3 1,-6-3-1,2 3-1701,-4-3 1,5-2-1,-1 0-41,-2 0 1,4 0 94,-2 0 0,7 2-621,-1 3 0,3-1 0,2 7-110,0 2 1,7-4 0,4 2 0,4 0-173,1-2 1,2 5-1,2-3 1,2 4 138,-2 1 0,0-5 0,0 0 0,2 1 164,-2 3 0,-8 0 0,-1-3 0,0-1 79,-2 2 1,-1 1 0,-8 3 1,0-1 0,-2-5 0,-4-2 0,-5-2 112,-3-3 0,-2 3 1,-1-1-1,-1-3-422,-4-1 1,4-2 0,-4 0 0,4-2-457,2-3 0,-1 1 0,1-7 0,0-1-1198,-1-3 0,3-7 1,3 0-1,4 1 1742,-1-3 0,7-1 0,-7-8 0</inkml:trace>
  <inkml:trace contextRef="#ctx0" brushRef="#br0" timeOffset="61">6113 6784 16639,'9'18'2042,"-2"2"1,0 6-1222,4 5 1,-2-1 0,0 16 0,0 5-137,1 7 1,-1 5 0,3 1 0,-3 0-430,-1 1 1,3-12 0,-6 3 0,0-11-2225,3-5 1,-6-9-6141,3-9 2209,-3-11 5899,-2-11 0,-7-16 0,-3-10 0</inkml:trace>
  <inkml:trace contextRef="#ctx0" brushRef="#br0" timeOffset="62">6015 7324 23801,'16'-10'700,"0"5"1,2 1 0,4 1-1,6-3 1,4 1-1480,6-2 0,-3 5 0,1-4 0,-5 5-921,-4 1 1,-5 0-1,3 0 1,-1 0-5076,-4 0 6775,-9 0 0,11 7 0,-4 2 0</inkml:trace>
  <inkml:trace contextRef="#ctx0" brushRef="#br0" timeOffset="63">6440 7356 7799,'0'26'0,"0"-1"0,0-5 0,1 2 1868,5-2 1,-4-2 0,3 0 0,-1 2-856,1 2 1,-3 0 0,3-6 0,-1 0 62,2 1 1,-5-1 2461,5 1-1998,3-8 0,-7-4-1398,3-10 1,-8-4 0,-3-8 0,1 1-164,-3-1 1,7-6 0,-5-3 0,4-1-270,2 0 1,0 0-1,0-4 1,0 2-7,0 2 1,2-1-1,2-3 1,3 4 152,2 5 0,0 2 1,4 2-1,-2 0-246,1 4 0,3 3 0,1 0 0,1 5-951,-1 4 0,-5 2 0,0 0 0,2 2 1340,1 4 0,2 3 0,1 7 0</inkml:trace>
  <inkml:trace contextRef="#ctx0" brushRef="#br0" timeOffset="64">7208 7520 20394,'18'-2'500,"4"-4"1,-2 5-1,9-5 1,3 4-1,7 2 339,2 0-1245,-4-7 1,6 5 0,-6-3 0,-5 3 0,-1 2 0,-7 0 0,-4 0-1859,-4 0-259,-7 0 1,-2-2 2522,-7-3 0,-14 3 0,-4-5 0</inkml:trace>
  <inkml:trace contextRef="#ctx0" brushRef="#br0" timeOffset="65">7273 7340 7790,'-16'0'5798,"5"0"-4264,0 0 0,9 0 0,2 0-1076,9 0 1,8 0 0,4 0-1,7 0-94,3 0 0,-2 0 0,0 0 0,2 0-1653,-2 0 1,-6-2 0,3-2 0,-3-1-3693,-3 1 4981,-2 3 0,-1-7 0,-1-1 0</inkml:trace>
  <inkml:trace contextRef="#ctx0" brushRef="#br0" timeOffset="66">8336 6849 8083,'-11'6'0,"2"1"1357,1 2 1,1-5 0,3 3 507,-1 0-1087,0-5 1,3 6 326,-4-8 0,3 1-879,-8 5 0,7-3 0,-3 7 0,1-1 0,1 0 520,1 3 0,1 5-680,-3 5 0,4-2 0,-3 5 0,3 0 1,2-1-1,0 0-925,0-4 1,0-2 0,2-2-1,3-1-434,6-4 0,-2 1 1,2-6-1,2-3 183,2-1 0,1-7 0,-2-3 1110,-3-1 0,11-9 0,-4-7 0</inkml:trace>
  <inkml:trace contextRef="#ctx0" brushRef="#br0" timeOffset="67">8483 6866 14668,'-9'7'2164,"1"2"1,8 8-1840,0-1 0,0 2 0,0 2 0,0 2-712,0-2 0,0 0 0,0 0 0,2 2-1264,4-2 0,-3-2 0,8-2-1415,2 0 3066,1-7 0,3 6 0,-1-6 0</inkml:trace>
  <inkml:trace contextRef="#ctx0" brushRef="#br0" timeOffset="68">8761 6899 9511,'-8'16'0,"-1"0"979,0 1 1,2 4 0,7 3 0,0 1 68,0 4 1,2 8 0,1 3 0,5 3 223,1 8 0,-4-5 0,4 6 0,-2 1-504,-3-2 0,-2-4 0,-2-3 0,0-1-394,0-3 0,0-9 0,0 2 1,-2-10-620,-3-4 1,1-10-256,-7-4 0,7-5 0,-1-5 0,3-8-520,2-7 1,0 0 0,2-7-1,2-2 602,1-2 0,6-2 1,-4 0-1,2 1 325,4-1 1,2 6-1,1 1 1,0 1 343,1-1 0,-1 8 0,2 0 0,2 7 391,2 4 0,0 2 0,-6 6 0,0 7 341,1 8 0,-1 9 0,0 12 0,-1 3-625,-4 1 1,2-4 0,-8 1 0,-1-4-1418,-3-1 1,-1-7-1,0-5-6684,0-2 7743,0-10 0,0-9 0,0-9 0</inkml:trace>
  <inkml:trace contextRef="#ctx0" brushRef="#br0" timeOffset="69">9235 7503 9930,'16'0'4445,"0"0"-3607,1 0 1,-1 0 0,0 0-1,2-1-84,4-5 0,-4-3 1,6-5-1,-4-1-1008,-4-1 1,4 3 0,-9-11 30,4 1 0,-6 10 1,-4-3-1,-5 3-27,-5 4 0,-4-4 0,-8 6 0,1 0 34,0-1 1,-6 3 0,0 5-1,2 0 543,2 0 1,2 5 0,-1 3 0,1 1-77,0 3 0,5 5 1,0 3-1,0 2 397,2-3 0,0 5 0,5 0 1,-1-1-202,1 1 0,2 5 0,4-4 0,3 3-877,6-1 1,-2-7 0,2 2-1,4-4-520,5-2 0,-2-5 0,4-2 0,-4-2 44,-2-3 1,-5-4 0,0-5 0,2-6-2630,1-4 3535,-5-1 0,6 0 0,-6-1 0</inkml:trace>
  <inkml:trace contextRef="#ctx0" brushRef="#br0" timeOffset="70">9660 6866 10263,'-17'0'6247,"8"2"-5596,4 3 0,5-1 0,5 7 0,4 3 15,0 6 1,6 7-1,-4 12 1,3 6-226,3 8 1,-7 7-1,1 9 1,0 3 157,-2 3 1,-1-10-1,-7 0 1,3-3-1077,2-5 0,1-16 0,-4 1-2411,3-11 0,7-15 1145,-3-10 0,3-13 0,0-10 0,-2-8 1743,1-6 0,-4-2 0,-1 0 0</inkml:trace>
  <inkml:trace contextRef="#ctx0" brushRef="#br0" timeOffset="71">9937 6931 7752,'-16'17'541,"7"-1"1,2-2-1,1 1 1916,1 1 1,-1 1-1,6 14 1,0 5-1766,0 4 0,6 3 1,1 6-1,0 2-374,1 4 0,3-8 1,-6 6-1,-1-2-391,-3-6 1,5-1-1,-1-10 1,-1-1 12,-2-8 0,0-7-1747,3-7 1,-1-3 0,5-10 1806,-2-4 0,13-10 0,-2-9 0</inkml:trace>
  <inkml:trace contextRef="#ctx0" brushRef="#br0" timeOffset="72">10297 7307 10898,'-22'17'0,"0"-3"879,2-3 0,8 4 0,1-5 435,-2 5 0,6-4 0,1 0 0,5 1-669,1 3 1,0 3-1,0 2 1,1 2-28,5-2 1,-3 0 0,8 2-520,2 5 1,-4-9 0,2-2 0,2-3-133,1-4 1,3 0-1,-1-5 0,0 1-201,1-1 0,-1-2 1,0-4-1,1-3-187,-1-6 0,0 0 0,1-4 0,-1-3-179,0 0 1,-5-2 0,-2 0 0,-1-4 437,-5-1 0,-1 3 1,-2-5 212,0-2 0,-7 11 0,-4 1 0,-4 5 2,-1 3 1,-6 1-1,-1 8 1,-1 0-2428,0 0 0,-3 0 0,5 0 2374,2 0 0,-5 0 0,0 0 0</inkml:trace>
  <inkml:trace contextRef="#ctx0" brushRef="#br0" timeOffset="73">10591 6800 21380,'17'2'439,"-1"4"1,0-3 0,1 6-1,-1 1 1148,0-1-1709,1 1 1,-1 5-1,0 0 1,1-3-1,-1 3 1,-1-2 0,-3 1-1457,-1 1 1,-7-5 0,3 0-1606,0-3 0,-5 0 3183,4-1 0,-5-5 0,-1 7 0</inkml:trace>
  <inkml:trace contextRef="#ctx0" brushRef="#br0" timeOffset="74">10869 6735 14156,'16'0'2153,"-5"2"1,-2 3-1,0 4-1245,1 0 0,-5 6 1,4-4-1,0 5-1080,0 6 1,-3-4 0,3 6-1,0-2-1052,0-1 1,-5-4 0,1-6-1267,-3 1 2490,5 3 0,-5 1 0,5 1 0</inkml:trace>
  <inkml:trace contextRef="#ctx0" brushRef="#br0" timeOffset="75">11196 7127 8539,'-9'8'1042,"0"-5"1,5 8-418,-1 2-158,-1-6 0,6 8 0,-2-6 0,-1 2 0,-3 0 0,3 1-268,1 3 1,4-1 0,1-1-252,3-2 0,5-6 0,-4 5 99,2-3 1,2-2 46,5-5 1,-7-7 0,-3-4 356,-4-3 1,-2-3 0,0 1 126,0-1 0,-2 7 1,-2-1 193,-1-2 0,-6 4-228,5-2-1619,-6 7 0,8-3-887,-7 7 1962,8 0 0,-5 7 0,8 2 0</inkml:trace>
  <inkml:trace contextRef="#ctx0" brushRef="#br0" timeOffset="76">11229 7634 8494,'0'17'2100,"0"-7"1,0 1 2386,0 2-3845,0 2 0,0 1 0,-2 0 1,-2 1-1,-1-1 0,1 0 1,2 2 368,2 4 1,-2-2 0,-1 6-1,-4 1-581,-2 4 1,-2-8 0,-6 10 0,1-2-418,0 0 1,-1 2 0,1-1 0,0-1 10,-1-4 1,1-3 0,0-8 0,-1 1-7205,1-1 3214,-1-7 0,7-3 3966,-1-12 0,7-3 0,-3-7 0</inkml:trace>
  <inkml:trace contextRef="#ctx0" brushRef="#br0" timeOffset="77">10951 6375 7877,'-17'0'-41,"7"6"0,-1 1 0,-2 0 0,-2 1 266,-1-5 0,0-1 0,-1-2 0,1 0 132,0 0-333,-8 0 0,0 0 0,-6 0 1,-3 0-1,-9 0 0,-7 0 1,-9 0-98,-6 0 1,4 0 0,-10-2-1,-5-1 56,-1-3 0,5-1 0,-12 3 0,-3-1-175,-3 1 0,2 2 0,35 2 0,-1 0 0,-2 0 0,1 0 10,-1 0 0,1 0 1,6 0-1,1 0 1,-45 0-1,-1 0 189,0 0 1,6 2 0,38 0 0,-2 0 0,1 1 0,1 1-63,-2 0 1,2 1-1,2 0 1,1 1 0,-4 2-1,0 0 1,1 2-1,0 0 127,1 3 0,2 2 1,-32 14-1,1 14 1,3 6 323,3 10 1,11 2 0,29-25 0,0 1 0,-23 34-143,7-2 0,14-11 0,2 5 0,7-3-119,10-1 0,5-12 0,11 0 0,5-2-99,9 3 0,10-7 0,10 10 0,8 0-63,8 0 1,1-2 0,-18-19 0,3 0 0,0 1 0,2 0 9,0 1 1,1-1-1,0 0 1,0-2-1,4 0 1,1-1-1,1-1 1,0-2-32,4 0 1,0-3 0,-2-2 0,2-1 0,7 0 0,2-2 0,0-2 0,2-1 60,1-2 1,1-2 0,-8-4-1,0-1 1,4-2 0,0-1-1,0-1 1,0-2-48,-1-1 1,0-1 0,3-4 0,0-1 0,3-3 0,0-1 0,1-1 0,-1 0-7,0-1 1,-1-1-1,-9-1 1,-1-1-1,4-1 1,0 0-1,-2-1 1,1 0-50,3 1 0,0 0 0,-6-1 0,1 1 0,4-1 1,2 0-1,-3-1 0,0-2-61,-4 2 0,-1-1 0,-3-2 0,-2 0 0,-3 4 0,-1 0 0,0 0 0,-1 0-12,0-1 0,0 0 1,29-15-1,4-1 0,-7 5 99,-3 4 0,-19 0 0,-5-6 1,-6 0 286,-7 1 0,-5-3 1,-13-1-1,-6-4 149,-3-2 1,-4 0 0,-5-1 0,-9 3-17,-10 0 0,-14 3 1,-9-4-1,-11-1-239,-9 0 0,-7 4 0,34 17 1,0 0-1,0 0 0,-1 0-195,0 1 0,1-1 0,-33-23 0,35 20 0,-2-1 1,2 0-1,-1 1-223,-2-1 1,0 1 0,-38-20 299,35 22 0,-1 1 0,3 0 0,-1 0 0,-6-1 0,-1 0 0,2 3 0,0 0 0,1 2 0,0 0 0</inkml:trace>
  <inkml:trace contextRef="#ctx0" brushRef="#br0" timeOffset="78">6897 9269 7835,'0'-11'605,"0"0"0,0-2 790,0-1 1,6 3 1668,-1 0-534,1 7-1,-5-3 4061,5 7-6287,3 7 0,0 4 0,-2 11 0,-1 7 0,-1 8 0,1 4 1,-1 5-304,1 3 0,1-4 0,-4 8 0,3-6 0,-3-3 0,1-8 0,0 0 0,1-7-2913,-1-7 1357,-2-11 1,3-6-1,1-10 1,-3-6-4628,-1-3 6183,-2-3 0,0-6 0,0-3 0</inkml:trace>
  <inkml:trace contextRef="#ctx0" brushRef="#br0" timeOffset="79">6652 9629 8971,'-11'5'2563,"0"0"1,2 8 0,-4-4 2402,3 0-4558,6 6 1,-3-12 0,7 8-1,2 0 1,1 2 0,4 2 0,2 4 237,4 5 0,2 3 0,1 4 0,2-2-431,4-1 0,-4-7 0,4 7 0,-4-1-59,-2-2 0,3-1 1,1-10-1,1-1-128,-1-2 0,-1-6 0,-3 5 1,0-3-29,1-4 0,-1-1 0,0-2 0,1-2 0,-1-3 0,-5 1 0,0-5 0,1 2 0,3 3 0,-4-5 0,0-2 0,2-3 0,-4 3 0,1 0 0,1-3 0,-2-6 0,6 1 0,-6-2 0,2 2-862,0 3 0,0 0 0,3-1 0,-3 1-3015,-5 0 1,1 5-426,-2 0 4302,1 7 0,-6 4 0,0 9 0</inkml:trace>
  <inkml:trace contextRef="#ctx0" brushRef="#br0" timeOffset="80">6423 10331 7781,'-14'2'1937,"3"4"0,-4-4-517,4 3-922,-3-3 1,5 0 0,3 3-1,5 6 1,1 4 0,0 3 3330,0 3-3402,0 5 1,5 8 0,2 3-1,0 1 1,1-2 0,-5-1 0,1-4 256,1-4 0,-3 2 1,6-9-1523,-1-6 0,-4-6 356,8-14 1,-7-10 0,3-11 0,-1-4 9,-1-2 1,2 0 0,-3 1 0,3-1 65,2 0 1,-5 6 0,3 2 1567,1 1 0,1 4-383,7 9 0,-7 11 0,-2 13 1,-1 7-666,-1 7 1,6-2-1,-5 3 1,-1-1-531,2-2 0,-5 1 0,4-6-1237,-5 2 1,1-2-4606,4-10 6258,3-2 0,7-8 0,0 0 0</inkml:trace>
  <inkml:trace contextRef="#ctx0" brushRef="#br0" timeOffset="81">6717 10495 7781,'-7'16'1036,"-4"1"668,-3-1 0,3 0 0,2 1 0,2 1-962,3 4 0,2-4 1,2 4-1,0-4-272,0-2 1,2 0 0,3 1-129,6-1 0,6-7 0,3-3 1,3-5-354,3-1 0,-6-1 0,3-5 0,-1-5 107,0-3 0,0-3 0,-8 1 0,-3-2-244,-6-4 1,3 4-1,-3-4 1,-1 4 28,-2 2 1,-8-1 0,-1 1-1,-2 0 133,-4-1 1,-1 6 0,-3 2 0,1 2-260,0 3 0,-6 3 0,0 1 0,2 1-1286,2 5 0,1-3 0,3 8-1486,3 2 3017,-4 2 0,14 1 0,-7 0 0</inkml:trace>
  <inkml:trace contextRef="#ctx0" brushRef="#br0" timeOffset="82">6979 10184 9372,'-11'2'1966,"0"4"0,8-3 0,-3 8 0,4 2 0,4 3-878,4 6 1,3 3 0,5 8-1,-1 2-808,-2 3 1,0 2-1,3 5 1,-1-1-310,-2 1 0,-8-10 1,3-4-1,-2-4-2753,1-2 1,-3-10-2352,3 1 5133,-10-10 0,-4-14 0,-8-10 0</inkml:trace>
  <inkml:trace contextRef="#ctx0" brushRef="#br0" timeOffset="83">6946 10446 20054,'24'0'889,"3"0"0,4 0 1,2 0-1,1-2-1785,4-3 0,-3 1 0,3-5 0,-4 0 896,-1 0 0,0-2 0,0-5 0</inkml:trace>
  <inkml:trace contextRef="#ctx0" brushRef="#br0" timeOffset="84">7567 10103 7802,'-5'11'1436,"-2"-1"1,-1 3 526,1 2 1,2 1 0,5 0 0,0 3-461,0 2 0,0 5 1,2 6-1,1 3-748,3 3 0,1-2 1,-4 8-1,5 1-577,1 3 1,-6-10 0,3-4-1,-4-1-2980,-2-4 1,0-7-6081,0 0 8882,0-11 0,-8-19 0,-1-10 0</inkml:trace>
  <inkml:trace contextRef="#ctx0" brushRef="#br0" timeOffset="85">7502 10446 17187,'16'0'2666,"1"0"1,1 0-2549,4 0 1,1 0-1,6 0 1,-1-2-2261,1-3 0,-4 3 0,2-5 2142,2-1 0,-5 6 0,0-5 0</inkml:trace>
  <inkml:trace contextRef="#ctx0" brushRef="#br0" timeOffset="86">7894 10430 9034,'0'16'2127,"0"0"0,0 2 1,0 4-938,0 5 1,0 3 0,0-1-1,0-4-746,0-1 1,0-1 0,0-3-1,0 2-1425,0-2 0,0-7 0,2-4-2346,4-2 1,-5-5 3326,5-13 0,3-7 0,0-15 0</inkml:trace>
  <inkml:trace contextRef="#ctx0" brushRef="#br0" timeOffset="87">7862 10250 11019,'-17'7'0,"1"4"3481,0 3 0,5-3-3001,0 0 0,7-5 0,1 3 24,6-2-504,-1-2 0,20-5 0,-4 0 0</inkml:trace>
  <inkml:trace contextRef="#ctx0" brushRef="#br0" timeOffset="88">8107 10479 11180,'0'23'4257,"0"4"0,2-8-3393,3-3 0,4-12 0,7-3 1,1-8-1116,-1-7 1,-1 5 0,-3-11 0,-3 0-601,-1 1 0,-3 1 0,-5 2 360,0 0 1,0 5-1,-2 2 1,-3 1 432,-6 5 0,-4 1 1,-1 2-1,0 0 639,-1 0 1,1 7 0,0 4 0,1 4 148,4 1 0,-1 0 0,4 1 0,1 1-323,0 4 0,1-2 1,6 7-1,2 2-336,4 2 1,-3-4-1,8-2 1,2-1-864,1-4 1,3-2 0,-1-3-1,2-4-1150,4-6 0,-7-3 0,5-4 1942,0-3 0,0-12 0,-4-8 0</inkml:trace>
  <inkml:trace contextRef="#ctx0" brushRef="#br0" timeOffset="89">8417 10054 7767,'-9'16'3375,"0"-7"0,6-2-1595,-3 1 1,1-5-1,5 8 1,0 2-1154,0 1 1,1 4 0,3 2 0,3 4-131,2 1 1,2 8-1,4 5 1,-2 0-202,-3 2 0,0-3 0,2 5 0,-1-3-21,2-2 0,-4-4 1,0-6-1,-2-5-1821,-3-4 1122,5-9 1,-7-4 0,3-10-1228,-3-6 1,-9-4 0,-4-1 1458,-4 0 1,-1 5 0,-2 2 454,-4 1 0,8 3 0,-6 5 1,0 0 21,1 0 1,7 2 0,1 3 0,0 6 327,2 4 1,-4 1 0,8 0-1,-1 3 239,-1 2 0,5-3 0,-3 6 0,3-2-720,2 0 0,7-1 0,4-4 1,4-1-133,1 1 0,2-1 0,2-2 0,2-3 0,-2-5 0,0-3 0,0 1 0,2 1-513,-2-1 1,0-4 0,-2-5 0,2-6-1912,0-4 0,-11-1 1,5 0 2423,-5-1 0,11-6 0,-2-3 0</inkml:trace>
  <inkml:trace contextRef="#ctx0" brushRef="#br0" timeOffset="90">6423 11100 10343,'-9'0'2715,"2"0"0,7 2 0,0 3-2608,0 6 0,0 3 0,2 5 0,1 2 170,3 7-249,7 3 1,-6 9 0,5 3 0,-2 4-1,-1 2 1,-2-1 0,2-3-993,0-1-245,-5-15 1,5 9-1,-6-13 1,3 1-918,-3-5 1,-1-11 2125,-2-10 0,-7-8 0,-2-8 0</inkml:trace>
  <inkml:trace contextRef="#ctx0" brushRef="#br0" timeOffset="91">6407 11378 10045,'-9'0'4915,"2"0"0,19-2-5024,5-4 0,3 5 1,-4-5-1,0 4-1409,1 2 0,-1 0 1,0 0-1,1 0-671,-1 0 2189,0 0 0,8 0 0,1 0 0</inkml:trace>
  <inkml:trace contextRef="#ctx0" brushRef="#br0" timeOffset="92">6783 11476 7847,'-17'14'0,"3"-1"989,3-2 1,-2 0 0,6 3 0,0-1 0,0-2 296,3 2 0,2 1 0,2 3-983,0-1 1,2-2 0,2-1-1,3-4-291,2-2 1,-4 1 0,6-5 0,2 3 160,1-3 1,3-1 0,1-2-147,4 0 0,-10-2 0,5-1 0,-3-4 65,1-3 0,-4 5 0,0-6-103,1-2 1,-4 4 0,-1-2 0,-2-1-42,1-3 1,-1 4 0,-5 0 0,0-1 58,0-3 0,-5-1 0,-2 1 1,-3 3 76,-2 1 1,-3 0-1,-1-4 1,0 4 33,-1 6 0,1 3 0,0 2 0,-1 0-634,1 0 0,-1 0 0,1 2-1059,0 3 1,7-1 0,3 7 1574,4 2 0,10 1 0,1 2 0</inkml:trace>
  <inkml:trace contextRef="#ctx0" brushRef="#br0" timeOffset="93">7714 11410 10046,'-16'0'1529,"0"0"1,7-1 0,1-3-389,1-2 1,-2 1-336,-7 5 0,-1 0-414,1 0 0,5 7 1,2 4-1,2 4-220,3 1 0,2 0 1,2 1-1,0-1-242,0 0 0,2 1 1,4-1-1,5 1-622,3-1 0,2-7 1,1-4-1,-1-3 106,0-2 1,3 0-1,-1-2 1,0-3 289,-4-6 0,-1-3 0,2-3 0,-4 1 135,-6-1 1,2-4 0,-1-1 0,-3 0 221,-1-2 0,-2 12 0,0-5 0,0 3 683,0-1 1,-5 4 0,-2 2-279,-3 2 0,5 2 0,-4 6 326,2 5 0,1-2 1,6 6-1,0 3-320,0 2 0,2-4 1,3-1-1,6 5 125,4 5 0,1-5 0,1 5 1,-1-1-95,0 0 0,1-1 1,-1-2-1,2 1-730,4-1 1,-4 0 0,4-1-1,-4-3-2256,-2-1 0,-5-7-6362,0 1 8845,0-3 0,-2-9 0,-2-2 0</inkml:trace>
  <inkml:trace contextRef="#ctx0" brushRef="#br0" timeOffset="94">6897 12653 7851,'-5'11'2980,"-1"0"0,-1-8-2329,2 3 0,1-5 0,-5-2-240,2-5 1,-1 3 0,3-10 0,-4-3 135,0-4 0,-6-10 0,4 5-227,-3 0 0,-1-12 1,3 3-1,1-6 1,-2-6-75,-2-1 0,5 2 0,0-1 0,1-1-396,0 2 1,6 7 0,-3 1 0,4 6-510,2 4 1,2 13-1,4-1 1,5 4-189,3 2 1,-1 5-1,1-1 1,5 3-408,-1 2 1,2 7-1,0 4-917,1 4 2171,1 1 0,-5 8 0,-1 1 0</inkml:trace>
  <inkml:trace contextRef="#ctx0" brushRef="#br0" timeOffset="95">6619 12391 7851,'-7'9'7364,"7"4"-6663,0-8 0,7 1 1,10-6-1,1 0-1259,4 0 1,3 0 0,8-2 0,-1-2-4226,1-1 4783,0 0 0,7-3 0,2-1 0</inkml:trace>
  <inkml:trace contextRef="#ctx0" brushRef="#br0" timeOffset="96">7093 12457 7851,'-5'16'0,"-1"2"0,3 4 0,-4-2 0,1 5 0,3 1 1625,1-1 1,2-10 0,2 1 0,1-1-755,3-1 1,6-3-1,-1-2 1,4-2-755,1-3 0,-5-2 0,0-2 0,2 0-88,1 0 0,1-7 0,-3-4 0,-1-4 47,2-1 0,-4-2 0,0-2 0,0-4-223,0-1 0,-5 3 0,1-4 0,-1 3-589,1 3 0,-3 2 0,4 1-840,-4 1 0,-2 0 0,1 1-1038,5 4 2614,-4 4 0,5 0 0,-7-2 0</inkml:trace>
  <inkml:trace contextRef="#ctx0" brushRef="#br0" timeOffset="97">7355 12457 7942,'0'16'45,"2"-3"1,1 3 438,3 8 1,1-3 0,-3 1 0,1-4 627,-1-1 0,-2-1 0,-1-1 0,3-3-673,1-1 0,1-5-130,-6 5 1,2-8 0,1 1-54,3-8 0,-1-5 0,-5-7 0,0-1-214,0 1 1,0-6 0,0 0 0,0 3-81,0 0 1,2 3 0,2 0 0,3-1 149,2 1 1,-3 5 0,4 2-95,3 2 1,2 1 0,1 6 561,0 0 1,1 2 0,-3 4 0,-1 4 280,-2 5 1,-6 1 0,4 2-1,-1 2-1188,-5 2 0,-1 0 0,0-6 0,2 1-788,1-1 1,0-5 0,-3 0-1020,4 2 2134,-4-6 0,12 0 0,-5-7 0</inkml:trace>
  <inkml:trace contextRef="#ctx0" brushRef="#br0" timeOffset="98">7960 12342 7827,'-24'7'1303,"4"-3"0,-5 5 1,1 0-77,4 0 0,-4-3 0,3 5 0,1 1-563,2 3 0,7-4 0,2 0 0,1 1-279,5 3 0,1-4 1,2 0-1,2 1-317,3 3 1,4 1 0,8 1 0,-1-1-226,0 0 1,2-1 0,2-2-1,4-4-178,1-2 1,-3-2 0,4-5-1,-3 0-687,-3 0 1,0-5 0,-2-2 0,0-2-182,-3-4 1203,-10-9 0,10-3 0,-6-8 0</inkml:trace>
  <inkml:trace contextRef="#ctx0" brushRef="#br0" timeOffset="99">8041 11966 8088,'0'-9'7395,"2"2"-6048,4 7 0,-5 7 1,7 6-1,-1 7-672,4 7 1,3 13 0,3 7 0,1 8 371,4 3 1,-4 4 0,4 5 0,-2 0-1164,1-3 0,-2-15 0,1-4 0,-6-7-5969,-3-7 1888,-7-16 4197,3-8 0,-14-16 0,-2-8 0</inkml:trace>
  <inkml:trace contextRef="#ctx0" brushRef="#br0" timeOffset="100">8074 12260 7785,'-9'2'1648,"2"2"1,1 3 3266,1 2 0,1-3-3243,10 5 0,5-8 0,9 3 1,1-5-1742,-1-1 1,0 6-1,0-1 1,2-1-192,-2-2 0,4-2 0,-3 0 0,-1 0-4656,-1 0 1,-3 0 4535,0 0 0,8 0 0,1 0 1</inkml:trace>
  <inkml:trace contextRef="#ctx0" brushRef="#br0" timeOffset="101">8401 12326 7785,'0'16'1227,"0"-5"1,0 0 398,0 2 1,0 1-1,2 1 1,1-1-784,3 3 1,5-8-1,-4 11 1,0 0-228,1-2 1,4 2-1,-3 0 0,2 2-145,0-2 1,-7-2-1,3-4-2567,0-3 0,-5-5 1,4-14-5024,-5-8 7119,-8-8 0,-2-16 0,-7-1 0</inkml:trace>
  <inkml:trace contextRef="#ctx0" brushRef="#br0" timeOffset="102">8368 12048 7785,'-11'2'6109,"2"3"-4219,2 6 0,-4-2 1,6 2-1701,1 2 1,2-4 0,2 2-95,0 1 1,2-2 0,4-1-97,4-2 0,5 6 0,1-4 0</inkml:trace>
  <inkml:trace contextRef="#ctx0" brushRef="#br0" timeOffset="103">8597 12375 7785,'0'25'290,"0"4"0,0-7 0,0-2 0,2-2 1178,3-1 1,-1-1-1,7-1 1,2-3-404,1-1 1,2-5-1,1 3 1,-1-2-817,1-3 0,-1-3 0,0-1-244,1 0 1,-7-1 0,0-5-1,-3-5 107,-4-3 0,-1-3 0,-2-1 0,0-2 240,0-2 1,-2-1 0,-3 3-1,-6-2 348,-3 2 1,-3 2 0,1 2 0,0-1-258,-1 1 1,1 5 0,-1 2-1414,1 2 1,0 3-443,-1 9 1,8-1-1,4 7 1,3 2-2687,2 1 4098,0-5 0,7 6 0,2-6 0</inkml:trace>
  <inkml:trace contextRef="#ctx0" brushRef="#br0" timeOffset="104">8891 12440 8912,'0'33'3612,"0"0"0,0-8-475,0-3 796,0-4-3594,8-9 0,-5-2-1047,8-7 0,-5 0 182,4 0 1,-4 0 9,5 0 1,-8-7 0,5-6 382,-1-7 1,-5 0-1,3-5 1,-1 0-204,1-1 0,-3-1 1,5-4-1,-1 4 684,-1 5 1,3 4 0,-3 1 565,6 1 1,-2 7 0,2 4-27,2 3 0,-1 9 1,1 4-1,-2 3-601,2 3 1,-4-1 0,0 1 0,0-1-92,0 0 0,-5 1 0,1-1 0,-1 0-325,1 1 0,-3-1 0,3 0 0,-3 1-2002,-2-1 1,0-5 0,0 0-5202,0 2 7332,0-6 0,0 0 0,0-7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74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17554 1193 7974,'0'-16'357,"0"0"0,0-1 1,0 1-1,0 0 0,0-1 2735,0 1-705,0 7-1561,0-6 0,0 21 0,0 1 0,0 13-252,0 13 0,0 16 0,0 16 1,0 11-291,0 10 0,0-38 0,0 2 0,0 5 0,0 1 0,0 3 0,0 2-94,0 3 1,0 2 0,2 1 0,2 1-1,-1 4 1,1 1 0,0 1 0,1 1-160,1-1 1,1 1 0,0 1 0,0 0 0,1 0 0,1-1 0,-1 2 0,0 1 28,0-1 1,0 0 0,0-8-1,1 0 1,-1 7 0,0 1-1,0-2 1,0 0-2,1 4 0,-1-1 0,-2-9 0,0 0 0,1 3 1,-1 1-1,1-2 0,1 0-154,-2-5 1,0 0-1,0 1 1,1 1-1,1-1 1,0 0 0,0 2-1,-1 0 0,-2 1 1,1-2 0,1-7-1,0 0 1,-2 5 0,-1 0-1,2-3 1,-1-2 51,1-2 1,-1 0-1,-2-4 1,0 1-1,2 3 1,0 2-1,1 0 1,-1-1 50,0 1 0,-1-2 1,4-1-1,-1 1 1,-2 1-1,-1 1 1,1 0-1,1 0-55,0 1 0,-1-1 0,-2-3 0,-1 1 0,3 5 0,-1 1 0,1-2 0,-1 1-63,1 0 1,0 1-1,-4-5 1,1 0-1,2 5 1,-1 0-1,0 2 1,0-1 53,0-1 0,-1-1 0,1-1 1,0-1-1,-3 0 0,0 0 1,0 0-1,0-1 12,0 1 1,0-2 0,0-6-1,0-1 1,0 8 0,0 2-1,0-2 1,2 1 86,0 2 0,1-1 1,-2-7-1,0-1 1,2 4-1,-1 0 1,0-1-1,-2 0 75,0 0 1,0-1 0,0-1 0,0 0-1,0 0 1,0-1 0,0 2 0,0 1-43,0 0 1,0 0 0,0-4 0,0-1 0,0 3 0,0-1 0,0-1 0,0-1-48,0 1 0,0-1 1,0-5-1,0 1 1,0 5-1,0 1 1,0-1-1,0 0-56,0 1 1,0-1-1,0-3 1,0 0-1,0 4 1,0-1-1,0-3 1,0 0 86,0-2 0,0-2 0,0 33 1,0 11-1,0-2 71,0 0 0,0-9 0,2 0 0,2-6 30,1-5 1,2-2 0,-3-3-1,1-2 47,-1-2 0,-2-6 1,-2 6-1,0 2 24,0 1 1,0-6-1,0-1 1,0 2 72,0-3 0,5-1 0,1-3 0,-3 2-305,-1-1 0,-2-8 0,0 7 0,0 0 121,0 0 0,6-8 0,-1 8 0,-1-2-121,-2-4 0,-2 3 0,0 3 0,0-1 15,0-2 0,0-8 0,0 1 0,0-2-15,0-9 0,0-4 0,0-10-1656,0-7 0,0-11 1,1-14-1,3-9-5033,1-6 6689,1-9 0,-6-16 0,0-12 0</inkml:trace>
  <inkml:trace contextRef="#ctx0" brushRef="#br0" timeOffset="1">17669 964 7967,'-10'0'2855,"5"0"1,10 0-1954,6 0 1,11-7 0,7-4 0,6-3-1,5-3-246,1 1 1,5 0 0,7-1-1,3 3 226,2 3 1,7-4 0,6 6 0,2 0-379,5 4 1,-2 3 0,10 2-214,-8 0 1,3 2-1,-6 3 1,-4 6-1,-1 2-146,-2-2 1,-5 2 0,1-6 0,5 0-18,3 0 1,5-1 0,4-6 0,3 0-103,3 0 1,-9 0 0,2 0 0,-7 0-361,-10 0 0,-3 0 1,-9 0-1,0 2 81,-4 3 0,-1-3 1,3 5-1,1-1 53,5-1 0,-1 0 0,10-5 0,3 0 191,0 0 0,10 0 0,1 0 0,5-1-53,3-5 1,-5 3 0,10-8 0,0 0 104,0 2 0,-9-6 0,1 4 0,-3-1 52,-7 1 1,-10-4 0,-7 6 0,-3-2 50,-6 0 1,-7 6 0,4-4 0,1 0-70,3 0 0,-3 3 0,0-5 0,3-2-151,-3-1 1,-5 3 0,0 0 0,-2 0 64,-2 2 0,-8-5 0,8 5 0,0-1 15,-1 5 0,-4 1 1,-2 1-1,2-3 271,-2 3 0,-6 1 1,3 2-62,-3 0 1,-1 5-1,-6 3 1,1-1-35,-1 0 1,2 4-1,2-6 1,4 1-183,1 1 0,-3-5 0,3 3 0,1-1 0,-1 2 0,-5-5 0,2 5 0,-4-4 0,-1-2 0,-1 0 0,0 0 0,-7 7 0,-1-5-2294,-8 5 1,-2-7 1183,-4 0 1110,5 0 0,-14-7 0,6-2 0</inkml:trace>
  <inkml:trace contextRef="#ctx0" brushRef="#br0" timeOffset="2">22964 736 10523,'0'16'1043,"0"0"0,0 1 0,-2-1 0,-1 2 999,-3 4-1865,1 3 0,3 17 1,-1 5-1,-3 10 0,2 6 1,3 8-1,1 5 110,0 6 0,0-4-192,0 9 1,0-1-1,0-3 1,0 5-1,0-1 1,0 4 512,0-4-551,0-2 1,5 0 0,2 1-1,1-3 1,1 3 0,-2-1-1,0 4 15,-5-43 1,0 1-1,0-1 1,-1 0 0,1 2-1,0-1 1,1 1 0,0 0-84,-1 0 0,-1-1 1,1 43-1,-2 3 1,0-46-1,0 0 52,0 1 1,0-1 0,0 40-1,0-37 1,0 0 0,0 0-1,0 0-36,0 0 1,0 0 0,0 37 0,0-39 0,0 0 0,0 1 0,0 0 13,0 0 0,0 0 0,0 0 1,0-1-1,1-1 0,0 0 0,0 3 1,1 0-62,1 3 0,0-1 0,1-4 0,-1-1 0,-1 5 0,0 1 1,1-2-1,-1 0 90,0-1 0,0 0 0,1-4 1,1 0-1,0 5 0,-1 0 1,1 0-1,0 0 35,-1-1 1,1 0-1,1 1 1,1-1 0,-2 0-1,-1-1 1,1 0 0,-1 0 100,1-1 0,0 0 1,3 43-1,-5-41 0,0 1 1,0-1-1,1-1-38,-1 0 1,0 0 0,-1 43 0,0-40 0,-2 0 0,1 0-1,0-1 91,0-1 1,0-2 0,0 43-1,0-2 1,0-2-152,0-1 0,0-4 0,2 8 0,2 1-86,1 0 1,1-9 0,-6 3-1,0 0 70,0-1 1,0-4 0,0-2-1,0 4-36,0 1 0,5-3 1,1 7-1,-1-1 73,2 1 0,-5-7 0,4 3 0,-3-1-25,3-4 1,-4 2 0,3 4 0,-3 3-9,-2 4 0,0-9 1,0 10-1,0-5 28,0 1 1,0-9 0,0 5 0,0-2-8,0-4 1,2-4-1,1 4 1,4 4-10,3 2 1,-7-10-1,3 6 1,-3-2-1,3 2 1,-4-5 0,3 8 0,-3-1-87,-2-4 0,0 2 0,0 3 0,0 3 0,0-1 0,0-14 0,0 7 0,0 0 0,0-1 0,0-10 0,0 0 0,0-2 0,0-3 0,5 2 0,1 1 0,-3 0 0,-1-1 0,-2-17 0,2 11 0,2-3 0,1-4 0,1-6 0,-6-3 0,0 0 0,0-1 0,0 1 0,0 2 0,0-4 0,0 0 0,0-9 0,0 5 0,0 2 0,0 2 0,0-9 0,0 2 0,0-3 0,0 1 0,0 0 0,0-4 0,0-3 0,0 0 0,0-6 0,0 4 0,0-2 0,0 1 0,0-1 0,0 6 0,0-1 0,0 1 0,0 1 0,0 4 0,0-2 0,0-2 0,0-7 0,0 2 0,0-4 0,0-2-1383,0 1-477,0-8 0,0-9 1,0-13-1,-2-7 1860,-4-7 0,-3-11 0,-7-4 0</inkml:trace>
  <inkml:trace contextRef="#ctx0" brushRef="#br0" timeOffset="3">18012 12571 14897,'0'16'674,"0"1"1,0-1 0,0 0 375,0 1-767,0-1 1,0 6-1,0 2 1,0 1 0,0 4-1,2 2 1,1 2 1160,3-1 0,-1 1-1175,-5 0 0,0-1 1,2 1-1,2-2 1,1-2-1,-1-2 414,-3 2 0,-1-9-377,0 2 1,0-7-1,2 6 64,4-2 1,-4-9 0,5 0-100,0-3 0,-3-2 1,7-5-272,1 0 0,3 0 0,1 0 0,2 0 0,4 0 0,-2 0 0,7 0 0,4 0 0,6 0 0,4-5 0,10-2 0,4-1 0,5 1 0,5-4 0,2 4 0,2 0 0,0-1 0,-9 3 0,9 3 0,0-2 0,-2-1 0,-5 0 0,-4 5 0,2 0 0,4 0 0,-1-2 0,8-2 0,-4-1 0,-3 1 0,-11-5 0,12 0 0,-2-2 0,1 0 0,-11 6 0,-6-4 0,-3 1 0,-3 5 0,3 1 0,1 2 0,-3 0 0,-4 0 0,-3 2 0,10 1 0,4 5 0,2 1 0,-2-6 0,7 4 0,-1-1 0,-3-1 0,-3 1 0,8-6 0,-3 0 0,-1 0 0,-9 0 0,6 0 0,1 0 0,0 0 0,-9 0 0,5 0 0,-2 0 0,3 0 0,-8 0 0,7 0 0,-4 0 0,-1 0 0,-4 0 0,4 0 0,0 0 0,0 0 0,-4 0 0,2 0 0,-2 0 0,-2 0 0,-5 0 0,7 0 0,-3 2 0,-3 3 0,1-1 0,0 5 0,1 0 0,4 0 0,-1-4 0,5 5 0,-1-1 0,1 0 0,-4-4 0,4 4 0,0-2 0,0-3 0,-6-2 0,2-2 0,-3 0 0,-3 0 0,1 0 0,-2 0 0,-2 0 0,-2 0 0,0 0 0,4 2 0,-2 1 0,-2 3 0,-5-1 0,4-5 0,-1 0 0,1 0 0,-5 0 0,5 0 0,-1 0 0,1 0 0,-1 0 0,4 0 0,-3 0 0,-3 0 0,1 0 0,-4 0 0,3 0 0,3 0 0,-6 0 0,2 0 0,-4 0 0,-2 0 0,2 6 0,2-1 0,2 1 0,-2 1 0,0-3 0,2 5 0,5 0 0,4 0 0,2-6 0,-1 3 0,1-4 0,0-2 0,-1 0 0,-1 0 0,-2 0 0,-2 0 0,-7 0 0,2 0 0,-4 0-49,-9 0 1,-3 0 0,-12 0 48,-4 0 0,-5-8 0,-1-1 0</inkml:trace>
  <inkml:trace contextRef="#ctx0" brushRef="#br0" timeOffset="4">17620 1896 7948,'16'-7'67,"0"-2"0,2-6 0,2 3 0,4 3 1,3 0-1,8 1 740,6 1 1,7-4 0,3 6 0,3 1-546,6 2 0,11 2 0,9 0 0,9 0 1,-38 0-1,1 0-173,6 0 1,0 0 0,0 0-1,1 0 1,7 0 0,2 0-21,-1 0 0,0 0 0,6 3 0,0 0 0,1-1 0,1 1 0,1-1 0,2 0-269,2-1 0,2 0 1,6-4-1,2 0 1,-6 0-1,1-1 1,-1 0-1,0-1 112,0-1 1,1-1 0,-23 2 0,1 1-1,-1-1 1,25-4 0,-1-1 0,-5 1-1,0-2 39,-4 1 1,0-1 0,5-4 0,-1 1 0,-9 0 0,-2 0 0,-1 0 0,0-1 89,-2 2 0,-1-1 0,0 0 0,-2 1 0,-9 3 0,-2 2 0,-3 1 0,-1 1 0,2 0 0,0 1 173,2 0 1,-1 1 0,-5 2 0,1 0 0,10-1-1,2 1 1,-3 1 0,-1 0-60,-5 1 0,-1 0 1,30 0-1,-5 0 0,-3 0-459,1 0 0,0 0 0,5 0 0,0 0-918,-6 0 0,-10 0 0,-9 2 1,-10 3-5,-10 6 0,-13 4 1226,-9 1 0,-2 4 0,2-4 0,-4-3 0</inkml:trace>
  <inkml:trace contextRef="#ctx0" brushRef="#br0" timeOffset="5">19663 1439 11441,'0'-10'4473,"-2"3"-3557,-4 7-490,5 0-499,-7 0 1,6 0 0,-3 2-1,-6 3-2,-3 6 19,5-3 0,-4 1 0,6-4 0,-1 6 0,-1 2 0,2-1-582,0-1 586,1-7 1,6 11 0,2-6-1,3 0 1,6-2 0,4-2 140,1 1 0,2 5 0,2-6 0,4 1 101,1 1 1,-3-3 0,5 6 330,3 3 1,-12 2 0,-2-1-1,-3-1 8,-4-2 1,-2 0 0,-7 5-514,0 0 0,-7 1 0,-4-3 0,-4-3-190,-1-5 1,-6 1 0,0-2 0,2-1-19,2-2 0,2-4 1,0-2-1,-1-3-1961,1-2 0,5-2 1,2-5 2152,2-1 0,-6-6 0,4-3 0</inkml:trace>
  <inkml:trace contextRef="#ctx0" brushRef="#br0" timeOffset="6">19875 1308 16482,'0'16'1435,"0"-5"0,0 0 0,0 2-1090,0 1 0,2 4 0,2 2-418,1 2 0,2 7 0,-3-2 1,1 4-223,-1 2 1,3-2 0,-1-2 0,-3-4 0,-1-1-2737,-2-4 1,0-2 1750,0-2 1280,0-6 0,-7-3 0,-2-7 0</inkml:trace>
  <inkml:trace contextRef="#ctx0" brushRef="#br0" timeOffset="7">19826 1488 7780,'0'10'3276,"0"1"1,2 0 0,3 4-3537,6-4 0,4-2 1,1-6-1,2 3-1221,4-2 0,2-3 1,5-1-489,-2 0 1,0 0 1968,6 0 0,0 8 0,-1 1 0</inkml:trace>
  <inkml:trace contextRef="#ctx0" brushRef="#br0" timeOffset="8">20218 1586 8450,'-14'2'1200,"3"3"0,-4-3 0,6 5 0,-2-2-303,1 1 0,-1 5 1,-4-4-1,2 0-499,2 1 0,6 3 0,-4-4-179,2 2 0,-4-4 0,5 6 1,3 2-696,1 1 1,2-3-221,0 0 1,2-2 0,3 2 10,6-5 0,-2-4 0,2-2 226,2 0 0,-4 0 0,2 0 245,1 0 1,-2-6-1,-1-1 211,-2-2 1,4 3 0,-4-5 250,2-1 1,0-3-1,4 1 190,-2 3 0,-8 2 0,5 5 784,-1-1 1,-3-1-1,6 6-874,3 0 0,-6 2 1,1 3-875,-1 6 0,-3 2 1,5 0-1,0-4-811,0-2 0,-4 4 0,6-6-995,2-1 0,-4-2 2332,2-2 0,0 0 0,5 0 0</inkml:trace>
  <inkml:trace contextRef="#ctx0" brushRef="#br0" timeOffset="9">20447 1618 11380,'7'-9'2214,"-5"0"-1819,4 4 1,-4 1 0,-1-5 1952,5 2 503,-4 1-2234,5 6 0,-13 8 0,1 3-382,1 3 0,1 2 0,-1 1 0,-1-1-328,1 0 1,2 1-1,2-1 1,0 0-698,0 1 1,2-1-1,3 1-594,6-1 0,-2-7 1,2-4-1,2-3 202,2-2 0,1 0 0,-2-2 1182,-3-3 0,11-4 0,-4-7 0</inkml:trace>
  <inkml:trace contextRef="#ctx0" brushRef="#br0" timeOffset="10">20660 1259 10369,'-9'7'2882,"1"-3"0,8 7-2043,0 1 0,0 3 1,0 1-1,0 0-159,0 1 1,6 6 0,1 5-948,2 3 0,-3 1 1,3 1-1,0 0 0,-2-1-1011,0 1 0,-1-6 0,-4-1 1,1-1-844,3 1 0,-1-12 2121,-5 2 0,0-3 0,0 4 0</inkml:trace>
  <inkml:trace contextRef="#ctx0" brushRef="#br0" timeOffset="11">20725 1618 9054,'0'-16'1958,"2"5"0,3 0-1277,6-1 1,-2 2 0,2 0-1,2-1-697,1 2 0,3-6 0,-3 4 0,-1-3-740,-2-3 1,-2 6 0,4 2-3623,-2 2 4378,-8-6 0,4 11 0,-7-5 0</inkml:trace>
  <inkml:trace contextRef="#ctx0" brushRef="#br0" timeOffset="12">20807 1455 7793,'-17'0'1493,"8"0"1,2 7-1,7 4-344,0 4 1,0 1 0,0 0 0,2 2-396,3 4 0,6 6 0,9 8 0,2 4 649,-2 2 1,-2-6 0,-2 2 0,1-3-2001,-1-3 1,1 1-1,-1-4 1,-2-4-6068,-3-3 6664,4-15 0,-6 15 0,7-13 0</inkml:trace>
  <inkml:trace contextRef="#ctx0" brushRef="#br0" timeOffset="13">18143 9449 8447,'0'9'2591,"0"5"-1354,0-12 1,0 7 18,0-3-254,0-5 535,0 7 683,0-8 389,0 0-2346,7 7 1,-4-5 0,8 3 0,2-3 0,5-2 49,9 0 1,3 0 0,15-2-1,8-1-150,10-3 1,12-1 0,12 3 0,-41 2-1,0-1-114,2 1 0,1 0 1,-2 1-1,0 0 1,1 1-1,0 0 1,3 0-1,0 0-77,2 0 1,-1 0 0,2 0-1,0 0 1,1 0 0,0 0-1,0 0 1,-1 0-54,2 0 1,-1 0-1,-4 0 1,0 0 0,-1 0-1,0 0 1,-1 0 0,0 0 25,-2 0 0,0 0 0,2 0 1,0 0-1,3 0 0,0 0 1,2 0-1,1 0 78,0 1 0,0-2 0,-5 1 0,0-1 0,5-1 0,-1 0 0,-2-1 0,0-1 186,0-1 1,-1 1-1,0 1 1,0 0-1,6-1 1,0-1-1,6 1 1,0-1 30,0 0 1,1 1-1,1 1 1,-1 0-1,-2-1 1,-1-1-1,-2 1 1,-1-1-240,-3 0 0,-1 1 0,-4 2 0,1 1 1,9-2-1,2 0 0,-1 2 0,0 0-1,2 1 0,-1 0 0,-5 0 0,-1 0 0,-2 0 0,1 0 0,-2 0 0,-1 0 0,-3 0 0,0 0 0,-2 0 0,0 0 0,2 0 0,0 0 0,3 0 0,0 0-165,0 0 1,-1 0 0,38 0 0,-5 0 0,-19 0-289,-14 0 1,-20 0 0,-4 2-2339,-7 4 1,-12-5 1279,-8 5 0,-15-4 1511,-12-2 0,-4-8 0,-2-1 0</inkml:trace>
  <inkml:trace contextRef="#ctx0" brushRef="#br0" timeOffset="14">20039 9220 11711,'9'0'3249,"-2"0"0,-5 0-2953,3 0 1,2 7-1,6 4 1,-4 4 168,-2 1-478,6 8 1,-6-6 0,6 5 0,-4-1 0,0 0 0,-1-2-455,-1-2 1,4-2-1402,-6 1 108,1-8 1714,-6-2 0,0-14 0,0-4 1,0-4-1,0-1 0,1 0 142,5-1 0,-2 1 0,6 0 0,3-1 192,2 1 0,1 0 0,0 1 0,1 2 396,-1 2 0,6 8 0,0-3 0,-1 5-57,3 1 1,-4 7 0,5 6 0,-1 7-346,-4 7 1,-4-2 0,-3 1 0,-4-1-384,-2 0 0,1-5 1,-5 2-1985,3-4 0,-3-3-1063,-8-4 3148,3-11 0,-12-17 0,5-8 0</inkml:trace>
  <inkml:trace contextRef="#ctx0" brushRef="#br0" timeOffset="15">20660 9285 9687,'9'2'3276,"-4"4"1,4-5 0,2 5-2860,4-4 0,1-2 1,0 0-326,1 0 0,-6-2 0,0-2 0,-1-3-1077,0-2 0,4-2 583,-3-5 0,-4-1 0,-1 1 606,-5 0 1,-1 5 0,-1 2 250,-5 1 0,-3 3 0,-7 5-59,-1 0 0,1 0 0,0 0 0,-1 2 143,1 3 0,0 4 0,1 8 0,2-1-254,3 0 1,4 1 0,-3 1 0,2 2-402,3 1 0,2 7 0,2-6 0,0-2-172,0-2 1,8-2 0,4 0-1691,8 1 1,-2-8 0,4-4 0,-2-5-961,2-5 0,-2-4 2938,7-8 0,0-6 0,6-3 0</inkml:trace>
  <inkml:trace contextRef="#ctx0" brushRef="#br0" timeOffset="16">21117 9204 7829,'-16'0'1567,"5"0"1,0 0-160,-2 0 1,-1 5 0,-2 0-817,-1-1 1,6 3 0,0 1-1,-1 1 720,-3 3 1,4-1-1,2 4 1,0 3-1107,0 0 1,5 0 0,-1-1 0,3-1-710,2 0 0,0-5 0,2 0 0,3 0 244,6-2 0,4-2 1,3-7-1,2-1-523,2-5 0,0-3 0,-6-7 0,0-1 173,1 1 1,-6-2 0,-2-2 0,0-2 377,0 2 0,-6 2 1,3 2-1,-4-1 613,-2 1 1,5 5 0,1 0 271,-3-2 1,-1 8 0,-2 5 848,0 9 1,0 7-1,0 4 1,0 4-1180,0 1 0,0-5 0,0 2 0,2-4-730,3-1 0,-3-1 0,5 0-1827,1 1 1,1-3 1017,7-3 1215,0-4 0,1-14 0,-1-2 0</inkml:trace>
  <inkml:trace contextRef="#ctx0" brushRef="#br0" timeOffset="17">21346 9154 8533,'-9'17'1966,"4"-1"0,3 2 0,2 2 0,0 4 0,2 1-356,3 4 1,-1 2-1,5 0 1,0-2-1214,0-2 0,-5 1 0,3 3 0,-2-4-168,1-5 0,-1-4-3350,-5-2 2006,0-7 1,0-11 0,0-12 0,0-6 505,0 0 0,0-4 0,0 1 0,0-3 776,0-3 0,0 2 0,0-2 1,0-2 378,0 2 0,6 0 0,1-2 0,0 2-143,0 2 0,6 1 0,-2-1 0,2 5-12,-2 4 1,3 9 0,-3 4 0,4 3 18,1 2 0,-5 7 0,0 4 1,0 5 350,-2 6 0,0 2 0,-6 5 0,3-4-389,-2-1 0,-3-1 1,-1-1-373,0 5 0,-5-3 0,-2-4 0,-2-5 0,-4-5 0,-2 1 0,-1 4 0,0-4-800,-1-6 1,1-1 0,0-1 0,-1 3-3238,1-2 1,-6-10 4036,0-5 0,-7-11 0,4-3 0</inkml:trace>
  <inkml:trace contextRef="#ctx0" brushRef="#br0" timeOffset="18">19940 9073 7833,'0'-11'-245,"2"2"1,2 0 599,1 0 1,1 3 0,-4-3 5174,3 2-4970,-3 1 1,7 14-1,-5 4 1,1 6-192,-1 4 1,-2 6-1,-2-5 1,1 1-567,5-1 1,-4 5 0,3-7 0,-3 1-1102,-2 2 1,2-11 1297,3 3 0,-3-3 0,5 3 0</inkml:trace>
  <inkml:trace contextRef="#ctx0" brushRef="#br0" timeOffset="19">18175 12604 17765,'17'0'1906,"1"-2"1,4-2-359,5-1-1303,-4-8 0,16 4 0,-3-5 0,6 1 1,3 2-1,2-2 0,4-1 399,2-3 0,-8 3-402,4 3 1,-2 2-1,-8 5 1,-3-1-1,-2 1 1,-1 2 172,0 2 1,-4 0-374,4 0 1,-8 0-1,13 0 1,4 0-1,3-2 1,6-3-43,4-6 0,-3 2 0,6-2 0,0 0 0,1 2 0,-1-5 0,2 5 0,-6-1 0,-3 5 0,-9-2 0,-6 1 0,-5 3 0,-4 1 0,-5 2 0,5 0 0,0 0 0,-1 0 0,7 0 0,-3 0 0,10 0 0,8 0 0,-1 0 0,13-2 0,2-2 0,1-1 0,2-6 0,1 4 0,-1 0 0,1-1 0,-6 3 0,-4 5 0,-2 0 0,-1 0 0,-11 0 0,5 0 0,-2 0 0,3 0 0,-7 0 0,12 0 0,0 0 0,-2 0 0,1 0 0,-1 0 0,2 0 0,-1 0 0,-4-2 0,4-2 0,-3-1 0,0 1 0,-9 1 0,9-1 0,-1-1 0,-1 1 0,4 2 0,-1 0 0,5-1 0,3-3 0,-2-1 0,13 3 0,-5-1 0,-4 1 0,-6 2 0,3 2 0,-6 0 0,-10 0 0,-3 0 0,-3 0 0,-1 0 0,-3 0 0,-7 0 0,3 0 0,2 0 0,2 0 0,-4 0 0,-1-1 0,-1-3 0,1-1 0,-6-1 0,1 6 0,-2 0 0,-3 0 0,-5 0 0,0 0 0,1 0 0,-3 0 0,2 0-208,2 0 0,2 0 1,1 0-1,0 0-255,1 0 1,-1 0-1,0 0 1,1 0-357,-1 0 0,-3 0 1,-1-2-1,3-1-615,-2-3 0,-6-5 0,2 4 0,-2-2-5108,-3-4 6542,-2 6 0,-2-15 0,0 4 0</inkml:trace>
  <inkml:trace contextRef="#ctx0" brushRef="#br0" timeOffset="20">18012 12865 19884,'-11'9'1660,"0"-1"1,-2-3 702,-1 1-2082,-10 6 0,-1-8 1,-10 7-1,-1 1 0,-6 3 1,-3 1-1,-8 1 97,-3-1 0,-4 2 0,-6 4-378,1 5 0,3-1 0,6-1 0,9-1 0,5-2 0,6 1 0,7-10 0,1 3 0,18-10-1743,4-1 1,6-7-1,11-7 1,2-7-6487,1-2 8229,3-8 0,6-6 0,3-10 0</inkml:trace>
  <inkml:trace contextRef="#ctx0" brushRef="#br0" timeOffset="21">17178 12849 8491,'-16'0'2864,"5"0"1,2 2-881,2 3 1,-1-3-928,3 3 1,1-1 0,-5 2 0,0 3 69,0 0 0,5 5 0,-3-5 0,2 2-895,-1 0 0,-1-2 0,3 4 1,-3-2-58,-2 2 0,4 1 1,-5 2-1,1 3-419,0 2 1,4-1-1,-6 6 1,-2-1-7,-1 1 1,-1-5-1,2 7 1,3 1 117,-3 2 1,4-4 0,0-2 0,1-1 75,5-4 0,1-2 1,2-2 242,0 1 1,7-8 0,6-4 148,7-3 0,0-2 1,7 0-1,2 0-119,2 0 0,2 0 0,1 2 1,3 2-218,1 1 0,2 0 0,-4-5 0,2 0 0,-2 0 0,-6 0 0,-5 2 0,-1 2-6271,-4 1 6271,-10 1 0,12-6 0,-4 0 0</inkml:trace>
  <inkml:trace contextRef="#ctx0" brushRef="#br0" timeOffset="22">6897 3531 8873,'-16'0'1731,"0"0"-1182,-1 0-528,1 0 0,0 0 0,-1 0 0,1 0 0,-1 0 1,1 0-151,0 0 73,7 0 1,-6 0-1,4 0 1,-3 0 0,-4 0-1,-2 0 1,-4 0-206,-1 0 0,3 5 0,-4 3 0,1-1 96,0 0 0,-3 6 1,-4-2-1,-1 3-50,0 3 1,-1 5 0,-3-1 0,-1 1 195,2 2 0,1-1 1,3 6-1,-1-3-11,0-3 1,6 5 0,2-6 0,1-1 500,4 3 1,7-4-1,4 7-170,2 2 0,2-5 0,5-2 1,1-4-214,5-2 1,5 0-1,9 1 1,3-1-105,3 1 0,3 1 1,7 0-1,4 2 27,2 0 0,1-6 1,6 8-1,2-4 36,4-1 1,-3 1 0,7 0 0,-1 0 103,0-3 1,-2-4-1,6-1 1,3-4-59,2-4 1,-5-2 0,5-2 0,-5-2-9,0-1 0,-9-8 0,-1 4 1,-1-2-87,-6 0 1,5 6-1,-11-4 1,1 0-27,-1 0 1,-9-2 0,9-6 0,-3 1 5,2 0 1,-9 3 0,4-2 0,-2-3-71,0 0 0,-6 0 0,-3 2 0,-4-1 51,-2 1 0,-5-1 0,-2 1 0,-2 0 17,-3-1 0,-2 7 0,-2-1-10,0-2 0,0-2 1,0-1-129,0 0 0,2-1 0,3 1 0,4 0 1,0-1 1,6-1-1,-4-2 1,3-2 44,3 2 1,-6 2-1,-1 2 111,3 0 1,-6 5 74,-1 0 1,-12 2 0,-6-4-1,-8 2 201,-7-2 1,-4 4 0,-2-2-1,-2-1-314,-3-3 0,2-1 0,-8-1 0,-1 1-126,-2 0 1,3-1-1,2 1 1,-1 0-76,-4-1 0,-1 3 0,-10 3 0,0 5 6,0 5 0,-4 1 0,-7 0 0,-3 1-126,-3 5 1,6 5-1,0 11 363,7 5 0,-1 4 0,5 1 0</inkml:trace>
  <inkml:trace contextRef="#ctx0" brushRef="#br0" timeOffset="23">13272 13405 14023,'-11'0'-50,"0"0"1,6 5 0,-6 2-260,-2 3 0,0 0 1,0 7 13,3-1 68,6 0 0,-9 1 0,10-3-274,4-3 602,14-3 1,3-8 0,4 0 0,-4-2 0,-2-2-1,1-1 1,1 1 230,4 2 0,-10 2 0,5 0 0,-3 0-11,1 0 0,-4 0 0,-2 2 0,-2 3-128,-3 6 1,-2 4 0,-2 1-177,0 1 0,0-1 0,-2-2 0,-2-1 25,-1-2 1,-8-5 0,2 4-723,-4 3 1,-1-6 0,0-1-266,-1-4 1,1-2-1266,0 0 27,-1 0 1219,8 0 964,2-8 0,7-1 0,0-7 0</inkml:trace>
  <inkml:trace contextRef="#ctx0" brushRef="#br0" timeOffset="24">13517 13437 8606,'-9'8'1512,"0"-5"1,5 8-490,-1 2 1,-3 1-1,5 3-762,-3-1 0,1 1 1,5-1-1,0 0-38,0 1 0,5-1 0,3 0-218,1 1 1,-4-8-1,6-2-229,2 0 1,1-5-1,3 3 114,-1-3 1,-5-2 0,0 0 0,0-2-23,-2-3 0,5 1 1,-3-5-214,4 2 0,-4-6 0,-2 2-512,-2-3 0,4-2 1,-6-1-128,-1 1 0,0 0 0,-1-1 0,3-1 984,-3-4 0,-1 4 0,-2-6 0</inkml:trace>
  <inkml:trace contextRef="#ctx0" brushRef="#br0" timeOffset="25">13697 13209 12072,'-9'7'375,"1"-4"0,8 8-94,0 2 0,6 2 0,1 1-56,2 0 0,-3 2 1,3 4-1,0 4 0,0 1-62,4 0 1,-6-5 0,0 3 0,-1 1-282,-1-1 0,0-10 0,-5 1 0,2-3-1160,4-4 664,-4 5 0,5-14 1,-7 0 590,0-9 1,5-5 0,1-2-1,-3-1 20,-1 1 0,0-1 0,2 1 0,1 0 355,-1-1 0,3 1 1,0 2-1,0 1 56,1 2 0,3 6 1,-4-5-1,2 1-179,4 0 1,-4 6 0,2-3-153,1 4 0,3 4 0,1 4 48,1 5 1,-7 3 0,0 2-1,-1 1 39,0-1 1,-6 6 0,3 0-1,-4-2-92,-2-2 0,0-7 0,0 0 1,0 1-207,0 3 0,-2-4 0,-4-2 26,-5-2 0,-5 4 1,-4-6-1,-2-1-45,2-2 0,0-2 1,0 0-1,-1 0-494,1 0 0,1 0 0,3 0-625,0 0 0,1-2 0,3-2 1272,1-1 0,0-8 0,-6 4 0</inkml:trace>
  <inkml:trace contextRef="#ctx0" brushRef="#br0" timeOffset="26">14400 13339 11364,'0'17'580,"0"-6"0,1 0 1,3 1 222,1 3-678,1-6 1,-4 4 0,1-6 0,3 2-138,-3 4 0,1-1-104,2-1 1,-5-2-105,5-3 430,-4-4 1,-2 3 0,0-10 0,-2-6 0,-2-4-265,-1-1 1,-1 5 0,6 0 0,0-2-606,0-1 0,2-3 1,2 1-1,1 0-59,-1-1 1,3 1 0,0 0 717,2-1 0,2 1 0,6 0 0</inkml:trace>
  <inkml:trace contextRef="#ctx0" brushRef="#br0" timeOffset="27">14661 13405 7240,'0'9'3061,"2"-2"-2656,3-7 0,-1-2-774,7-3 1,-6-4 0,4-8 190,-1 1 0,-3 0 0,-3 1 0,2 2 644,1 3 0,0-1-16,-5-6 1,-7 8 341,-4 4 1,-3 5-1,-1 5-547,4 6 1,-1 4 0,6 1 0,1 0-185,-3 1 1,7-1-1,-5 0 1,4 1-575,2-1 1,0 0-1,0 1-269,0-1 1,8-5-1,3-2-2837,3-2 3619,2-1 0,8-6 0,1 0 0</inkml:trace>
  <inkml:trace contextRef="#ctx0" brushRef="#br0" timeOffset="28">14890 13307 7315,'-16'1'-145,"-1"5"0,6-4 0,2 5 0,0-2 879,0 1 0,4 5 0,-4-4 0,1 2-72,5 4 0,1 1 1,2 3-1,0-1-448,0 0 0,2 1 0,3-1-686,6 0 1,4-1 0,1-4 0,0-6 7,1-3 0,-1-2 0,0 0 96,1 0 1,-3-2-1,-1-3 1,-4-6 143,-2-4 0,-1-1 1,-6 0-1,0-2 58,0-4 0,0 4 1,0-4-1,0 4 555,0 1 1,0 1-1,0 0 1830,0-1-170,0 1-1715,0 7 0,1 3 1,3 12-1,2 7-343,-3 7 1,6-2 0,0 4-1,0-2 140,-3 1 0,1-1 0,0 6 1,1-1-1,-1 1 1,-2-5-1,-5 5 1,0-1 126,0 1 1,0-5 0,-1 5 0,-3-2-223,-2-5 1,-6 0 0,1-3 0,-4-1-585,-1-5 1,0 3-1,-1-7 1,1-3 110,0-1 1,1-4 0,2-3 0,4-6-2438,2-4 2874,2-1 0,-3-8 0,-1-1 0</inkml:trace>
  <inkml:trace contextRef="#ctx0" brushRef="#br0" timeOffset="29">15249 13405 6945,'-9'11'2533,"4"0"-5554,3-8 3021,2 4 0,7-7 0,2 0 0</inkml:trace>
  <inkml:trace contextRef="#ctx0" brushRef="#br0" timeOffset="30">15380 13437 7725,'0'20'86,"0"-3"1,0-3 1668,0 1 1,0-4-2463,0 0 0,2-8 1,4 3 706,4-4 0,-2-10 0,-1-1 0</inkml:trace>
  <inkml:trace contextRef="#ctx0" brushRef="#br0" timeOffset="31">15625 13421 7725,'0'11'1120,"0"0"-802,0 2 0,0-4 0,2 0-1456,4-2 0,-3 0 1138,8-1 0,0-4 0,5 5 0</inkml:trace>
  <inkml:trace contextRef="#ctx0" brushRef="#br0" timeOffset="32">15871 13405 7725,'0'18'880,"0"4"0,0-4 0,0 5 212,0 1 1,0-11 0,0 3 195,0-1-1288,0-8 0,7 0 0,2-7 0</inkml:trace>
  <inkml:trace contextRef="#ctx0" brushRef="#br0" timeOffset="33">18192 12865 10678,'10'0'1118,"3"-2"1,5-3 81,8-6-977,5-3 1,9-3 0,5 1 0,8 0 0,8-3 0,7 1 0,1 0 940,-6 4-949,3 8 0,-12-1 0,4 7 1,-5 0-1,1 0 0,1 0 1,3 0-17,0 0 1,-3 0 0,4 0 0,1 0-361,-2 0 0,6 0 0,-8 0 0,1 0-115,-3 0 1,-8 0 0,4 0-1,-4 0 120,-1 0 1,-8 0 0,1 0 0,2 0 12,0 0 1,1 0 0,-3 0 0,6 0 87,3 0 0,2-2 0,0-2 1,2-1-32,4 1 0,-3 2 1,6 2-1,-1 0-25,-5 0 0,-1-1 1,-3-3-1,-3-1-1,-2 1 1,-12 2 0,0 2 0,-5 0 333,-6 0 1,-8 0 108,-1 0 0,0 0 0,7 0-156,4 0 0,-2-2 0,9-3 1,6-4-440,6 0 0,3-6 0,3 6 0,6-2 119,3 0 0,-1 2 0,1-2 0,-2 4 129,-1 0 1,-13 3-1,5-5 1,-5 2-1,-1 3 1,-1 1 0,-6-1 0,1-3 153,0-2 1,1 3 0,3-5-1,3 0-216,1 2 1,5-3-1,6 4 1,5 1-94,1 0 1,-9 1-1,2 6 1,-4 0 154,-7 0 1,-9 0 0,-6 0-1,-1 2 2,-4 4 1,-9-3 0,-4 6 0,-2 0 1266,1 0 1,-1-3 0,-3 3-239,4-2 0,-3 4 1,8-5-889,2-3 0,3 4 1,4-1-1,4-2-150,1-3 0,-3-2 0,5-3 0,0-3-522,-1-2 0,-3 3 545,-6-5 0,-1-7 0,0-7 0</inkml:trace>
  <inkml:trace contextRef="#ctx0" brushRef="#br0" timeOffset="34">1454 5950 9077,'-7'17'7898,"5"-6"-7100,-3 0 0,5-8 0,5 3-477,6-5 0,6-1 0,3 0 0,3 2-51,3 4 1,-5-4 0,5 3 0,-1-3-564,1-2 1,-1 0 0,2 0 0,-5 0-792,-4 0 1,-1 0 0,-1 0 0,0 0-869,1 0 0,-6 0-1822,-1 0 3774,1 0 0,-2 0 0,-1 0 0</inkml:trace>
  <inkml:trace contextRef="#ctx0" brushRef="#br0" timeOffset="35">1765 5885 7857,'-11'5'2383,"0"1"1,6 1-959,-6-1 0,7-3 1,1 6-1,6-1-898,8-5 1,5-1 0,6-2 0,5-2-364,4-3 0,2-4 0,0-6 0,-1 2-427,1 3 0,-6 0 0,-1 0 0,-3 2-69,-3 1 1,-2 5 0,-1-3 575,-1 3 1,-7 9 0,-3 4 0,-6 5 343,-6 6 1,-3 6 0,-7 8 0,-2 4 47,-4 2 1,2-1 0,-6 3-1,3-6-400,3-3 0,2-5 1,1-2-1,1-6-6413,0-4 6177,7-2 0,-6-14 0,6-4 0</inkml:trace>
  <inkml:trace contextRef="#ctx0" brushRef="#br0" timeOffset="36">17897 2387 7857,'-9'0'4494,"-5"0"0,12-2 60,-3-4-2488,3 5-1499,2-7 0,0 10 1,0 4-1,0 5-9,0 3 1,0 8 0,0 1-344,0 3 0,2 1 0,1 8 0,4 3 0,1 5-169,-1 5 1,6 2-1,-4 3 1,2 3-47,0 3 0,-6-5 0,6 4 0,0-2 0,-2-3 0,0-7 0,-5-6 0,1-2 0,-1-2 0,-3-7 0,-1 6 0,0-8 0,0-4 0,0-1 0,0-5 0,0-1 0,0-7-1194,0-2 0,0-9-2509,0-3 1217,0 3 1,0-7 1216,0 4 1,0-4 0,0-8 1268,0 1 0,0-8 0,0-1 0</inkml:trace>
  <inkml:trace contextRef="#ctx0" brushRef="#br0" timeOffset="37">17963 2321 7916,'-17'0'4412,"1"0"0,5 0 229,0 0-4094,8 0 0,1-2 0,9-1 0,2-3 702,4 3 1,3-1 0,4 1-1,4-5-1223,1-1 0,4 6 0,8-5 0,3 1-26,1-4 0,5 2 0,8-2 0,6 0 0,4 2 0,3-4 0,2 8 0,2 0 0,-2-3 0,-6 6 0,-1-3 0,2 3 0,-3 2 0,-4 0 0,-1 0 0,0-2 0,2-3 0,-7 1 0,13-5 0,-4 2 0,-2 3 0,-4 1 0,3-1 0,-5-1 0,-4 1 0,-5 2 0,1 2 0,-6 0 0,-4 0 0,-1 0 0,0 2 0,-1 2 0,1 1 0,0 0 0,-1-3 0,3 2 0,3 1 0,4 1 0,7-6 0,2 0 0,3 0 0,-7-2 0,6-2 0,2-1 0,1 1 0,-9-3 0,0 2 0,-5 1 0,-6 2 0,1 2 0,-3 0 0,3 0 0,-1 0 0,-11 0 0,8 0 0,0 0 0,3 0 0,0 2 0,6 2 0,2 1 0,3-1 0,0-3 0,11-1 0,2 0 0,4 0 0,-6-5 0,11 0 0,0 1 0,-2 2 0,-7 0 0,-5-1 0,-5-3 0,-1 3 0,-5 1 0,-2 2 0,-2 0 0,-4 0 0,-1 0 0,-3 0 0,3 0 0,3 0 0,-7 0 0,5 0 0,2-2 0,2-3 0,-2 1 0,4-5 0,-2 2 0,-4 3 0,-1-3 0,-4 1 0,-4 1 0,-5-3 0,-11 7 0,-4-7 0,-14 8 0,7 0 0,0 0 0,2 0 0,7-1 0,0-3 0,0-1 0,-4-1 0,6 6 0,-7 0 0,3 0 0,-7 0 0,0 0 0,7 0 0,-5 2 0,4 3 0,-5-1 0,-1 7 0,0 2 0,6 3 0,-1 4 0,-1 4 0,-2 1 0,-2 2 0,0 6 0,0 1 0,0 5 0,0 2 0,0 7 0,1-3 0,5-1 0,-4-1 0,3 4 0,-3-1 0,-2-3 0,0-4 0,0 0 0,0 0 0,0-3 0,0-11 0,0 6 0,0-4 0,0-1 0,0-4 0,0 3 0,0-1 0,0-2 0,2-6 0,3 0 0,-3 1 0,4-1 0,-5-5 0,-1 0-2737,0-8 217,0 5 1,0-10 0,0-4 2519,0-5 0,-7-3 0,-2-2 0</inkml:trace>
  <inkml:trace contextRef="#ctx0" brushRef="#br0" timeOffset="38">18077 3466 8003,'-11'9'199,"2"-2"0,0-2 0,2 3 2344,0 1-1277,1-6 0,8 5 335,3-8 0,4-6-649,8 1 1,-1-1 0,1 4 0,-1-1 187,0-3 0,1 1 0,-1 5 1,2 0-646,4 0 0,-2 0 0,5 0 0,1 0-135,-1 0 1,2 0-1,6 0 1,2 0-361,3 0 0,-2 0 0,6 0 0,1 2 0,5 3 0,-3-3 0,8 5 0,-4-1 0,0-1 0,-8 1 0,10-5 0,-2 3 0,-3 2 0,-6-1 0,1-5 0,1 0 0,0 0 0,0 2 0,1 1 0,-3 3 0,0-2 0,-3-3 0,6-1 0,3 0 0,1 0 0,-4-1 0,-1-3 0,2-3 0,3-2 0,-7 5 0,7-2 0,-3 3 0,-2-3 0,-10 5 0,6-5 0,4 2 0,4-1 0,-3 3 0,-1-3 0,1 1 0,5-1 0,-3 3 0,10-5 0,-3 1 0,3 1 0,-8-1 0,4 4 0,0-1 0,-1-3 0,-11 1 0,6 5 0,0-2 0,-1-3 0,-4 1 0,2-5 0,0 2 0,-1 3 0,-3-3 0,4 1 0,0 3 0,0 1 0,-4 2 0,4 0 0,-1 0 0,1 0 0,0 0 0,2 0 0,-5 0 0,1 0 0,-5 0 0,3 0 0,-3 0 0,-3 0 0,-3 0 0,0-2 0,2-2 0,-2-1 0,-5 0 0,1 5 0,1 0 0,-1 0 0,2-2 0,4-2 0,-2-1 0,-1 1 0,-1 2 0,6 2 0,-1 0 0,1 0 0,0-5 0,-2-1 0,-2 1 0,-2-2 0,-2 5 0,4-4 0,-3 4 0,-3 2 0,-1-1 0,-6-3 0,1-1 0,-1 1 0,1 2 0,-1 2 0,0 0 0,1 0 0,-1 0 0,0 0 0,1 0 0,-1 0 0,0 0 0,1 0 0,-1 0 0,-5 0 0,0 0 0,1 0 0,3 0 0,1 0 0,1-5 0,-1-1 0,-1-1 0,-3 3 0,-1-1 0,-7-1 0,5 6 0,-4 0 0,-3 0 0,5 0 0,-7 0 0,0 0-1432,0 8 1432,0-6 0,0 5 0,0-7 0</inkml:trace>
  <inkml:trace contextRef="#ctx0" brushRef="#br0" timeOffset="39">18077 2517 7214,'0'-16'1029,"0"0"0,6 5 183,-1 0-130,1 7 0,-5-3 1560,5 7-766,-4 0-1604,5 0 0,-7 2 0,2 3 0,1 6-159,3 4 1,-1 1 0,-5 0 0,2 1-361,3-1 1,-3-5 0,4 0-318,-4 2 1,-1 1 44,5 3 0,-4-7 16,3 1 559,-3-7 10,-2 3-798,0-7 835,0 0-55,0-7 0,0-2 0,2-6 0,1 3-71,3 1 0,-1 0 0,-5-5-108,0-1 1,0 6-1,0 0 51,0-1 1,2 3-26,4-2 247,-5 7 0,7-5 0,-7 5 51,5-1 0,-3-1-28,8 6 0,-7 2-141,1 4 1,-1 1 0,0 6-246,1-2 1,1-6-465,-6 6 1,1-7 313,5 1 1,-4-1 197,3 1 0,-1-3-298,1 3 607,-3-3 1,11-4 0,-6-1 72,2-3 0,-3-5 204,4 6 1,-4-6-88,5 6 1,0-1-97,5 6 1,-5 2-317,0 3 0,-8-1-103,3 7 1,1 0-2701,-1 5 672,-1-7 0,-3-1 2217,3-8 0,-3-8 0,5-1 0</inkml:trace>
  <inkml:trace contextRef="#ctx0" brushRef="#br0" timeOffset="40">18568 2419 7844,'-11'6'865,"0"-1"0,0 3 0,-6-5 923,1 3 1,5-1-1444,0-5 1,6 2-521,-6 3 0,6-3 0,-5 5 295,3 1 1,2-5 0,3 8-441,-4 2 1,5 1 419,-5 3 1,4-1-388,2 1 1,8-7-37,3 1 0,3-7 0,2 1 129,1-3 1,-6-7-1,-2-3 1,0 1-47,0 0 1,-4-6 0,6 2 506,2-3 0,-6 3 0,1 2 413,-1 2 0,-5-1 283,3 3 1,-1 3 191,1-3-1166,-3 3-332,5 2 1,-5 0-4093,3 0 3158,-3 7 1,6-3-1,-7 5 1277,5-2 0,-4-2 0,12 3 0,-5 1 0</inkml:trace>
  <inkml:trace contextRef="#ctx0" brushRef="#br0" timeOffset="41">18715 2468 17431,'0'17'530,"5"-6"1,1 0-2148,-3 1 0,-1-3-3962,-2 2 3977,0-7 1,0 1 1601,0-10 0,-7-4 0,-2-8 0</inkml:trace>
  <inkml:trace contextRef="#ctx0" brushRef="#br0" timeOffset="42">18698 2387 7844,'-9'0'4975,"0"-2"-2673,4-4-3507,3 5-2984,-5-7 1049,7 8 3140,0 0 0,0 0 0</inkml:trace>
  <inkml:trace contextRef="#ctx0" brushRef="#br0" timeOffset="43">18829 2468 8959,'-2'15'1441,"-3"-4"1,3 3 210,-3-3 1,3 4 238,2 1-1839,0-7 0,0 0 324,0-3-2117,0-4 1457,0-10 1,0 3 0,2-10-1,1 4 190,3 2 1,1 4 530,-2-6 0,3 6 0,4-5 416,-1 3 1,-5 2 425,5 5 1,-1 2-100,7 3 1,-6-1-998,0 7 1,-8-1-1,4 7-224,1-1 0,-6-5 0,3 0-1450,-3 2 0,-2-4-3907,0 2 5398,0-8 0,0 12 0,0-6 0</inkml:trace>
  <inkml:trace contextRef="#ctx0" brushRef="#br0" timeOffset="44">4462 6980 9562,'-9'0'6172,"-6"0"-2443,13 0-934,-5 0 544,7 0-1888,0 0 0,7 0-1423,4 0 1,4 0 0,3 0-1,4 0 1,5 0 0,4 0-29,2 0 0,-1 0 0,1 0 0,1 0 0,3 0 0,1 0 0,-2 0 0,-1 0 0,-3 0 0,-4 6 0,-3-1 0,1-1 0,-1-2 0,-3 3 0,3 1 0,1-1 0,-1 2 0,-3-3 0,3 5 0,-1-2 0,-4-3 0,0-2 0,0-1 0,2 3 0,-2 2 0,0-1 0,0-5 0,1 0 0,-1 0 0,-2 0 0,-1-2 0,-1-1 0,1-3 0,-7 1 0,1 5 0,2 0 0,2 0 0,-5 0 0,1 0 0,-5 0 0,5 0 0,-8 0-4766,5 0 3332,-8 0 1434,0 0 0,-8-8 0,-1-1 0</inkml:trace>
  <inkml:trace contextRef="#ctx0" brushRef="#br0" timeOffset="45">8483 5623 7910,'0'-10'521,"0"-1"0,0 5-76,0-5 0,0 6 126,0-6 1,0 6 222,0-6 162,0 0-631,0 2 1,0 3-1,2 12-79,3 5 0,-3 10 0,3 7 1,-1 4-1,-1 6-42,3 6 1,5 5 0,-4 4 0,0 3-195,1 2 0,-1-9 0,-2 2 0,4-4-539,1-7 1,-1-3-1,-6-7-3361,3-2 2595,-1-12 0,-5-11 1295,0-10 0,-7-4 0,-2-7 0</inkml:trace>
  <inkml:trace contextRef="#ctx0" brushRef="#br0" timeOffset="46">8368 6048 8587,'-7'10'3283,"3"-1"-957,-7-4-1799,8-3 0,-3 7 0,12-4 553,5 6 0,1-2 0,1 2-402,-2 2 0,0 0 1,5 1-1,1 1 1,-1 3-109,0 0 1,-1 2-1,-2 0 1,-3 2-420,3-2 0,2-2 0,-1-2 1,-1 1-169,-2-1 0,-6-5 0,6 0-601,2 2 1,-4-6 475,2-2 1,-2-10 0,4-6 0,-2-4 86,1-1 0,3-8 0,3-3 0,2-5-187,2-7 1,1 5 0,-3-4-1,4 3 179,1 3 1,3-1 62,4 0 0,8 0 0,2 1 0</inkml:trace>
  <inkml:trace contextRef="#ctx0" brushRef="#br0" timeOffset="47">17865 3041 7973,'-11'1'-1491,"0"5"1230,7-4 1,-8 7 260,6-4 0,-7-3 0,4 5 0</inkml:trace>
  <inkml:trace contextRef="#ctx0" brushRef="#br0" timeOffset="48">17783 3090 7899,'-11'0'-373,"0"0"0,6 5 83,-6 1 40,7-1 1,-5-5 180,4 0 0,3 2 69,-4 3 0,-3-3 0,0 5 0</inkml:trace>
  <inkml:trace contextRef="#ctx0" brushRef="#br0" timeOffset="49">17799 3090 7849,'-16'7'-1678,"5"-5"1481,0 3 0,9-3 197,2-2 0,8-7 0,8-2 0</inkml:trace>
  <inkml:trace contextRef="#ctx0" brushRef="#br0" timeOffset="50">17979 2338 12736,'-9'1'1993,"4"5"1,1-4-1621,-2 3 1,3-3 0,-8-2 203,-2 0-618,6 0 0,-8 0 0,5 0 0,-5 0 0,-1 0-468,-1 0 335,8 7 1,-5-5 0,3 4 0,-4-5 37,-1-1 1,5 0-1,2 2 1,0 2 466,0 1 1,3 1-1,-3-4 1,0 1 752,0 3-812,6-1 1,-7-5 0,5 0-1,-4 2 1,-2 1-338,0 3 0,6-1 0,-4-3 0,-1 2 0,1 1-6,-3-1 1,3 3 240,-2-1 1,5-1 0,-3-3 0,0 2-759,0 1 1249,5 0-556,-3-5 0,7 2 0,0 4 1,2 3-1,2 2 0,1 0 0,0 1 1,1 5-1,1 4 0,0 8 0,3 6 1,-3 5-1,2 2 0,-2 3 1,2 4-1,-2 4 46,1 1 0,-3 1 0,-3-6 0,2 0-111,1 0 1,1-7 0,-6-4 0,0-4-48,0-1 1,5-7-1,0-5 1,-1-3 83,-2-1 0,-2-1 0,0 1 42,0-1 1,0-5 0,0 0-38,0 1 1,0-3-1,0 2 4,0 2 0,0-4 1,0 2-258,0 2-137,0-6 570,0 8 55,0-14 594,0 7 0,2-8-550,3 0 1,-1 0-1,7 0-83,1 0 0,8 0 0,2 0 1,0 0-155,2 0 0,-4-2 0,7-2 0,2-1-124,2 1 0,1 2 0,-1 2 0,-2 0 0,-1 0 0,-7 0 0,5-2 0,-3-1 0,-3-3 0,-1 1 0,-3 5 0,0 0 0,1 0 0,-7 0 0,1 0 0,-7 0 0,3 0 0,-7 7 0,-7-5 0,5 5 0,-5-7 0,5 0 0,-2 2 0,-1 4 0,-2-5 0,1 5 0,3-4 0,-6-1 0,0 3 0,-1 2 0,0-1 0,-7-3 0,1 1-69,0 3 1,-3 1-1,-2-3 1,-5 1-3,1-1 0,-6 3 1,4-1-1,-6-1 61,-5 2 0,3-3 1,-3 5-1,4 0-171,1 0 0,0 0 0,2 2 1,2-4 86,2 1 1,5-6-1,-3 5 1,1-2-25,4 1 1,8-1 344,1-5 34,7 0 1,-1 0-124,10 0 1,-1 0 0,5-2-271,-2-3 1,4 1-1,-4-5 1,0 0 111,1 0 1,-1 4-1,-3-6 1,1-2 93,-1-2 0,3-1 0,-2-2 0,-1-2-54,-2-2 0,3-7 0,1 4 0,-3-3 6,-1 1 1,-2-2 0,0-7 0,0-4 48,0-2 1,0 4 0,-2-6 0,-1-1 25,-3-2 0,-1-2 0,2 0 0,-5 0-57,1-1 0,-5 0 0,5-3 0,-2-2-44,0 3 0,6 1 0,-5 4 0,3 1 0,4 3 0,1 12 0,2 0 0,0 4 0,0 1 0,0 6 0,0-2 0,0 10 0,0 1 0,0 5 0,0-4 0,0 4-376,0-5 1,0 6 441,0-6 1,0 5 21,0-5 405,0 8-456,0-4-646,0 7 261,0 0 0,0 7 0,0 4 192,0 3 0,2 3 0,1 1 1,3 4-9,-3 5 0,-1 4 0,0 1 0,2 3 149,1 3 1,0 6-1,-3 8 1,2 5-51,1 1 1,1 2-1,-4 3 1,1-1 29,3-2 0,-1-6 0,-3 3 0,2-3 0,1-1 1,2-9 0,-3 6-1,3-2-254,2-8 1,-3-4-1,3-5 1,-2-2 72,-3-2 0,-2-7 1,-2 2 152,0-4 0,0-2 0,0 1 298,0-1 1,0-5-284,0 0-26,0-8-722,0 5 100,0-8 1638,0 0-472,7 0-1981,-5 0 726,5 0 0,-7-2-1259,0-4 1,0 3 626,0-8 0,-2 0 0,-2-7-67,-1-4 1484,0 4 0,-10-13 0,-3 6 0</inkml:trace>
  <inkml:trace contextRef="#ctx0" brushRef="#br0" timeOffset="51">17456 2468 7797,'0'-16'848,"0"5"-281,0 0 0,0 0 269,0-5 1,0 0-1,2 1 1,2 2 323,1 3 1,8-1 0,-2-4-1,1 2 43,-1 3 0,4 0 1,-4-2-1,3 3-167,2 1 0,-5-3 0,0 6 0,2 1-550,2 3 1,1 1 0,0 0 0,1 0-487,-1 0 0,0 0 0,1 0 0,1 0 0,4 0 0,-2 0 0,5 1 0,-1 3 0,-4 1 0,3 3 0,-1-5 0,0 3-768,1-3 0,-10 1 0,3 0 0,-1 1-1894,-1-1 0,-3-2 0,0-2-3609,2 0 6271,-6 0 0,8 7 0,-6 2 0</inkml:trace>
  <inkml:trace contextRef="#ctx0" brushRef="#br0" timeOffset="52">17636 3106 8026,'-16'0'1462,"-1"5"0,3 3 5427,3 1-3955,3-6-2275,8 5 1,2-8 0,2-2 0,3-2 1093,2-1 0,-3-1 0,3 5-1753,-2-5 0,0 4 0,-1-3 0,-4 3 0,7 2 0,-4 0 0,-1-2 0,7-3 0,-6 3 0,6-4 0,2 5 0,-4 1 0,2 0 0,1 0 0,3 0 0,1-2 0,2-2 0,2-1 0,2 1 0,5 2 0,-5 0 0,0-1 0,2-3 0,-6 1 0,4 3 0,-4-2 0,-2-1 0,0 0 0,1 5 0,-1 0 0,0 0 0,1 0 0,-1 0 0,1 0 0,1-2 0,2-2 0,1-1 0,-1 1 0,0 2 0,0 2 0,4 0 0,1 0 0,-3 0 0,4 0 0,-1 0 0,0 0 0,3 0 0,3 0 0,-2 0 0,-2 0 0,-5 0 0,3 0 0,1 0 0,-1 0 0,-3 0 0,3 0 0,1 0 0,-1 0 0,-5 6 0,2-1 0,-2-1 0,2-2 0,-4-1 0,5 3 0,1 1 0,3-1 0,-1-2 0,-1-2 0,0 0 0,1 0 0,-2 0 0,5 0 0,1-2 0,-1-3 0,1 3 0,2-5 0,3 1 0,3 1 0,-7-3 0,5 5 0,0-3 0,-1 3 0,-1 1 0,-3 0 0,0-2 0,2-1 0,-10 0 0,10 5 0,0-2 0,3-4 0,-5 4 0,5-5 0,1 2 0,-3-1 0,3-1 0,-3 3 0,2-1 0,1 1 0,-12 1 0,8-1 0,-2-1 0,0 1 0,-2 2 0,0 2 0,2 0 0,-2 0 0,0 0 0,3 0 0,1 0 0,0 0 0,-1 0 0,1 0 0,2 0 0,3 0 0,-7 0 0,5 0 0,2 0 0,2 0 0,-4-2 0,2-1 0,-3-3 0,-2 3 0,-4 1 0,0 0 0,2-2 0,-2-1 0,-6-1 0,3 6 0,-1 0 0,1 0 0,-5 0 0,5 0 0,1 0 0,4 0 0,-7 0 0,8 0 0,-1 0 0,0 0 0,2 0 0,-1 0 0,3 0 0,3 0 0,-2 0 0,4 0 0,-2 0 0,-1 0 0,-6 0 0,7 0 0,-4 0 0,-1 0 0,0-1 0,-2-3 0,-2-1 0,-2 1 0,-5 2 0,3 2 0,-1 0 0,-4 0 0,0-2 0,0-1 0,3-3 0,3 3 0,-5 1 0,7 2 0,1 0 0,2 0 0,1 0 0,1 0 0,0-2 0,-1-3 0,3 3 0,1-6 0,2 3 0,-1 0 0,-8-1 0,-4 4 0,1-1 0,-1-3 0,-5 1 0,2 5 0,-4 0 0,-7 0 0,0 0 0,0 0 0,7 0 0,4 0 0,-4-2 0,3-2 0,-2-1 0,-3 1 0,0 2 0,1 1 0,-1-3 0,0-2 0,-5 1 0,0 5 0,2 0 0,-4 0 0,2 0 0,-8 0 0,7 0 0,-5 0 0,-1 0 0,7 0 0,1 0 0,-3 0 0,2 0 0,-5 0 0,5 0 0,-6 0 0,6 0 0,-7 0 0,3 0 0,-7 0 0,0 0 0,7 0 0,-3 0 0,7 0 0,0 0 0,5 0 0,-5 0 0,0 0 0,-6 0 0,6 0 0,-6 0 0,6 0 0,-7 0 0,10 0 0,-12 0 0,6 0 0,-8 0 0,0 0 0,-8 0 0,1 2 0,-6 1 0,2 5 0,-1 1 0,-3-6 0,-1 3 0,0-2 0,-1 1 0,1-3 0,-1 3 0,3-1 0,3 1 0,-3-3 0,3 4 0,2-5 0,-2-1 0,-2 0 0,4 0 0,-2 0 0,-2 0 0,4 0 0,-2 0 0,0 0 0,2 0 0,2 0 0,7 0 0,0 0 0,7 0 0,4 0 0,4 0 0,1 0 0,0 0 0,1 0 0,-1 0 0,0 0 0,1 0 0,-1 0-89,0 0 0,1 0 0,-1 0 0,1 0 43,-1 0 0,-5 0 1,0 0-125,1 0 1,-3 0-663,2 0-4165,-7 0 1917,3 0 0,-9 0 3080,-3 0 0,-4-7 0,-7-2 0</inkml:trace>
  <inkml:trace contextRef="#ctx0" brushRef="#br0" timeOffset="53">16704 2877 11057,'9'0'5492,"0"0"-5000,-3 0 0,-3 0 0,8 0 0,2 2 1,2 2-69,1 1 0,2 2 0,2-1 0,4 5-329,1 3 0,2 3 0,4-1 0,-2 0-434,-1 1 0,-3-1 0,2 0 0,-5 1 32,-4-1 0,-2-5 0,-1 0-447,-4 1 0,-2-4 1,-5-1-335,1 0 0,-1-5-657,-10 4 1,3-12 0,-8-5 1744,-2-3 0,-2-3 0,-1 1 0</inkml:trace>
  <inkml:trace contextRef="#ctx0" brushRef="#br0" timeOffset="54">17080 2893 20935,'7'17'154,"4"-1"0,-2 1 1,2-3-1,2-1-89,2-2 1,-5 5-1,1 4 1,2-2-507,2 0 1,1-10 0,-2 8 113,-3-2 1,4 1 1032,-4 1 1,1 1-79,-1-1 0,-3-5 1,-10 0-197,-4 2 0,-1 1 1,-6 1-1,2-3-107,-1-1 0,-3 0 0,-1 5 0,0 1-370,-1-1 0,1-5 0,0 0 0,-1 0-45,1-2 0,5 0-1609,0-4 0,2-5 0,-2 0 1699,6-9 0,-4-12 0,-1-5 0</inkml:trace>
  <inkml:trace contextRef="#ctx0" brushRef="#br0" timeOffset="55">15576 2534 18486,'17'14'435,"-1"-3"1,0 4 0,1-4 0,-1 3-168,0 3 1,1 4-1,-1 1 1,0-2-51,1-2 0,-1 0-345,1 4 0,-1-4 1,0 2-1,-1-5 0,-3-6 1,-2 0-1525,-3 0 1509,6-5 0,-10 3 0,6-9 0,-2-3 1,-3-8-1,-2-7 39,-2-7 0,-2-11 0,-1-4 1,-5-2 501,-1 1 1,4 5-1,-4-4 1,0 2-482,-1 4 1,5 3-1,-4 6 1,2 5-1898,3 4 1,2 7 502,2 0 1,0 9 1475,0 2 0,7 7 0,3 10 0</inkml:trace>
  <inkml:trace contextRef="#ctx0" brushRef="#br0" timeOffset="56">16132 2534 8482,'-16'5'150,"-1"1"1,7 1-1,-1-3 1,0 3 1137,2 2 0,-6-4 1,6 6-883,0 2 0,-4-4 0,8 2-339,1 2 1,2 1 0,2 3-1,0-1-126,0 0 0,0-5 0,2-2 0,4-1-224,5-5 1,-2-1-1,2-2 1,1 0 76,3 0 1,-4 0 0,-2-2-1,0-3 14,0-6 1,-4-2-1,4 0 1,-1 3-67,-5-3 0,1-2 0,0-1 0,1 0 88,-1-1 0,-3 6 0,-1 0 0,0-1 1172,0-3 1,2 4 2898,4 0-3474,-4 8 1,7-3 0,-6 12-1,3 5-206,-3 3 0,5 3 0,-1-1 0,0 0-641,0 1 1,4-7 0,-5 1 0,-1 0-5104,2-2 5523,-5-1 0,13-8 0,-6 0 0</inkml:trace>
  <inkml:trace contextRef="#ctx0" brushRef="#br0" timeOffset="57">16198 2141 9765,'-10'17'2487,"1"-8"0,6-2-2048,-3 0 0,1 3 0,7 6-395,3 0 0,4 6 1,8 2-1,-1 1 205,0 4 0,-5 2 0,0 4 1,2 1-137,1 2 1,-3 0 0,0-5 0,0-2-911,-2-4 1,4-3 0,-8-8 0,1-2-3587,1-3 4383,-5-3 0,12-8 0,-5 0 0</inkml:trace>
  <inkml:trace contextRef="#ctx0" brushRef="#br0" timeOffset="58">16377 2338 7839,'-2'16'0,"-1"2"1318,-3 4 1,1-9 0,5 3-1,0-1-388,0-1 1,0-3-1,2-2-1009,3-2 1,-1 4 0,7-4 151,1 3 1,1-5 0,0 4-1,-2-2 133,1-3 1,-4 0-1,-1-1 4,0 3 1,2-1 149,8-5 1,-6-7 0,-2-4-1,-2-4-96,-3-1 1,3-2 0,-2-2 0,1-2-378,1 2 1,-5-3-1,3 1 1,-1 2-1259,1 2 0,-3 1 1,4 1-4026,-5 0 5396,-1-1 0,0 1 0,0 0 0</inkml:trace>
  <inkml:trace contextRef="#ctx0" brushRef="#br0" timeOffset="59">16655 2321 10277,'2'15'0,"2"-2"1162,1-3 1,2-4 0,-1 3-628,5-2 0,-2-1 1,2-6-1,1 0-248,3 0 0,-4 0 0,0 0 0,1-2-323,3-4 1,-4-3 0,-2-7-1,0 1 120,0 5 0,-3-5 1,3 4-1,-2-3-742,-4-3 0,-1 1 1,-2 0 736,0-1 1,0 6-1,-2 2 1,-1 0 333,-3 0 1,-6 5 0,1-3-210,-4 0 0,-1 5 0,0-3-216,-1 3 0,6 2 1,0 0 52,-1 0 0,3 5 0,0 3 311,1 1 1,-3 2 0,6 5-1,1 2 0,3 4 1,1-4 0,0 6 0,1-3-87,5 1 1,1 5-1,6-5 1,-2 0-58,1 2 1,3-6-1,1 4 1,1-4-232,-1-2 1,0-5-1,1-2 1,-1-2-249,0-3 1,1-2 0,-1-2-678,0 0 1,-1-2 0,-4-3 0,-4-6 946,0-4 0,-5-8 0,5-3 0</inkml:trace>
  <inkml:trace contextRef="#ctx0" brushRef="#br0" timeOffset="60">17636 3302 8325,'-11'9'2819,"0"-3"0,7-3-1523,-1 3-482,3-4-468,9 5 1,-3-7-1,7 0 1,2 0-1,1 0 1,3 0-1,-1 0 430,0 0 1,1 0-1,-1 0 1,0 0-21,1 0 1,-1-2-1,0-2 1,1-1-197,-1 1 0,0 2 1,1 2-1,-1 0-150,0 0 1,1 0 0,-1 0-341,0 0 0,1 0 1,-1 0-1,0 0 1,1 0 1,-1 0 0,0 0 0,3 0-72,2 0 0,-2 0 0,2 0 0,-1 0 0,2 0 0,-7 0 0,5-1 0,0-3 0,-2-1 0,-4-1 0,1 6 0,3 0 0,2 0 0,-4 0 0,1 0 0,-1 0 0,-5 0 0,0 0 0,3 0 0,6 0 0,-5 0 0,7 0 0,3 0 0,-1 0 0,1 0 0,-1 0 0,-4 0 0,3 0 0,1 0 0,0 0 0,-1 0 0,-1 0 0,-6 0 0,1 0 0,-1 0 0,0 0 0,1 0 0,-1 0 0,0 0 0,-5 0 0,0 0 0,2 0 0,1 0 0,3 0 0,-1-2 0,0-1 0,1-3 0,-1 1 0,0 5 0,1-2 0,-1-3 0,0 3 0,3-6 0,1 3 0,1 0 0,3-3 0,-4 5 0,4-3 0,1 3 0,-5-1 0,4 0 0,-3-1 0,1 1 0,2 2 0,-4 1 0,3-3 0,3-1 0,-4-1 0,3 6 0,0-2 0,1-3 0,-1 3 0,4-5 0,-1 1 0,1 1 0,-2-2 0,2 3 0,2-3 0,-2-2 0,-5 5 0,3-3 0,0 1 0,-2 1 0,4-1 0,-7 5 0,0-3 0,2-2 0,-6 1 0,4 5 0,-2 0 0,1 0 0,-2 0 0,2 0 0,-1 0 0,2 0 0,-2-5 0,6-1 0,-1 2 0,0 3 0,3 1 0,4 0 0,-1 0 0,-4 0 0,4 0 0,-3 0 0,2 0 0,3 0 0,0 0 0,-1 0 0,-1 0 0,-3 0 0,1 0 0,-8 0 0,1 0 0,2 0 0,-6 0 0,4 0 0,-4 1 0,-2 5 0,1-4 0,-1 3 0,0-3 0,1-2 0,1 5 0,2 1 0,2-2 0,-2-3 0,5-1 0,0 0 0,3 0 0,-1 0 0,-5 0 0,5 0 0,2 0 0,2 0 0,-4 0 0,0 0 0,2 0 0,2 0 0,2 0 0,0 0 0,-1 0 0,1 0 0,5 2 0,0 2 0,0 1 0,2-1 0,-5-2 0,3-2 0,-3 0 0,-3 0 0,1 0 0,-2 0 0,-2 0 0,-2 0 0,-5 0 0,3 0 0,1 0 0,-1 0 0,2 0 0,6 0 0,0 0 0,0 0 0,1 0 0,2-2 0,4-2 0,2-1 0,-4-1 0,6 5 0,-1-3 0,-1-2 0,-2 1 0,-7 5 0,0 0 0,-1 0 0,-5-5 0,-1-1 0,-3 2 0,-1-3 0,-5 2-163,-1 1 0,-5 2 0,-2 0 42,-2-3 1,6 3 0,-2-5 15,3 0 0,-3 5 0,0-4 0,2 5 133,1 1 1,-3-2-1,0-2 1,2-1 164,1 1 1,3 2-123,-1 2 0,0 0 334,1 0-228,-8 0-491,-2 0 0,-7 2-868,0 4 592,0-5 136,0 7 520,7-8 1,-3 0-1030,7 0 1,-6 0-4608,6 0 1930,-7 0 3640,3 0 0,0 0 0,3 0 0</inkml:trace>
  <inkml:trace contextRef="#ctx0" brushRef="#br0" timeOffset="61">17767 3171 28671,'16'0'0,"0"0"0,2 0 0,4 0 0,11 0 0,9-5 0,10-2 0,7-1 0,8-1 0,4 0 0,5-2 0,-2 2 0,4 4 0,-5 1 0,1 1 0,-3-3 0,-13 1 0,1 5 0,-10 0 0,-6 0 0,-17 1 0,-1 3 0,-3 2 0,-8-1 0,-3-5 0,-7 0 0,1 0 0,-10 0 0,1 0 0,-7-2 0,-1-1 0,-3-3 0,-9 1 0,-3 5 0,-4 0 0,-1 0 0,-5 0 0,-4 0 0,-8 0 0,-2 0 0,-2 0 0,0 0 0,-3 0 0,-2 0 0,-2 0 0,-4 0 0,3 0-47,1 0 0,3 0 0,-4 0 0,-3 0 37,2 0 1,6 1-1,0 5 1,3 3 84,6 0 0,7 6 1,-2-5-76,2 5 0,17-4 0,12 0 0,9-2 0,7 2 0,4-4 0,8-7 0,1 2 0,4 3 0,3-3 0,10 5 0,3-1 0,5-1 0,5 3 0,-1-5 0,0 3 0,2-3 0,-4-1 0,10-2 0,-2 0 0,1 0 0,-1 0 0,7 0 0,1 0 0,3 0 0,9-5 0,1-3 0,2-1 0,1-3 0,-8-3 0,2-1 0,-4-1 0,-2 1 0,-10 0 0,-5 1 0,-4 4 0,-12 6 0,-6-2 0,-12 1 0,0 2 0,-7 10 0,-1 3 0,-10 6 0,-4-5 0,-3-2 0,-7-8 0,0 0 0,-1 0 0,-1 5 0,-4 1 0,-5-3 0,-4-1 0,-3-2 0,-4 0 0,-6 2 0,-3 3 0,-2-3 0,-2 4 0,-4-5 0,-5-1 0,0 0 0,-3 0 0,-4 2 0,0 4 0,-1-5 0,5 5 0,1-4-351,2-2 0,13 5 1,0 2-1,5 3 566,6 2 0,7 3 0,3 1 0,2 0 56,5 1 1,2-1-272,6 0 0,6-6 0,10-5 0,4-3 0,10-4 0,2-2 0,7-1 0,-1-6 0,4 4 0,5 0 0,4-1 0,4-3 0,5 4 0,3 0 0,8 0 0,-4-4 0,13 3 0,2 1 0,2 0 0,3-4 0,4 6 0,-2-1 0,-2-1 0,-7 3 0,1-5 0,-7 2 0,-3 3 0,-11 1 0,2-1 0,-2-2 0,-4 3 0,1-1 0,1 1 0,0-3 0,2 2 0,-11 3 0,6 1 0,-6 0 0,0 0 0,-7 0 0,4 0 0,-3 0 0,-3 0 0,2 0 0,4 0 0,-1 0 0,-3 0 0,-7 0 0,1 0 0,1 0 0,-1 0 0,-5 0 0,2 0 0,-4 0 0,-2 0 0,1 0 0,-1 0 0,0 0 0,1 0 0,1 0 0,2 0 0,2 0 0,-2 0 0,0 0 0,-1 0 0,5 0 0,2 0 0,1 0 0,4 0 0,-2 0 0,-2 0 0,-3 0 0,5-2 0,1-2 0,0-1 0,-1-6 0,1 4 0,0-1 0,-3 1 0,0-6 0,4 4 0,-4-2 0,-5 0 0,-2 8 0,0-3 0,2 3 0,-2-3 0,-8 5 0,-1-5 0,2 4 0,1 2 0,3 0 0,1 0 0,4 0 0,-8 0 0,6 0 0,2 0 0,2 0 0,-4 0 0,1 0 0,-1 0 0,2 0 0,-2 0 0,6 0 0,-3 0 0,-3 0 0,-2 0 0,-1 0 0,-1 0 0,0 0 0,1 0 0,-1 0 0,0 0 0,1 6 0,1-1 0,4-1 0,-10-2 0,5-2 0,-3 0 0,1 0 0,1 0 0,1 0 0,-1 0 0,-5 0 0,0 0 0,-8 0 0,3 0 0,-12 0 0,-3 0 0,-7 0 0,0 0 0,-1 0 0,1 0 0,0 0 0,-3 0 0,-2 0 0,-5 0 0,-7 0 0,-1 0 0,-4 0 0,1 0 0,-4 0 0,-3 0 0,-3 0 0,0 0 0,-11 0 0,-2 0 0,-4 0 0,11 0 0,-7 0 0,2 0 0,4 0 0,5 0 0,-6 0 0,5 0 0,0 0 0,7 0 0,1 0 0,0 0 0,1 0 0,8 0 0,-3 0 0,-3 0 0,-1 0 0,4 0 0,-2 0 0,2-2 0,-2-4 0,1 5 0,-5-7 0,3 3 0,2-1 0,3 1 0,1 5 0,0 0 0,1 0 0,1 0 0,2 0 0,1 0 0,-1 0 0,4 2 0,-2 1 0,-1 3 0,3-3 0,-6 1 0,4 0 0,-4 1 0,-2-1 0,1 3 0,1-2 0,2 1 0,2 1 0,7-5 0,-2 3 0,4-1-103,1 2 0,6-5-222,0 5 1,6-4-50,-6-2 711,7 0-620,-3 0 299,7 0 1,7 0 0,4-2 0,6-2 84,5-1 0,5-3 0,11 3 0,7-4 75,8 0 0,5-6 0,7 6 0,3-2-176,2 0 0,-1 8 0,8-4 0,1 1 0,2 1 0,-2-1 0,-2 8 0,2 2 0,0 1 0,-9 8 0,11-4 0,-3 2 0,-3 0 0,-10-6 0,-1 6 0,-5 0 0,-5-2 0,-8 0 0,-3-5 0,-2 1 0,-4-1 0,-1-2 0,-1-2 0,4 0 0,6 0 0,-2 0 0,0 0 0,-1 0 0,1 0 0,-4 0 0,4 0 0,-2 0 0,-4 0 0,-3 0 0,-6 0 0,-3 0 0,-1 0 0,-4 0 0,2 0 0,-2 0 0,-3 0 0,2 0 0,2-2 0,2-2 0,-2-1 0,-2-6 0,-2 5 0,1 1 0,-1-2 0,-7 3 0,-2-5 0,1 2 0,-7 1 0,5 6 0,-12 0 0,3-2 0,-8-1 0,-4-3 0,-5 3 0,-5-1 0,-9 0 0,-5-1-403,-4 1 1,-6 3 0,-6 1-1,-6-2-64,-8-4 1,-1 4 0,-2-3-1,-1 3 378,-1 2 1,7 0 0,-13 0-1,3 0 292,3 0 0,9 7 0,-4 4 1,0 4 207,1 1 1,14-5-1,7 0 1,5 0 273,6-2 1,14 4-686,5-8 0,14 1 0,3-6 0,2 0 0,8 0 0,1 0 0,6-2 0,-1-2 0,0-1 0,8-1 0,5 4 0,9-1 0,11-3 0,2-1 0,9 3 0,4-1 0,5 1 0,1-3 0,9 2 0,4-1 0,6-1 0,-4 5 0,-34-1 0,0-1 0,0 1 0,0 0 0,-1 1 0,0-1 0,37-4 0,-9 3 0,-7-1 0,-8 1 0,-14 2 0,-3 2 0,-6 0 0,-4 0 0,-11 0 0,8 0 0,0 0 0,3 0 0,-5 0 0,5 0 0,1 0 0,-3 0 0,3 0 0,-3 2 0,1 2 0,-5 1 0,-1 1 0,2-6 0,-2 0 0,-1 0 0,-12 0 0,4 0 0,0 0 0,-2-2 0,-7-4 0,-4 4 0,-7-5 0,0 7 0,0-7 0,0 5 0,0-5 0,-7 7 0,-6 0 0,-5 0 0,-4 0 0,-9 0 0,-1 0 0,-10 0 0,-5 0 0,-2 5 0,2 1 0,1-1-326,3 2 1,4-5 0,-2 4 0,-1-4-44,0-2 1,11 5-1,0 0 1,4-1 372,2-2 1,5-2-1,0 2 1,5 1 1544,4 3-1561,8-1 1,3-5 0,11 0 92,3 0 0,8 0 0,1 0 0,5 0 148,6 0 1,1 0-1,8 0 1,3 0-230,1 0 0,2-5 0,0-2 0,0-1 0,0 1 0,-2-4 0,-1 4 0,-5-2 0,-1-4 0,-1 4 0,-9 0 0,-2 2 0,-7 3 0,-2 0 0,-3-1 0,-7 3 0,-9-5 0,-11 7 0,2 0 0,-2 0 0,0 5 0,-5 1 0,0-1 0,-1 2 0,-1-3 0,-4 5 0,-3 0 0,-1 0 0,-4-3 0,4 3 0,-1-2 0,0-3 0,1-1 0,-3 1 0,2 1 0,-2-1 0,3-2 0,1 0 0,0 1 0,-1 3 0,4-1 0,-3-5 0,0 0 0,-1 0 0,4 0 0,-3 0 0,-1 0-56,1 0 1,5 0-1,-2 0 1,4 0-385,2 0 1,-1 2-289,1 4 0,9-5 575,7 5 1,2-4 0,10-2 0,5 0 393,3 0 0,11 0 1,-1 0-1,10 0 125,8 0 0,-3-2 1,9-2-1,-3-1-320,-2 1 1,-3 0-1,-1 1 1,1-4-25,-6-3 1,-2 5 0,-4-4 0,1 0-214,-4 0 1,-10 0-1,1-4-652,-4 2 1780,-9 7 0,-3-3-937,-12 7 0,3 0 0,-8 0 0,7 0 0,-5 0 0,4 0 0,3 0 0,-5 0 0,7 0 0,0 0 0,7 0 0,4 0 0,3 0 0,4 0 0,2-2 0,2-1 0,-2-3 0,6 1 0,-1 3 0,2-2 0,1-1 0,-7-1 0,5 6 0,-3 0 0,-3 0 0,-7 0 0,-2 0 0,2 0 0,1 0-72,3 0 0,-1 0 0,0 0 35,1 0 0,-1 0 0,0 0-8,1 0 1,-6 0 0,-1 0-1,1-1 502,-2-5-409,6 4-48,-6-5 0,0 7 0,-9 0 0,-11 0 0,-3 0 0,-3 0 0,-6 6 0,-5 1 0,-4 0 0,-6 0 0,3 4 0,-3-5 0,2-1 0,-2 2 0,3-5 0,-1 4 0,5-4 0,4-2 0,5 0 0,-4 0 0,3 0 0,3 0 0,7 0 0,2 0 0,8 0 0,3 0 0,9 0 0,7 0 0,0 0 0,1 0 0,1 0-57,4 0 0,-2 0 1,7 0-1,2 0-275,2 0 0,1 0 0,1 0 0,0 0 375,0 0 1,-1 0 0,-1 1 0,-2 3 54,-2 1 0,-7 1 0,2-6 1,-4 0 78,-1 0 0,-3 2 0,-1 1-454,-2 3 101,-8-1 1,3-3-1,-12 2 1,-6 1-190,-8-1 0,-6-1 0,-8 1 0,-4 3 66,-6 2 0,-3 0 0,0 4 0,1-2 348,3 2 0,5-1 0,-2 1 1,5-4 508,10-1 1,5-3-877,3-5 1,10 0 349,7 0 0,7 0 0,10 0-135,-1 0 1,0 0-1,1 0 1,1-2 734,4-3 1,-2 3 0,5-4 0,0 5-550,1 1 1,-4 0 0,3 0 0,-1 0-470,-4 0 0,0 0 0,0 0 1,1 0-1455,-1 0 0,-1-2 1,-3-2 1839,0-1 0,1-8 0,-1 4 0</inkml:trace>
  <inkml:trace contextRef="#ctx0" brushRef="#br0" timeOffset="62">23340 572 12040,'-9'-2'1802,"4"-3"1,1 3-738,-1-3-431,3 3-559,-5 2 0,5 0 0,-2 2 0,-1 3 78,1 6 0,-3 4 0,1 1-241,3 0 1,1 1 0,2-1 0,-2 0-8,-3 1 1,3-1 0,-4 0 0,5 1 204,1-1 0,0 0 0,0 1 0,0-1 26,0 0 0,5 1 0,0-1-14,-1 0 1,3-5-11,-1 0 1,5-5-100,-6 5 1,2-8-157,-1 3-299,-4-5 98,12-1 0,-10 0 186,7 0 1,-6 0 1330,6 0-244,-7 0-502,3 0-453,-7 0 555,0 0-52,7 0 0,-3 0-110,7 0 1,-6-5-559,6 0 0,-5-6 1,3 3-49,-2-1 1,4 4 0,-4-4 335,2 2 0,-5-6 0,3 2 50,0-4 0,-5 4 0,4 1-116,-5-3 1,-1-2 0,0-1 0,0 0-43,0-1 0,0 6 1,0 0-1,0-1-6,0-3 1,-5 4 0,-2 2 0,-1 0-185,1 0 0,-6 5 0,2-1-31,-3 3 0,-2 2 0,-1 0-2016,1 0 0,0 0-125,-1 0 1,6 7 2372,0 4 0,8 4 0,-4 1 0</inkml:trace>
  <inkml:trace contextRef="#ctx0" brushRef="#br0" timeOffset="63">23536 834 9740,'0'-17'5901,"2"6"-4963,4 1 0,3 4 0,9-3 1,2 2-359,2 3 0,1 2 1,-3 4-1,2 4-55,-2 4 1,0 0 0,0 2-1,2 5-98,-2 3 0,-6 3 0,-1-3 0,1 2-387,-1-2 1,-6 0 0,3 0 0,-3 2-1065,-4-2 1,1-8 0,0-1-1294,1 2 0,1-8 2271,-6-5 0,-8-7 0,-1-9 1</inkml:trace>
  <inkml:trace contextRef="#ctx0" brushRef="#br0" timeOffset="64">23896 719 9648,'-16'0'2738,"-1"0"1,1 0 1659,0 0-2707,-1 0 0,6 0-959,0 0 1,6 8-1,-4 2 1,2 5-749,3 1 0,-3 2 0,-1 2 1,-1 4-207,-3 2 0,4-5 0,1 5 0,2-3-1528,-1-3 1,1-2 0,5-1-5227,0-1 6976,7 1 0,9-8 0,10-2 0</inkml:trace>
  <inkml:trace contextRef="#ctx0" brushRef="#br0" timeOffset="65">24059 556 8570,'-10'0'399,"-1"0"1,-2 0 1367,-2 0 0,6 2 0,4 3-998,3 6 0,2 4 0,0 3 0,0 2 190,0 1 0,2 7 0,1-5 1,3 3-852,-2 3 0,3-4 1,-2 1-1,-1-3-1020,-2-3 1,3-2 0,1-1-197,-3-1 0,1-1 1108,1-4 0,-3 3 0,5-5 0</inkml:trace>
  <inkml:trace contextRef="#ctx0" brushRef="#br0" timeOffset="66">24027 703 8570,'-8'-16'2056,"7"5"0,-5 0 1,6-2-177,6-1 0,-3 3 0,10 0 1,3-2-1166,4-1 1,2 3 0,-6 2 0,3-1-923,2 1 0,-2 6 1,2-3-1,-2 4-4020,-3 2 0,0 0 4227,1 0 0,6 8 0,3 1 0</inkml:trace>
  <inkml:trace contextRef="#ctx0" brushRef="#br0" timeOffset="67">24027 883 17382,'18'-2'255,"4"-4"1,-2-1-1,7-5 1,2 1-1278,2-2 1,2 4 0,-3 0 0,-2 1-552,-7 5 0,-2 1 1573,-3 2 0,0 0 0,1 0 0</inkml:trace>
  <inkml:trace contextRef="#ctx0" brushRef="#br0" timeOffset="68">24403 605 8360,'-11'0'3000,"0"0"-1206,-2 0 0,4 0-357,-2 0 0,8 2-896,-3 3 0,10 6 0,1 9 0,1 4-282,1 1 0,-5-3 0,3 5 0,-3 2-424,-2 2 1,2-4 0,1-1 0,3-1-864,-3 1 0,-1-6 0,-2 1-1958,0-3 1,2-3 2985,4-4 0,3-4 0,7-7 0</inkml:trace>
  <inkml:trace contextRef="#ctx0" brushRef="#br0" timeOffset="69">24419 703 8360,'-9'-7'865,"-4"3"1,8-7 709,1-2 0,2-1 0,4-1 1,4 3-790,4 1 0,5 0 0,3-5 0,2-1-851,2 1 1,7 5 0,-4 2 0,1 2 38,-4 3 1,1 2 0,-1 2 0,0 0-2052,1 0 1,-10 2-1,2 3 2077,-6 6 0,3 4 0,-2 1 0</inkml:trace>
  <inkml:trace contextRef="#ctx0" brushRef="#br0" timeOffset="70">24435 866 8360,'-11'0'3276,"1"0"1,8 0 0,2 0-1848,9 0 1,5-5 0,3 0 0,1 1-2061,4 2 1,-2 0 0,7-1 0,2-3-4126,2 3 4756,1 1 0,1 2 0,0 0 0</inkml:trace>
  <inkml:trace contextRef="#ctx0" brushRef="#br0" timeOffset="71">23716 13045 8360,'-22'0'999,"4"-2"1,0-1 91,0-3 1,9 1-1,-8 3-474,3-4 0,5 5 0,-2-5 0,-2 4-427,-1 2 1,3 2-1,2 4-45,1 5 1,-2 3 0,2 2-1,1 3 1,0 1 298,3 1 0,1 8 0,-1-1-175,-2 3 0,1-1 0,7 1 0,1-2 1,5 2-9,1-2 0,2-5 0,5 1 0,0-1-358,1-4 1,5-7-1,1-4 1,1-2-509,-1-3 1,6-3 0,-3-2 0,1-5 247,0-5 1,1-5 0,2-4 0,-1-5 39,-1-6 0,-3 2 0,2-10 0,-5 3 162,-4-2 1,-9 3-1,-3-3 1,-4 4 187,-2 1 0,-4 0 1,-5 4-1,-9 6-4,-6 6 0,-8 7 0,-7-1 0,3 5-170,2 4 1,1 10-1,2 1 1,4 2-1135,5 0 1,4 5-1,3 6 1275,4-2 0,-3 5 0,5 0 0</inkml:trace>
  <inkml:trace contextRef="#ctx0" brushRef="#br0" timeOffset="72">23994 13225 8360,'-15'2'2702,"5"3"1,2 4 0,12 6-1410,7-4 1,2-2 0,12-6 0,2 3-1011,4-2 1,-7 3 0,7 0-1,-4 0-433,-2 1 1,-5-1-1,2-4 1,-4 5-1170,-1 1 0,-1 0 0,-2 4-1725,-3-2 0,-2-2 3044,-3 1 0,-4 5 0,5-6 0</inkml:trace>
  <inkml:trace contextRef="#ctx0" brushRef="#br0" timeOffset="73">24305 13127 8360,'-17'2'1350,"1"3"0,-2-1 0,-2 7-96,-2 1 0,6-3 1,7 2-1,-1 2-726,1 2 0,6 3 0,-3 4 0,3 5-317,-3 4 0,3-4 0,-6 0 0,-1 2-290,1 2 1,4-4-1,-4-1 1,2-3-1674,3-3 1,2-7-1316,2-2 0,2-7 3067,3 1 0,12-10 0,8-4 0</inkml:trace>
  <inkml:trace contextRef="#ctx0" brushRef="#br0" timeOffset="74">24452 13192 9192,'-17'7'710,"1"-3"1,1 7 0,3 2-260,1 1 0,5 1 1,-3-2-1,2-3 447,3 3 1,3-4 0,1 2-1,1 2-365,5 1 0,-2-3 0,6 0-219,3 2 1,-4-4-1,2 0-82,2-2 0,-4 1 0,2-5-264,2 3 0,1-1 0,1-7 0,-3-1-206,-1-3 1,0-7 0,5 3 0,-1-5-140,-4-1 1,3-1-1,-5 1 1,1-2 217,-5-4 0,-3 2 0,-2-5 1,0 1 139,0 4 1,0 2 0,-2 2 0,-3-1-481,-6 1 0,-4 5 1,-1 2-1,-1 2-562,1 3 0,0 4 1,1 5-1,2 6 1061,3 4 0,-1 1 0,-6 1 0</inkml:trace>
  <inkml:trace contextRef="#ctx0" brushRef="#br0" timeOffset="75">24779 13176 8360,'-22'0'1793,"0"0"3847,2 0-5245,9 0 1,4 2 0,7 3-289,0 6 0,0 5 1,0 4-1,0 4 212,0 1 1,0 3 0,0 4 0,0 1 62,0 0 1,2-2 0,1-2-1,5-4 44,1-1 1,-4-2 0,6-8 0,2-1-442,1-2 1,4-8 0,2 3 0,4-4-186,1-2 1,-5-2 0,4-4 0,-2-5 162,0-3 0,1-8 1,-3-2-1,2 1 295,-2-1 1,-7-5 0,-4 4 0,-2-2 468,-3-1 0,3 3 0,-2-4 0,-3 3-131,-5 3 0,-1-1 1,-7 4-1,-2-2-980,-1 2 0,-8 8 0,0 1 0,0 0-234,-1 2 0,5 1 0,-4 8 0,2 0-3115,-2 0 0,4 0 3733,-4 0 0,-3 15 0,-1 3 0</inkml:trace>
  <inkml:trace contextRef="#ctx0" brushRef="#br0" timeOffset="76">18012 8452 7923,'-9'1'3583,"1"3"-1608,1 1 891,5 1 1071,-5-6-1212,7 0-1660,0-7 467,0 5 0,6-7 1,1 5-1533,2-1 0,-4-1 0,6 6 0,2 0 0,-4 0 0,2 0 0,0-2 0,-2-3 0,5 3 0,-3-3 0,4 3 0,1 2 0,1 0 0,-1 0 0,0 0 0,1 0 0,1 0 0,2 0 0,2 0 0,-3 0 0,1 0 0,0 2 0,4 1 0,1 3 0,-5 1 0,2-3 0,-2 3 0,2 2 0,-4-5 0,4 1 0,-2-1 0,2 1 0,-4-3 0,6 3 0,-3-3 0,1-2 0,2 0 0,-4 0 0,1 0 0,-1 0 0,4 0 0,-2 0 0,0 0 0,1 0 0,1 0 0,5-2 0,-2-1 0,2-3 0,-3 1 0,-1 3 0,1-2 0,-1-1 0,2-6 0,4 6 0,0-1 0,2-1 0,-8 3 0,11-5 0,1 2 0,-3 3 0,3-3 0,-1 2 0,2-1 0,-2-1 0,1 5 0,-3-3 0,2 3 0,1 2 0,-10 0 0,9 0 0,1-2 0,-3-3 0,-5 3 0,-3-4 0,-1 4 0,0 2 0,3 0 0,3 0 0,-2 0 0,-2 0 0,-5-5 0,5-2 0,2-1 0,2 1 0,2 0 0,-1 3 0,3-3 0,3-2 0,-4 4 0,5-5 0,-3 3 0,2 4 0,-3 1 0,3 2 0,-4-2 0,-1-4 0,0 5 0,-3-5 0,-1 4 0,-1 2 0,-7 0 0,5 0 0,-1 0 0,1 0 0,-4 0 0,3 0 0,0-1 0,1-5 0,1 4 0,4-3 0,-2 3 0,-2 2 0,2-5 0,6-1 0,1 2 0,0 3 0,-3 1 0,11 0 0,1 0 0,2 0 0,-3 0 0,-2 0 0,-1 0 0,1 0 0,-4 0 0,4 0 0,-2 0 0,-4 0 0,-7 0 0,-1 0 0,1 0 0,2 0 0,-4 0 0,-2 0 0,1 0 0,-1 0 0,-1 0 0,5 0 0,4 0 0,1 0 0,1 0 0,12 0 0,5 0 0,5 0 0,-8 0 0,3 0 0,1 0 0,-2 0 0,-2 0 0,-5 0 0,-6 0 0,-4 0 0,-7 1 0,1 3 0,-1 2 0,-2-3 0,1-1 0,-6 0 0,2 1 0,-2 3 0,3-1 0,-1-5 0,-2 2 0,-2 4 0,0-5 0,2 5 0,4-4 0,1-2 0,3 0 0,2 0 0,-1 0 0,-1 0 0,-3 0 0,4 0 0,-3-2 0,-3-4 0,-1 5 0,-6-5 0,1 4 0,-8 2 0,0 0 0,-4 0 0,-1 0 0,7 0 0,2 0 0,1-5 0,2-1 0,1 3 0,-1 1 0,0 2 0,1-2 0,-1-3 0,-5 3 0,0-4 0,-7 5 0,3 1 0,-7 0-2930,0 0 2930,-15 0 0,-3-15 0,-15-3 0</inkml:trace>
  <inkml:trace contextRef="#ctx0" brushRef="#br0" timeOffset="77">18077 8076 26947,'11'0'574,"0"0"1,-6 0 0,6 0-575,2 0 0,2 0 0,1 0 0,0 0 0,1 0 0,6 0 0,-3 0 0,6 0 0,-1 0 0,0-2 0,5-2 0,-1-1 0,-2 1 0,4 2 0,-8 2 0,6 0 0,-3 0 0,-3 0 0,-3-2 0,0-1 0,2-3 0,-4 1 0,6 5 0,-8 0 0,1 0 0,-1 0 0,0 0 0,1 0 0,-1 0 0,0-6 0,1 1 0,-1 1 0,0 3 0,1 1 0,-1 0 0,0-2 0,1-4 0,-5 4 0,3-3 0,3 3 0,2 2 0,-4 0 0,1 0 0,-6 0 0,0 0 0,1 0 0,-3 0 0,2 0 0,2 0 0,-4 2 0,2 2 0,2 1 0,-4 1 0,2-6 0,1 0 0,3 0 0,1 0 0,1 0 0,1 0 0,4 0 0,-4 0 0,5 0 0,1 0 0,3 0 0,-1 0 0,-1 0 0,0 0 0,1 0 0,-4 0 0,3 0 0,-1 0 0,-4 0 0,3 0 0,1 0 0,1 0 0,4 0 0,-3 0 0,1 0 0,0 0 0,-1 0 0,5-2 0,-6-2 0,2-1 0,0 1 0,-5 2 0,4 2 0,-1-2 0,1-3 0,-5 3 0,5-3 0,-3 3 0,-3 2 0,-1-6 0,-3 1 0,0 1 0,1 2 0,-1 2 0,2 0 0,2 0 0,2 0 0,1 0 0,-3 0 0,4 0 0,1 0 0,3 0 0,3 0 0,-1 0 0,3 0 0,-4 0 0,9 0 0,-3 0 0,-2 0 0,-1 0 0,1 0 0,0 0 0,-1 0 0,-4-5 0,-3 0 0,-1 1 0,-4 2 0,-2 2 0,-2 0 0,0 0 0,1 0 0,-5 0 0,3 0 0,3 0 0,4 0 0,-2 0 0,2 0 0,-2 0 0,0 0 0,0 0 0,1 0 0,-1 0 0,0 0 0,0 0 0,4 0 0,1 0 0,-3 0 0,5 0 0,2 0 0,2 0 0,-3 0 0,-1 0 0,2 0 0,2 0 0,-4 0 0,0 0 0,2 0 0,2 0 0,2-2 0,-2-1 0,-2-3 0,-2 3 0,0 1 0,6 2 0,0-2 0,-1-3 0,-4 3 0,-3-4 0,0 4 0,1 2 0,-4-5 0,5 0 0,2 1 0,-9 2 0,0 0 0,0-1 0,-2-3 0,2 1 0,0 5 0,4 0 0,1 0 0,4-6 0,7 1 0,3 1 0,-3 2 0,0-3 0,1-1 0,1 3 0,-2 1 0,-7 2 0,-4 0 0,1 0 0,-1 0 0,-5 0 0,2 0 0,-4 0 0,-1 0 0,-1 0 0,0 0 0,1 0 0,-1 0 0,0 0 0,1 0 0,-1 0 0,0 0 0,1 0 0,-1 0 0,0 0 0,1 0 0,-1 0 0,0 0 0,1 0 0,-1-2 0,0-1 0,1-3 0,-6 1 0,0 5 0,1 0 0,3 0 0,1 0 0,1 0 0,-1 0 0,0 0 0,-1-2 0,-3-2 0,-1-1 0,0-1 0,6 6 0,-1 0 0,0 0 0,1 0 0,-1 0 0,0 0 0,1 0 0,-1 0 0,0 0 0,1 0 0,-1 0 0,0 0 0,1 0 0,-6 0 0,0 0 0,3 0 0,6 0 0,-2 0 0,4 0 0,-4 0 0,-1 0 0,-1 0 0,0 0 0,1 0-651,-1 0 1,-9-1 650,-7-5 0,-14-3 0,-12-7 0</inkml:trace>
  <inkml:trace contextRef="#ctx0" brushRef="#br0" timeOffset="78">18159 8239 8849,'-9'7'5443,"2"-5"-4828,7 5 1,14-7-1,10 0 1,12 0 698,13 0 0,11-1 0,16-5 0,11-5-1077,-40 4 0,1 0 0,1-1 0,0-1 0,-2 1 0,0 0 0,44-8-298,-4-1 0,-9 1 1,2 1-384,-12 5 0,-12-3 0,-13 7 1,-6 3-1122,-8 1 0,-9 2 812,-15 0 0,-7 0 0,-16 0 0,-4 2 431,-5 3 1,-5-1 0,-7 7-1,-6 1-44,-8 3 1,1 1 0,-6 1 0,-1-1 122,1 0 1,-3-5 0,-8 0-1,-6 0 163,-5-2 0,6 4 0,-8-8 0,2-1 444,2-2 1,16-2 0,-3 0 0,12 0 111,11 0 1,17 0 0,-2 0 0,7 0 998,3 0-1176,8 7 1,4-5 0,10 3 0,6-1-41,4 1 0,5-3 0,5 4 0,12-5 83,8-1 1,9 0-1,15-1 1,8-5-57,8-5 1,-1-1 0,-35 5-1,1 1 1,0 0 0,0 1-118,0-1 1,0-1-1,-3 0 1,1 0-1,5-1 1,1-1 0,3 1-1,0 0-10,3 0 0,0 0 0,-6 0 0,-1 1 0,-1 1 0,0 1 0,-4 1 1,0 1-459,41-4 1,-15 5-1,-3-4 1,-14 5-75,-14 1 1,-23-2-1,2-2-1930,-6-1 1,-10-1 1933,-6 6 0,-9 2 0,-13 2 0,-7 3 132,-8 2 1,-6 2-1,-12 5 1,-6 1 51,-8-1 1,-2-1-1,-7-3 1,-6-1 86,-5 2 0,6 0 1,36-7-1,-1 0 1,-43 3 4,1-1 0,10-1 0,33-5 1,-1 0-1,1 1 0,0 1 345,0 1 0,1-1 0,-35-1 0,2 3 1,9-2 55,6 1 0,10 2 1,5 6-1,10-2 83,12 2 1,16 1 0,-3 2 0,5 1-47,5-1 0,8-5 0,5-2 1,3-2-48,7-3 0,10 3 0,3-1 0,14-1 39,12 2 1,5-5 0,17 2 0,7-8-76,-39 0 0,-1-3 0,44-7 0,-42 5 1,2 0-1,-1-1 0,1 0-45,2-1 1,0 0 0,1-3 0,2 1 0,8 1 0,1 2 0,2-1 0,1 0-154,0-1 1,0 0 0,-10 3 0,0 0 0,6-2 0,-1 1 0,-3 0 0,-2 1-167,-2 1 1,-1 0-1,-5 3 1,0 1 0,0 1-1,0 0 1,0 2 0,0 1-218,0 0 0,0 0 1,39-2-1,0-2 1,-13-1 5,-11 1 0,-21 2 0,-4 2 0,-7 0-2556,-10 0 2638,-10 0 1,-13 0 0,-11 2 249,-4 4 0,-3-3 0,-3 6 0,-9-1-233,-6-5 1,-13 4-1,-11-1 1,-7-2-12,-9-3 0,-8 1 0,36 0 0,-2 0 1,0 1-1,0-1 52,-2 0 0,1 0 1,2-1-1,0 0 1,-4-1-1,0 0 1,-2 0-1,-1 0 102,-1 0 1,0 0 0,0-1 0,0 0-1,-4-1 1,0 0 0,2 0 0,0-1 25,2 1 1,1 0 0,-33 0-1,11 4 1,18 2 1672,17 1 0,19 1-730,8-6 1,18 0-1,3 0-570,8 0 1,9-2-1,1-2 1,4-3-48,8-2 0,8-2 0,17-4 0,13 3-65,11 1 1,-38 6 0,2 1 0,3-2 0,2-1 0,1 2 0,1-1-12,0 0 0,0-1 1,-1 1-1,1 0 0,8-1 1,1 1-1,4 1 1,1 1-171,6 0 0,0 1 1,-5-3-1,0 1 0,4 2 1,-1 0-1,-3 1 1,-2 1-105,-4-1 0,-2 2 1,-4 0-1,-2 2 1,-4-1-1,0 1 1,-2 2-1,-1 0-174,0 0 0,-1 1 0,30-2 1,9 3-1,-7-4-218,-6-2 1,-6 0-1,-10 0 1,-2 0 116,-3 0 1,-10 0 0,-6 0 0,-7-2 42,-2-4 1,-8 5 551,1-5 1,-12 4 0,-9 2-72,-9 0 1,-12 0-1,-7 0 1,-4 0-287,-6 0 1,-6 0 0,-9 0 0,-5 0 49,-5 0 0,3 0 0,-13 0 0,-5 0-748,-4 0 1,0 0 0,-6 0-1,0 0 375,3 0 0,7-2 0,-4-1 0,8-3 478,1 3 1,19 1 0,3 2-1,13 0 1041,12 0-916,6 0 1,20 0 0,9 0 0,11-2 490,6-3 0,8 3 0,12-4 1,6 3-276,8-3 0,7 3 1,6-6-1,11-1-293,-37 6 0,0-1 0,44 2 0,-36-1 1,1 1-1,-2 0 0,1 0 0,2 0 1,0 1 0,-5-1 0,-1 0 0,2 3 0,0 0-1,-3 0 1,0 0 50,-3 0 0,0 0 1,42 2-1,0 2 0,-4 1-264,-5-1 1,-12-1-1,-1 1 1,-4 1-248,-6-1 1,-16-2 0,-6-2 0,-2 0 197,-4 0 1,-8 0-1,1 0 1,-4 0-64,-1 0 0,-6 0 2120,0 0-1470,-8 0 1,3 2 0,-12 1-341,-5 3 0,-5 1 0,-6-3 0,-7 1-36,-7-1 0,-2 5 1,-10 0-1,-6 2-1280,-8 0 1,-1-6-1,-10 6 1,2 2 750,2 1 1,11-3 0,-6 0 0,6 2 177,6 1 0,15-5 439,10-3 1,23-4-1,17-2 1,18 0 113,16 0 0,13-9 0,15-6 0,10-5 369,-38 10 0,0 0 0,37-14 0,5 1 0,-4-3-38,-1-3 1,-4 4-1,3 0 1,-6 1-155,-7 4 1,-11 7 0,2 4 0,-8 2 187,-11 3 1,-19 2-556,-6 2 0,-19 0 0,-5 2 0,-12 2-688,-8 1 1,-5 8 0,-8-2 0,-9 3-108,-10 3 1,-4-1 0,-1-1-1,1-1-141,-3 3 0,10-10 0,-6 9 0,10-3 567,10-4 0,11 0 505,4-3 0,16-5 1,5 5-57,14-4 1,12-2 0,5 0 0,4 0 527,6 0 1,8 0-1,3 0 1,6 0-71,8 0 0,-2 1 0,2 3 1,2 1-208,2-1 0,1-2 0,-3-2 0,-6 0-1034,-7 0 0,-22 0-4335,1 0 4980,-27 0 0,5 0 0</inkml:trace>
  <inkml:trace contextRef="#ctx0" brushRef="#br0" timeOffset="79">17636 3220 11277,'-9'0'815,"-6"0"0,12 0-1009,-8 0 0,5 0 1,-3 2-1,0 2 4,0 1 0,-2 6 219,-5-5 0,-1 5 0,1-4 0,-2 2 0,-2 4 0,-4 3 41,-1 6 1,3-4 22,-5 4 0,5-4 1,-3-2-1,1 2 1,4 2-1,0 2 295,-2-2-361,11-2 0,-10 4 0,10 0 0,-4 0 0,-1-1 0,1 3 0,1 2-3,-3 3 1,8 1 0,-11 3 0,0 2 154,2 3 0,0-2 1,2 6-1,-1 0 53,1-1 0,-2-2 0,-2 2 1,-2 3-33,2 3 0,2-5 0,0 11 0,-2 1-18,-2 2 0,0-1 0,6 3 0,0 2-24,-1 4 1,1-3 0,0 8 0,-1-5-5,1-4 0,0-6 1,-1 6-1,1 4 15,-1 5 1,7-6 0,-1 5 0,0 1 10,2 3 0,-4 1 0,6 12 0,-1-3 95,1 0 0,2-8 0,5 12 0,0 1-61,0 2 0,0-11 0,0 4 0,0 3-36,0 0 1,7-3 0,6 0 0,7-9-4,7-8 0,-2-18 1,3 10-1,1-7-18,2-4 1,-2-6-1,0 2 1,3-1 69,3 1 1,-10-4 0,8 4-1,-2 2-14,0 3 0,-2-2 0,0 10 0,2-4 34,-2-2 0,-6-6 0,1-3 1,-2-2-26,-2-1 1,-6-12-1,8 6 1,-4-6-67,-1-5 1,-1 0 0,0 0 0,2 2-54,4-2 1,-4-2 0,4-1 0,-4-1 18,-1 0 0,-1 1 0,0-3 0,1-1-30,-1-2 1,-5-2-1,-2 4 1,0-3-93,0 3 0,2-4 0,5 2 0,1 2 0,-1-4 0,0 0 0,1 0 0,-1 0 0,1-3 0,-1 5 0,0-1 0,1 0 0,-1 4 0,0-3 0,1 4 0,-7 1 0,1 0 0,-5-7 0,5-3-501,-8-4 1,6-2-1714,-3 0 1,-2-2-3503,6-4 3885,-6 4 1,3-7-1,-7 4 1831,0-6 0,8-3 0,1-3 0</inkml:trace>
  <inkml:trace contextRef="#ctx0" brushRef="#br0" timeOffset="80">17734 7765 7819,'-16'7'1733,"-1"2"1046,1 0 0,5 4-9,0-7-1572,7-1 182,-3-5 0,9 0-315,3 0 1,3 2 0,4 1 0,-1 5-424,2 1 1,0 2-1,-1 5 1,-1 0-643,2 1 0,2-1 0,1 0 0,-2 1 0,-3-1 0,4 2 0,-6 2 0,2 2 0,0-2 0,-2-2 0,4-1 0,-4-1 0,-2 0 0,0 1 0,-3-1-101,1 0 0,1 1 202,-6-1 0,0-5-101,0 0 0,0-6 0,0 6 0,-2-5 0,-4 4 0,5-6 0,-14 5 0,4-3 0,2-5 0,-2 5 0,-1-4 0,-3-2 0,-3 2 0,-2 1 0,-2 3 0,-2 1 0,4-3 0,-3 3 0,-3 2 0,-1-4 0,-4 4 0,4 0 0,5 1 0,4-5 0,2 4-2921,-1-2-1741,1 6 0,7-13 4662,4 0 0,10-7 0,4-10 0</inkml:trace>
  <inkml:trace contextRef="#ctx0" brushRef="#br0" timeOffset="81">18862 7667 7630,'7'-9'295,"-5"0"37,3 3 521,4 4 0,-5-12 928,7 3-734,-8 4 1,7-6 385,-5 8-1099,-3-1 0,5 8 0,-7 3 0,0 6-271,0 4 1,0 1 0,0 1-1,0 1-206,0 3 0,-5-2 1,-1 2-1,3-2-402,1-3 0,2 0 1,0 1-2093,0-1 0,-2-5 767,-4 0 1870,5-8 0,-14 12 0,6-6 0</inkml:trace>
  <inkml:trace contextRef="#ctx0" brushRef="#br0" timeOffset="82">18764 7716 7492,'-9'0'7254,"1"0"-6483,8 7 0,0-3 598,0 7 0,0 0-833,0 5 0,0 0 1,2-1-1,2-2 1,1-3-55,-1 3 1,3 2 0,-1 1-192,-3 0 1,4 1-524,-1-1 1,5-5-1,-6 0-40,-1 2 1,5-4-1,2 0 414,3-2 0,-3-2 1,-2-3 38,-1 4 0,4-4 624,-1 3 1,-2-3-1,2-2-505,2 0 0,-4-6 1,0-1-1,0 0-519,0 0 1,-3-4 0,3 3-338,-2-1 0,0 4-1029,-1-6 1,-3 2-2022,8-2 0,-7 2 3606,1 3 0,-3-3 0,-2-7 0</inkml:trace>
  <inkml:trace contextRef="#ctx0" brushRef="#br0" timeOffset="83">18960 7275 24043,'0'16'111,"0"0"1,0 2 0,0 2 0,0 4-52,0 1 0,0 3 0,-2 4 0,-2 3 47,-1 3 1,-1-2-289,6 8 0,-5-6 1,0 4-1,-1-2 1,1-4-1,-1-1-807,3-3 0,-1-6-372,-2-4 1,5-10-1634,-5-1 233,4-7 0,2-4 2760,0-11 0,0-4 0,0-1 0</inkml:trace>
  <inkml:trace contextRef="#ctx0" brushRef="#br0" timeOffset="84">19156 6915 10433,'-7'-9'3460,"5"2"-2495,-5 7 1,7-2-36,0-4-700,0 4 1,1-7-1,5 4 1,5-4 676,3 0-761,3 1 0,-6 8 0,-1 0 0,3 0 0,2 0 0,1 0 0,0 0 146,1 0 0,-1 0 1,0 0-1,1 0-140,-1 0 1,0 8-1,1 1 1,-1 2-27,0 0 0,-5 0 1,-2 5-1,-1 0-22,-5 1 1,-1 4 0,-2 1-1,0-2-75,0-2 1,0 4 0,-2 0-1,-3 0 10,-6 1 0,2-8 0,-2 5 1,-2 0-523,-1-2 1,-4-5-1,-2-4 1,-2 0 209,2 0 0,2 0 0,1 2 0,1-6 142,0-3 0,5 0 0,0 2 0,-2 1 48,-1-1 1,3-2 0,2-4-167,1-4 1,1 4-1,3-5-104,-1 0 0,0 3 91,5-7 268,0 8 1,0-6 0,1 5 34,5-1 1,-3-1 0,8 4 248,2-3 1,-4 3-1,2-3 1,2 1-47,1-1 1,3 3 0,-1-4 0,0 4-101,1 2 1,-1-5-1,2 0 1,2 1 54,2 2 0,2 2 1,-4 0-1,1 0-153,-1 0 1,4 0 0,-2 0 0,-2 2-95,-2 3 1,0-3 0,0 5-1,0-1 350,-3-1 0,-2 6 0,3-3 209,0 1 1,-5 0-1,-2 3 196,-1-1 0,-3 0-6408,-5 6 1046,0-8 4655,-7-2 0,-2-7 0,-8 0 0</inkml:trace>
  <inkml:trace contextRef="#ctx0" brushRef="#br0" timeOffset="85">2402 7896 7155,'-11'0'380,"1"0"1,6 2 0,-3 1 936,-1 3 2744,7-1 190,-7-5-1084,8 0-2286,0 0 1,8 0-11,3 0 1,-2 0 0,1 0-178,3 0 0,2 0 0,1 0 0,0 0-588,1 0 0,-1 0 0,2 0 0,2 0-106,2 0 0,5 0 0,-3 0 0,0 0 0,-1 0 0,4 0 0,-5 0 0,0 0-363,2 0 0,-10 2 0,6 2-163,0 1 1,0 2-774,-4-1-1511,-7-5 743,-1 7 1,-14-10 0,-1-2 2066,-2-1 0,-2-8 0,-5 4 0</inkml:trace>
  <inkml:trace contextRef="#ctx0" brushRef="#br0" timeOffset="86">2778 7683 7882,'-16'17'0,"1"-1"0,3-2 1688,1-3 0,5 4 5824,-5-4-7072,8 3 1,-4-3 0,8-2-380,5-1 1,3-3 0,7-5 0,1 0 67,-1 0 1,0 0 0,1 2-1,-1 1-193,0 3 1,1-1 0,-1-5 0,-1 2 53,-5 4 0,5-5 0,-4 7 0,3-3 14,3 1 1,-6 1 0,0-2 110,1 6 1,-4-2 0,-1 0-1,-2 0 512,1 1 1,-1-5-1,-5 6 163,0 2 1,-5 1-1,-3 2 1,-1 3-392,-3 2 1,-3-6 0,-1 5 0,-1 0-517,1-2 0,0 2 0,-1 0 58,1 2 0,2 0 0,1-8 59,2-3 0,7-4 0,-3-7 0</inkml:trace>
  <inkml:trace contextRef="#ctx0" brushRef="#br0" timeOffset="87">17897 4087 7970,'0'-11'1196,"0"0"-1,0-2 0,0 4 336,0-2 1126,0 8 1409,0-5-3546,0 8 0,0 8 0,0 3 1,0 5-310,0 6 0,0-2 1,0 7-1,0 2 23,0 2 0,0 3 0,0 3 1,0 5-70,0 5 1,6-5 0,-1 10 0,-1 1-197,-2-2 1,3-4 0,1-3 0,-3-1 53,-1-3 0,-2-14 0,0 1 0,2-7-1835,3-4-91,-3-7-694,5-2 0,-7-14 1264,0-4 0,0 2 0,2-2 305,4-1 1,-5-8 1027,5-2 0,-4-7 0,-2 3 0</inkml:trace>
  <inkml:trace contextRef="#ctx0" brushRef="#br0" timeOffset="88">17914 4054 8325,'-17'0'2437,"6"0"188,1 0-1470,-1 0 0,-4-2-685,4-3 1,4 1 0,9-5 304,3 2 0,4-4 1,6 4-148,-4-2 1,3 5 0,-5-3 1006,0-1 0,6 7 405,-4-5 0,-2 4-2040,2 2 0,0 0 0,5 0 0,0 0 0,-5 0 0,0 0 0,2-1 0,1-5 0,5 4 0,1-3 0,3 3 0,3 2 0,-5 0 0,5 0 0,-1 0 0,1 0 0,1 0 0,6 0 0,-1 0 0,1 0 0,-4 0 0,0 0 0,4 0 0,1 0 0,-6 0 0,6 0 0,1 0 0,-1 0 0,-3 0 0,9-2 0,-2-1 0,0-3 0,2-1 0,-4 3 0,4-3 0,2-2 0,-4 3 0,4-3 0,0 0 0,0 0 0,-4 6 0,4-3 0,1 2 0,4-1 0,-7 3 0,8-3 0,-5 1 0,-1-1 0,-4 3 0,4-5 0,0 1 0,-1 1 0,-3-3 0,4 3 0,0-6 0,0-3 0,-4 3 0,4 2 0,-1 0 0,1-1 0,-4 7 0,4-4 0,0 1 0,0 1 0,-4-3 0,5 5 0,1-3 0,-2 3 0,7-5 0,-4 1 0,4 0 0,-2 0 0,-3-4 0,1 3 0,-1 1 0,1 0 0,-8-4 0,-1 4 0,0-1 0,-1 1 0,1 0 0,-1 3 0,1-3 0,0-2 0,-3 5 0,9-1 0,0 1 0,-1-1 0,-8 3 0,3-3 0,3 3 0,0 2 0,-2 0 0,1 0 0,-4 0 0,-1 0 0,0 0 0,0 0 0,-1 0 0,1 0 0,-6 0 0,0 0 0,1 0 0,-3 0 0,0 0 0,-5 0 0,2 0 0,-2 0 0,-2 5 0,-1 1 0,-1-3 0,0-1 0,3 0 0,2 1 0,5 3 0,-1-2 0,8-3 0,-2-1 0,5 0 0,0 0 0,1-5 0,-1-1 0,4 3 0,2 1 0,-11 2 0,1 0 0,-1 0 0,0 0 0,-5 0 0,-5 0 0,-2 0 0,-3 0 0,-5 0 0,0 0 0,1 0 0,3 0 0,1 0 0,1 0 0,-1 0 0,0 0 0,1 0 0,-1 0 0,0 0 0,1 0 0,-1 0 0,0 0 0,1 0 0,-1 0 0,0 0 0,-5 0 0,0 0 0,-5 0 0,5 0 0,-1 0 0,7 0 0,-1 0 0,0 0 0,1 0 0,-1 0 0,0 0 0,1 0 0,-1 0 0,-5 0 0,0 0 0,-6 0 0,6 0 0,-7 0 0,3 0 0,-9 0 0,-3 0 0,3 0 0,-5 0 0,7 2 0,0 3 0,-6-1 0,1 7 0,1 2 0,3 3 0,-1 4 0,-2 2 0,-1-2 0,-1 7 0,6 4 0,0 5 0,0 0 0,-5 6 0,-1 0 0,3 2 0,1-1 0,0 1 0,-2 1 0,-1-3 0,1-4 0,2-7 0,2 7 0,0-5 0,0-6 0,0-2 0,0-3 0,0 6 0,0-10 0,0-2 0,0-1 0,0-1 0,0 2 0,0 1 0,0-6 0,0 0 0,0 1 0,0 3 0,0-4 0,0 0 0,0 1 0,0 3 0,0-4 0,0 0 0,0 1 0,0-3 0,0 2 0,0 2 0,0-6 0,0 8 0,0-11 0,0 6 0,-1-6 0,-5 1 0,3-3 0,-8-2 0,5 2 0,-5 2 0,-1 1 0,-3 1 0,-1-6 0,-1 0 0,-1 0 0,-2 0 0,-3 0 0,-3 0 0,4 0 0,-5 0 0,-2 0 0,-2 0 0,-3 0 0,-3 0 0,-4 0 0,-7 0 0,1 0 0,-11 0 0,0 0 0,0 0 0,3 0 0,-3 1 0,0 3 0,0 2 0,5-1 0,-1-5 0,3 2 0,2 3 0,-2-3 0,0 4 0,0-5 0,4-1 0,7 6 0,-3-1 0,-3 1 0,-1 1 0,3-5 0,5 3 0,0-3 0,3-2 0,0 6 0,-10-1 0,5-1 0,1-3 0,0 5 0,3-1 0,-1-1 0,2-2 0,0 3 0,1 1 0,1-3 0,3-1 0,2 0 0,-4 2 0,-2 1 0,-3-1 0,7-1 0,-5 1 0,-2 1 0,-2-1 0,0 0 0,-5-1 0,-3 5 0,3 1 0,0-6 0,-4 3 0,0-3 0,0 3 0,5-4 0,0 3 0,1-1 0,1 1 0,2-3 0,7 3 0,1-3 0,-1-2 0,0 0 0,1 0 0,-1 0 0,0 0 0,1 0 0,-1 2 0,2 2 0,4 1 0,-4 2 0,4-3 0,-4 1 0,-2-1 0,0 0 0,2-1 0,1 3 0,-3-3 0,7 1 0,-10 0 0,2 1 0,5-1 0,-4-2 0,7-1 0,-1 3 0,0 1 0,5 1 0,-3-6 0,-1 2 0,1 3 0,3-3 0,-3 3 0,-1-1 0,1 2 0,3-5 0,-3 5 0,-1-3 0,1 3 0,5-4 0,-4 3 0,2-1 0,1 1 0,-3-3 0,4 3 0,-2-3 0,2-2 0,0 6 0,-2-1 0,-5-1 0,4-2 0,1-2 0,4 0 0,1 0 0,1 0 0,0 0 0,-1 0 0,6 0 0,1 0 0,-3 0 0,-2 0 0,4 0 0,0 0 0,-1 0 0,3 0 0,-2 0 0,-2 0-21,-1 0 0,3-6 0,0 1-298,-2 1 0,-1 2 44,-3 2 1,1 0 257,-1 0 1,7 0 141,-1 0 0,5 0-17,-5 0 1,6 0-197,-6 0 36,0 0-637,-5 0 524,7 0 0,0 0 165,3 0 117,4 0-40,-5 0-1054,7 0-485,0 0 1038,7 0 1,-5-2 182,4-3 0,-3-4-245,3-7 1,-5-1-750,5 1 0,-4 0 260,-2-1 0,0 6-3377,0 0 4352,7 1 0,-5-7 0,5 1 0</inkml:trace>
  <inkml:trace contextRef="#ctx0" brushRef="#br0" timeOffset="89">18192 3972 15217,'-9'0'791,"1"0"-2148,8 0 1016,0 0 1,-5-7 417,-1-4 1,1 2-1,3 0-146,-3 2 1,3-6-1,-4 2 1,5-3-231,1-3 1,0 5-1,0-3 137,0-3 0,0-2 1,0 4-32,0-1 1,1 1-1,3 0-1,1-1 1,6 1-136,-5-1 0,5 7 0,-4 0-156,2 3 1,-4 2-739,6 5 1,-7 2 584,1 3 1,-3-1 637,-2 7 0,0-1 0,0 7 0</inkml:trace>
  <inkml:trace contextRef="#ctx0" brushRef="#br0" timeOffset="90">18061 3891 8048,'-9'0'1536,"1"-8"0,10 1 0,2-6 0,3 4-1133,2 2 1,0 0-1,4 3-291,-2-1 1,0-6 0,5 5 0,-1 1-1177,-4-2 1,3 5-1174,-3-4 0,4 5 2237,1 1 0,-7 0 0,-2 0 0</inkml:trace>
  <inkml:trace contextRef="#ctx0" brushRef="#br0" timeOffset="91">18290 3825 8413,'-11'6'1275,"2"1"-423,1 2 1,1-5 2555,2 1-3248,3 4 1,0-5-1,8 7 21,-3 1 0,4 3 0,1 1 10,1 1 0,-4-1 0,4 0-323,-1 1 1,4-6 197,-1 0 1,4-8 0,1 3 27,0-5 0,-5-1 0,0 0 0,2-1-85,1-5 1,-3-3-1,0-7 1,2-1-472,1 1 1,-3 5 0,-2 0 0,1-1-419,-1-3 0,-4 4 0,4 0-1022,-2-2 0,-1 4 230,-6-1 1672,0 6 0,0-11 0,0 6 0</inkml:trace>
  <inkml:trace contextRef="#ctx0" brushRef="#br0" timeOffset="92">18568 3825 10649,'0'11'2684,"0"0"1,0 0-2335,0 5 0,0 1-406,0-1 0,0-5-292,0 0 1,0-6-1019,0 6 1147,0-7 1,5 1 163,0-10 1,3-4 0,-5-8 156,3 1 1,1 0 0,-2 1 0,5 2 367,-1 3 0,3-1 1,-4-4 497,1 4 0,2-2-403,5 8 1,-2 1-1,-1 10-490,-2 5 0,-7 3 0,1 3 1,-1-3-810,1-3 0,-3 4 0,3-5-1293,-3 5-1144,-2-6 0,2-2 3171,4-7 0,3-7 0,7-2 0</inkml:trace>
  <inkml:trace contextRef="#ctx0" brushRef="#br0" timeOffset="93">18878 3793 10757,'0'-10'1808,"2"3"0,2 5 236,1-3-490,0 3 1481,-5-5-2016,0 7 753,0 0-1575,0 7 1,0-3-1,-1 7-35,-5 1 0,4 3 0,-3 1-76,3 1 1,2-1-1,0 0-42,0 1 1,0-1 0,2-1 93,3-5 1,-1 0 0,7-7-31,2 3 1,-4 1 0,2-4-418,1 3 1,3-1 0,1-5-1027,0 0 0,-5-1 0,0-3-506,2-2 0,-4-4-1861,2 4 3702,-7-7 0,3 4 0,-7-7 0</inkml:trace>
  <inkml:trace contextRef="#ctx0" brushRef="#br0" timeOffset="94">5769 7830 7935,'0'-11'409,"0"1"1,-1 0 0,-3-2-243,-1 1 0,-3 7 0,3-1 191,-6 3-276,-4 2 0,-3 0 1,-2 0-1,-2 0 0,1 0 1,-1 0-126,0 0 0,-7 0-37,2 0 1,-4 2 0,0 1-1,2 3 1,2-1 0,-2 1-29,-2-1 1,-2 6 0,2-4 0,2 2 54,2 4 0,5-4 0,-3 2 0,1 0 37,4-2 1,2 6 0,2-4 8,-1 3 0,8 2 1,4 1-1,3-1 64,2 0 1,0 1 0,0 1 0,2 4-41,3 5 0,4-2 0,8 3 1,1 1 1,4 2 1,-2 1 0,5-1 0,0-2 31,1-1 0,1-1 1,6 4-1,-1-2-6,1-2 1,2-5 0,1 3 0,6 1-12,5-1 0,-5-5 0,9 2 0,-1-6 78,1-5 1,0-4 0,11-7 0,3 0 70,2 0 0,-7-2 0,8-5 0,-1-7-121,0-6 1,-9-4-1,4 4 1,-8-3 20,-6-3 1,-8 4 0,-1-3 0,0-1-78,-3 1 1,-12 9 0,3-4 0,-5 0-126,-1 2 0,-2-1 0,2 3 0,-4 0 10,-6-1 1,3 1 0,-5 0-1,0-1-4,-3 1 1,-3-2-1,1-4-79,1-5 0,1 3 1,-6 2-1,0 4 83,0 2 1,0 5-1,-2 0 108,-3-2 0,1 4 0,-7 0 0,0 0 118,2 0 1,-7 4 0,1-5-1,-7 1-90,-3 0 1,3 4-1,-5-4 1,-2 0-84,-2 0 0,-9-2 0,-2-6 0,-3 1 39,-4 0 1,2-6 0,-13-2-1,-4 1-23,-5-1 0,-2-3 0,-7 5 0,-2 4-68,2 5 1,11 6 0,2 7 0,5 3-630,9 8 737,11 0 0,-7 27 0,5-3 0</inkml:trace>
  <inkml:trace contextRef="#ctx0" brushRef="#br0" timeOffset="95">5671 1520 8571,'-7'9'1308,"3"-1"1,-5-7-1286,2 5 0,2 3 0,5 7 0,0 1 22,0-1-79,0 8 0,2 7 0,1 10 0,3 5 0,-1 3 1,0-2-1,1-2-206,-2 1 1,-1-10-1,1-1 1,1-4 239,-1-8 0,5-3 0,0-4 0</inkml:trace>
  <inkml:trace contextRef="#ctx0" brushRef="#br0" timeOffset="96">5475 1880 8253,'-9'2'2943,"4"3"-2534,3 6 0,2 4 0,0 1 0,2 0-225,3 1 1,4 6-1,8 3 1,-1 3-89,0 3 0,1-8 0,-1 9 0,0-2 4,1 0 1,-1-4 0,-1-2 0,-3-1-135,-1-4 0,-5-7-422,4-3 669,-6-6-35,3 3 1,-1-14 0,1-4 82,2-3 1,-3 3 0,5 0 0,1-4-44,3-5 1,1 0 0,0-5 0,3-1-332,2 1 1,-2 3 0,2-1 0,-1 1-557,2 2 1,-2 11 0,6-6 0,-1 4 668,0 2 0,-5 6 0,4-5 0</inkml:trace>
  <inkml:trace contextRef="#ctx0" brushRef="#br0" timeOffset="97">17946 4397 7860,'-7'9'887,"5"1"884,-3-5 613,3-3 110,2 5-1722,0-7 0,2 0 0,3 0 188,6 0 0,4-5 0,1-1-416,0 3 0,-5 1 0,0 0 28,2-4 0,1 5 1,3-5-306,-1 4 1,1 2 0,-1-1 0,0-3 111,1-1 0,-1-1 0,0 6 0,1 0-34,-1 0 1,2 0 0,2-2 0,2-1-156,-2-3 0,-2 1 0,-2 5 0,3 0-190,2 0 0,-3 0 0,4 0 0,-4 0 0,-1 0 0,-1 0 0,0 0 0,1 0 0,-1 0 0,-5 0 0,0 0 0,2 0 0,1 0 0,4 0 0,2 0 0,2 0 0,-2 0 0,4 0 0,-1-2 0,3-2 0,3-1 0,-2-2 0,2 3 0,2-2 0,-2 3 0,0-4 0,2-1 0,-2 1 0,-2 0 0,0-4 0,4 4 0,-2-1 0,-1 1 0,-8 2 0,1 5 0,-1-2 0,2-4 0,-2 5 0,6-5 0,-1 4 0,0 2 0,-3 0 0,5 0 0,3 0 0,0 0 0,3 0 0,-2 0 0,0 0 0,2 0 0,-4 0 0,9 0 0,-2 0 0,2 0 0,-9-5 0,4-1 0,-2 3 0,0 1 0,1 2 0,-1 0 0,-2-2 0,-1-3 0,-7 3 0,5-4 0,-1 5 0,1 1 0,-6 0 0,3 0 0,1 0 0,3 0 0,-2 0 0,3 0 0,1 0 0,2 0 0,1 0 0,1 0 0,2 0 0,3 0 0,-7 0 0,5 0 0,2 0 0,2 0 0,-2-2 0,2-2 0,-2-1 0,-1 1 0,-5 2 0,10 0 0,0-1 0,0-3 0,-10 1 0,5 5 0,-1 0 0,-2 0 0,3 0 0,-3 0 0,3 0 0,-1 0 0,-5 0 0,7 0 0,-4 0 0,-1 0 0,2 0 0,1 0 0,2 0 0,-2 0 0,1 0 0,-3-2 0,2-2 0,1-1 0,-6 0 0,5 3 0,-3-2 0,-1-1 0,-8-1 0,7 6 0,-4-2 0,-1-3 0,-3 3 0,6-3 0,2 3 0,-2 2 0,0-6 0,4 1 0,1 1 0,5 3 0,-3-5 0,6 1 0,-2 1 0,-4 2 0,-2-3 0,-1-1 0,0 3 0,-1 1 0,-4 2 0,-3 0 0,1 0 0,-1 0 0,-9 0 0,4 0 0,0 0 0,-2 0 0,6-6 0,-2 1 0,0 1 0,1 2 0,-5 2 0,4-1 0,-4-3 0,-1-1 0,-6-1 0,0 6 0,1 0 0,-5 0 0,1 0 0,-10 0 0,-4 0 0,5 0 0,-7 0 0,8 0 0,2 0 0,4 0 0,-5 0 0,7 0-6475,-8 0 4017,0 0 0,7 0 1,2 0-1</inkml:trace>
  <inkml:trace contextRef="#ctx0" brushRef="#br0" timeOffset="98">17750 4463 12433,'8'-9'5061,"-7"1"-1610,7 8-1831,-8 0-1317,0 0 1,-8 0 0,-3 2 0,-5 2-1,-6 3 154,-5 2 1,2 0 0,-3 4 0,-1-4-308,-2-2 1,-1 6-1,-1-4-76,0 0 1,1 0 0,-1-5 0,2 1 0,2-1 37,2-2 1,7 0 0,-4 1 0,2 3-179,1-3 0,-3-1 0,2-2 0,-3 0-19,-1 0 1,1 2-1,5 2 1,-4 1-25,-1-1 1,0 3 0,-4-2-1,3 1 11,2 1 0,1-3 0,3 5 0,-2 0 235,2 0 1,2-5-1,3 3-1055,5 0-1212,2-5 728,8 5 0,2-7-2130,4 0 304,-5 0 0,8 0 3228,-3 0 0,3-7 0,7-2 0</inkml:trace>
  <inkml:trace contextRef="#ctx0" brushRef="#br0" timeOffset="99">17260 4299 19874,'7'9'1498,"4"-1"-368,4-1-1032,1-5 0,0 7 0,1-6 1,-1 3-1,2-1 0,2 1 1,2-1 625,-2-1-759,-2-2 0,4-2 1,0 2-1,-2 1 0,-2 3-603,-2-3 1,0 1 474,1 1 1,-6-3 0,-2 5 459,-2 1 1,-1 1-1,-6 7 245,0 0 1,0 1 0,0-1 0,0 0 211,0 1 1,0 5 0,-2 1 0,-4 1-603,-5-1 1,-1 1 0,-1-4 0,2 2-153,-2-2 0,4 0 0,-2 0-484,-1 2 0,4-6-2587,3-5 3071,-4-8 0,0-3 0,-8-9 0</inkml:trace>
  <inkml:trace contextRef="#ctx0" brushRef="#br0" timeOffset="100">15527 4643 7896,'6'-11'0,"1"2"0,0 0-122,1-1 1,3 5 0,-4-4-56,2 2 1,-4-4-1,4 4 1,0-1-1,-1-1 1,1 2 2741,0 0-953,-5 1 2808,3 6-2915,-7 0 0,-2 2-1190,-3 3 1,1 5 0,-5 6 0,0 0 169,0 1 1,3-3 0,-3-1 0,0 0-198,0 5 0,4-2 0,-5 6 0,3-4-199,4-2 0,1 3 0,2 1 0,0 3-275,0 3 0,0-6 0,0 1 1,0-3-724,0-1 1,7-6-1,4-2 1,3-2 11,3-3 0,1-2 0,4-4 0,5-4 897,4-5 0,1-10 0,1-5 0</inkml:trace>
  <inkml:trace contextRef="#ctx0" brushRef="#br0" timeOffset="101">16018 4594 7887,'-18'16'1020,"-4"0"1,4 1-1,-4-1 1,2 0 788,-2 1 1,9-1 0,-3 0-1020,1 1 1,8-6 0,2 0-940,3 1 1,4-5 0,1 1 0,5-3-475,1 1 1,2 5 0,5-6-1,0 0-118,1 3 1,-1-6-1,0 3 353,1-3 1,-1-4-1,0-3 297,1-6 1,-8-4 0,-2-1 0,-1-1 234,-1 1 0,2 0 0,-3-1 0,1 1-117,-1 0 1,-2-1 0,-2 1-1,0 0 291,0-1 1,2 3-1,1 1 589,3 2 609,-1 7 1,-5 4-1,0 11 1,2 4-538,3 1 1,-1 6 0,5 2-1,-2-1-985,-3 1 1,3 3 0,-1-5 0,-1-2-1632,2-2 1,-3-7 384,7 0 0,0-7 1252,5 1 0,1-10 0,-1-5 0</inkml:trace>
  <inkml:trace contextRef="#ctx0" brushRef="#br0" timeOffset="102">16181 4316 10578,'-9'7'2918,"-5"-5"0,12 12 0,-2-5-2593,8 0 1,3 8 0,6-3-1,-2 8-78,1 4 1,3 1 0,-1 5 0,-1 1-146,-2 0 1,0 0 0,3-3 0,-1 0-498,-2-3 1,-6-7 0,5 2-1337,-3-4 1,0-4 351,-1-3 0,-5-5 735,5-12 0,-4 3 1,-2-8-1,0-2 204,0-2 1,0-1 439,0 0 0,0-8 0,0-1 0</inkml:trace>
  <inkml:trace contextRef="#ctx0" brushRef="#br0" timeOffset="103">16345 4283 8612,'0'11'3276,"0"0"1,0 0 0,0 5-1818,0 0 1,1 1 0,3 1-1,3 4-1166,2 5 0,2 9 0,6 4 1,-1 0-612,0 0 0,-5-2 0,0-5 0,0 0-1538,-2-1 0,4-6 1,-8-4 1855,-1-4 0,5-9 0,0-2 0</inkml:trace>
  <inkml:trace contextRef="#ctx0" brushRef="#br0" timeOffset="104">22801 4087 10958,'9'0'1874,"0"0"0,-5-2-1281,1-3 0,8 3 0,-2-4 66,3 4-546,3-5 0,4 4 0,3-7 0,0 1 0,1 2 0,-1-2 0,1 2 277,0 0-427,3-6 1,3 9 0,-2-5 0,-4 0-1,0 2 1,-1-2 0,2 1-445,-1 1 0,-5-6 0,2 4 0,-2-2 29,1 1 0,-8-1 1,4-4-1,-5 2-658,-3 3 0,4-1-181,-7-6 1,-1 1 1290,-5 0 0,-7-1 0,-2 1 0</inkml:trace>
  <inkml:trace contextRef="#ctx0" brushRef="#br0" timeOffset="105">23340 3711 10961,'-9'0'3046,"2"0"0,9-6-2237,3 1 1,-1-1-838,7 6 1,0 0 0,3-1-218,-3-5 0,4 4 0,-5-3-591,5 3 0,-4-3 1,0-1 442,1 3 1,3-5 0,1 3 1023,1 1 0,-6 2-271,-1 2 1,-6 2-1,2 4 1,-5 5 19,-1 3 1,0 4-1,0 2 1,0 4-209,0 1 0,0-5 0,0 2 0,0-2-224,0 2 1,0-4 0,0 4-334,0-4 1,-5-2-2657,-1 1-2338,1-8 2651,5-2 2728,0-14 0,0-2 0,0-8 0</inkml:trace>
  <inkml:trace contextRef="#ctx0" brushRef="#br0" timeOffset="106">23618 3564 8495,'0'-17'3621,"-5"1"-2283,-1 0 0,1 5-561,5 0 1,0 5-254,0-4 0,0-1-401,0-6 0,0 6 0,2 2 0,1 0 11,3 0 1,1 5 0,-3-3-185,1 0 0,6 3 1,-4-5 0,2 2 0,0 0 0,4 3 1,-2-1-12,2 1 1,-4 2 0,2 2 169,1 0 1,3-5-55,1-1 0,1 1 296,-1 5 0,-5 0-123,0 0 1,-6 0-1,4 2-211,-2 3 1,-1-1-1,-4 7-78,3 1 0,-3-3 0,3 2 45,-3 2 0,-2 2 0,0 1 49,0 0 1,0 1 0,0-1 95,0 0 1,0 1 0,0-1 0,0 0-40,0 1 1,0-1 0,0 0-1,0 1 84,0-1 0,-5 0 1,-2 1-1,-1-1 7,1 0 1,0 1 0,3-1-343,-1 1 1,-6-1 0,4-2-45,-3-3 0,7-2 0,-4-5 201,-1 1 1,5 1 0,-8-6 87,-2 0 1,4 0-117,-2 0 0,6 0-565,-6 0 1,7-2 126,-1-3 1,3 1 8,2-7 0,0 6-69,0-6 0,0 5 794,0-5 0,0 6 0,0-6 1,0 6 381,0-6-848,0 7 120,0-10 0,5 10 0,3-5 451,1 2 0,2 1 396,5 6 0,0 0 1,1 0-161,-1 0 0,-5 2 1,0 3-401,1 6 1,3 4 0,1 1-133,1 1 0,-1-1 0,-2 0-415,-3 1 1,2-7 0,-6 0 0,1-1-1237,-1 0 0,0-4-564,-1 6 1,-3-5-1749,8 4 3889,-7 1 0,10-2 0,-5-1 0</inkml:trace>
  <inkml:trace contextRef="#ctx0" brushRef="#br0" timeOffset="107">2059 3940 16537,'11'0'410,"0"2"0,2 1 0,1 3-224,3-3-221,-1-1 0,7-2 0,5 0 0,3-2 0,3-1 0,2-5 0,4-1-2187,2-3 2012,-6-3 1,8 4-1,-8 2 1,-1 0-1,-1 2 1,-5-1 0,-5 5-939,-6 1 1,-7 2 749,0 0 0,-7 2 39,1 3 1,-10-3-393,-6 3 0,2-1-913,-2 2 1664,0-5 0,-5 7 0,-1-8 0</inkml:trace>
  <inkml:trace contextRef="#ctx0" brushRef="#br0" timeOffset="108">2402 3204 7945,'-16'0'0,"0"2"0,-1 3 0,6-3 2694,1 4-2204,6-5 0,4-1 0,11 0 1,3-1-1,3-3-83,-1-1 0,2-1 0,2 6 0,4 0-234,1 0 0,-3-5 1,5-1-1,0 3-352,-1 1 1,-1 2-1,-5 0 1,2 0 34,-2 0 1,-2 0 0,-1 0-1119,-1 0 1,0 0-233,1 0 1,-8-2 381,-4-4 0,-5 3 1112,-5-8 0,-4 0 0,-8-5 0</inkml:trace>
  <inkml:trace contextRef="#ctx0" brushRef="#br0" timeOffset="109">2500 3106 7691,'0'-16'203,"0"-1"0,0 1 65,0 0 0,8 7 1,3 3 7,3 4 1,8 2-1,0 0 1,0 0-4,1 0 1,-3 0 0,6 0-1,-1 0-132,0 0 0,-8 6 0,3-1 0,0 1 96,-2 1 0,-5-4 1,-3 7 272,3-3 0,-6 6-233,-1-3 1,-4 0 0,-4 0-46,-4 3 0,3-4 0,-8 2 0,0 2-168,2 1 1,-6-3-1,6 0 1,-2 2-256,1 1 0,4-3 0,-3 0-1152,2 2 0,-4-4 779,5 2 1,1-6 563,5 6 0,0 0 0,0 5 0</inkml:trace>
  <inkml:trace contextRef="#ctx0" brushRef="#br0" timeOffset="110">2599 3727 7830,'-17'2'0,"1"2"1731,-1 1 0,7 6 0,-1-6 3714,-2-1-4349,6-2 0,1-2-454,12 0 1,3 0-1,7 0-150,0 0 1,1 0 0,-1 0 0,2 0-209,4 0 1,-4 0-1,4 0 1,-4 0-265,-1 0 1,4 0-1,1 2 1,-2 1-84,-2 3 1,-1 5-1,-1-6 1,0 1-123,1 1 1,-6-4-1,-1 7 1,1-1 145,-2 0 0,4-4 0,-6 4 420,3-1 0,-7-1 0,3-2 157,-5 6 0,-1-2 0,-1 0 0,-3 0-363,-1 0 1,-8 2 0,4 6 0,-2-1-176,0 0 0,0-5 0,-5 0 0,-1 2 0,1 1 0,0 3 0,-1-1-1106,1 0 1,5-5-6954,0 0 8059,8-7 0,-5 3 0,8-7 0</inkml:trace>
  <inkml:trace contextRef="#ctx0" brushRef="#br0" timeOffset="111">18077 5280 16122,'-2'-9'5902,"-3"4"-3864,3 3-975,-5 2-953,0 7 1,5 2-1,-4 9 1,4 2-1,2 4 1,0 0-1,0 1 393,0 0-418,0 3 0,0 4 1,0 1-1,0 0 0,2-1 1,2-1-1,1-2 239,-1-1 1,-2-7-1,0 5 1,1-1-200,3 1 0,-1-5 0,-5 7-125,0 1 0,0-11 0,0-2 0,0-1 0,0-1 0,0-3 0,0 0 0,0-7 0,2 3 0,3-7 0,-3 0 0,6 0 0,-8-2 0,0-3 0,7 3 0,4-3 0,-2 1 0,2 0 0,1-1 0,-3-2 0,2 3 0,2-2 0,2 3 0,-5 1 0,1 2 0,4-2 0,5-3 0,-2 3 0,4-4 0,-2 5 0,2 1 0,1 0 0,6 0 0,-1 0 0,1 0 0,1 0 0,3 0 0,2 0 0,3 0 0,4 0 0,5 0 0,-2 0 0,-1 0 0,-8 0 0,2 0 0,-1 0 0,1 0 0,-9 0 0,3 0 0,-1 0 0,0 0 0,-4 0 0,-1 1 0,-1 3 0,1 2 0,-5-1 0,7-3 0,1 1 0,2 3 0,-4-1 0,0-5 0,2 0 0,2 0 0,2 0 0,-1 0 0,1 0 0,0 0 0,0 0 0,-3 0 0,-1 0 0,-1 0 0,-7 0 0,5 0 0,-1 0 0,1 0 0,-6 6 0,2-1 0,-2-1 0,1-2 0,-3-2 0,6 0 0,-2 0 0,0 0 0,1 0 0,-3 0 0,4 0 0,1 0 0,-3 0 0,5 0 0,2 0 0,2 0 0,-2-6 0,2 1 0,4 1 0,-1 2 0,1 2 0,-3 0 0,1 0 0,0 0 0,-1 0 0,-1 0 0,-2 0 0,-1 0 0,-7 0 0,7 0 0,1 0 0,2 0 0,-6 0 0,-3 0 0,-2 0 0,2 0 0,-4 0 0,4 0 0,-2 0 0,1 0 0,-1 0 0,6 0 0,-1 0 0,1 0 0,-5 0 0,5 0 0,1 0 0,4 0 0,-6 0 0,10-1 0,-2-3 0,-4-2 0,0 1 0,3 3 0,1-1 0,0-3 0,-1 1 0,1 5 0,0-2 0,-1-4 0,1 5 0,0-7 0,0 3 0,-1-1 0,1 1 0,0 3 0,-1-1 0,1-3 0,-6 1 0,0 3 0,3-2 0,0-1 0,-4-1 0,-3 6 0,1 0 0,3 0 0,-1 0 0,-1 0 0,1 0 0,-1 0 0,-1 0 0,5 0 0,2 2 0,-2 4 0,1-5 0,7 5 0,1-4 0,-2-2 0,1 0 0,-1 0 0,2 0 0,-2 0 0,-1 0 0,-4 0 0,-2 0 0,-2 0 0,-5 0 0,3 0 0,-1 0 0,-4 0 0,-2 0 0,-2 0 0,1 0 0,-1 0 0,-5 0 0,0 0 0,2 0 0,1 0 0,2 0 0,-7 0 0,-1 0 0,-6 5 0,3 1 0,-3-1 0,5-3 0,-5 1 0,3 3 0,-1-1 0,7-5 0,-7 0 0,5 0 0,-4 0 0,-3 8 0,12-7 0,-12 7 0,5-8 0,-7-2 0,0-4 0,0 3 0,0-8 0,0-2 0,0-1 0,0-5 0,0-2 0,0-7 0,0-2 0,-1-5 0,-3-3 0,-1-6 0,1-3 0,2-4 0,2 0 0,0-1 0,0-1 0,0 11 0,-2-5 0,-1 5 0,-3 6 0,1 1 0,3 5 0,-2 0 0,-1 3 0,-6 5 0,4-5 0,-2-2 0,5 11 0,-1 2 0,3 1 0,0 8 0,-4 1 0,5 5 0,-7 1 0,7 0 0,-5 0 0,3 0 0,-8 0 0,0 0 0,-6 0 0,1 0 0,5 0 0,0 0 0,-3 0 0,-6 0 0,2 0 0,-6 0 0,0 1 0,-3 5 0,0-4 0,-4 3 0,-4-3 0,1-2 0,-8 0 0,0 0 0,-3 0 0,-4 0 0,4 2 0,-10 1 0,2 3 0,-1-3 0,9 1 0,-4 0 0,1 1 0,1-1 0,5-2 0,4-2 0,4 1 0,1 5 0,-2-4 0,-1 3 0,-4-3 0,-2-2 0,8 0 0,-6 0 0,-4 0 0,1 0 0,-3 2 0,-1 1 0,2 3 0,1-3 0,2-1 0,-1-2 0,3 2 0,0 4 0,5-5 0,-3 5 0,2-3 0,-2 3 0,7-4 0,-4 5 0,1-2 0,-1 1 0,3 1 0,-8-3 0,2 1 0,1-1 0,5-2 0,-10-2 0,2 1 0,4 5 0,1-4 0,2 3 0,1-3 0,-1-2 0,0 2 0,2 1 0,2 3 0,2-2 0,0-1 0,-4 1 0,0 3 0,-2 2 0,10-5 0,-8 3 0,4-2 0,1 1 0,-1 1 0,-4-3 0,2 1 0,2-1 0,5-2 0,-5-2 0,-2 0 0,-2 0 0,-2 0 0,1 0 0,-1 0 0,0 0 0,-1 2 0,-1 1 0,-1 3 0,0-3 0,3 1 0,-9 0 0,2 3 0,4 2 0,-1-4 0,3 4 0,-1-1 0,5-5 0,2 5 0,-1-3 0,4-1 0,1-3 0,1 1 0,1 2 0,-4 1 0,1-1 0,-4-2 0,7-2 0,0 0 0,-1 0 0,-1 0 0,-3 2 0,3 1 0,1 3 0,8-1 0,-5-5 0,0 0 0,2 0 0,0 6 0,2-1 0,-1-1 0,1-2 0,-1-2 0,1 1 0,0 5 0,-1-4 0,1 3 0,0-3 0,-1-2 0,1 2 0,0 1 0,-1 3 0,1-3 0,0-1 0,-1-2 0,1 2 0,0 3 0,-1-3 0,1 4 0,0-4 0,-1-1 0,1 3 0,0 1 0,5 1 0,0-6 0,0 2 0,-5 3 0,5-3 0,0 3 0,0-3 0,-4 0 0,4 4 0,-3-3 0,3 8 0,2-7 0,0 3 0,2 0 0,-1-5 0,3 3 0,3-1 0,-3 2 0,3-5 0,2 7 0</inkml:trace>
  <inkml:trace contextRef="#ctx0" brushRef="#br0" timeOffset="112">18012 5640 21474,'7'-9'1790,"-3"1"1,7 8 29,1 0-1564,3 0 1,1-5-1,2 0 1,2 1-1,4 0 1,0 1 0,1-3-257,0 3 0,3-5 0,4 3 0,1-1 0,-2 5 0,0-3 0,-2-1 0,3 1 0,3 2 0,-11 2 0,14 0 0,-11 0 0,4 0 0,2 0 0,-3 0 0,-1 0 0,-1 0 0,-6 0 0,3 0 0,0 0 0,1 0 0,-6-2 0,2-1 0,-2-3 0,1 3 0,-3 1 0,4 2 0,-2 0 0,2 0 0,-7 0 0,5 0 0,1 0 0,3 0 0,-2 0 0,3 0 0,1 0 0,-1 0 0,-5 0 0,4 0 0,-1 0 0,4 0 0,-3 0 0,0 0 0,-3 0 0,1 0 0,2 0 0,-4 0 0,2 0 0,-2 0 0,-2 0 0,-2 0 0,2 0 0,4 0 0,-7 0 0,5 0 0,0 0 0,-2 0 0,0 0 0,-2 0 0,1 0 0,-1 0 0,6 0 0,0 0 0,-1 0 0,3 0 0,-4 0 0,7 0 0,0-2 0,-1-4 0,5 5 0,-6-5 0,2 4 0,1 2 0,-1-5 0,6-1 0,-1 3 0,1 1 0,1 2 0,1-2 0,1-1 0,1-3 0,-7 1 0,9 5 0,-5 0 0,-1 0 0,-1 0 0,1 0 0,0 0 0,0 0 0,-6 0 0,0 0 0,0 0 0,-1 0 0,5-2 0,-6-2 0,2-1 0,0 1 0,-5 2 0,4 2 0,-1 0 0,1 0 0,-5 0 0,5 0 0,-1 0 0,1 0 0,-5 0 0,5-1 0,1-3 0,4-2 0,-7 1 0,8 5 0,-1-2 0,0-3 0,2 3 0,-1-4 0,1 5 0,0 1 0,-1 0 0,-1 0 0,0 0 0,2 0 0,-10 0 0,10 0 0,-2 0 0,0 0 0,-4 0 0,0 0 0,2 0 0,-3 0 0,1 0 0,0 0 0,1 0 0,-1 0 0,-7 0 0,3 0 0,-1-2 0,0-4 0,5 5 0,-3-5 0,-1 4 0,1 2 0,5 0 0,-3 0 0,1 0 0,0 0 0,-2 0 0,5 0 0,-5 0 0,-1 0 0,3-2 0,-5-1 0,-2-3 0,-2 3 0,-2 1 0,0 2 0,1 0 0,-6 0 0,0 0 0,-6 0 0,6 0 0,0 0 0,5 0 0,1 0 0,-7 0 0,1 0 0,2 0 0,2 0 0,-5 0 0,1 0 0,2 0 0,2 0 0,1 0 0,0 0 0,1 0 0,-1 0 0,0 0 0,-5 0 0,0 0 0,-5 0 0,4 0 0,3 0 0,-6 0 0,8 0 0,-6 0 0,2 0 0,0 0 0,-6 0 0,6 0 0,-5 2 0,5 3 0,-8-3 0,12 5 0,-4-7 0,-2 0 0,2 0 0,1 0 0,-3 0-1851,2 0 1851,-7 0 0,3 0 0,-7 0 0</inkml:trace>
  <inkml:trace contextRef="#ctx0" brushRef="#br0" timeOffset="113">22883 5346 15412,'-11'0'443,"0"0"0,5 0-85,-5 0 1,8 1-94,-3 5 593,-3-4 0,9 5 194,0-7 0,9-2 0,11-2-536,2-1 1,7-2 0,-2 3 0,4-3-13,2-2 0,0 5 1,-1-3-1,3 1-162,3 1 1,-3-2 0,1 3 0,-5-1-77,-4 1 0,-5 0 0,5 1 0,0-5-266,-1-1 0,-3 6 0,-6-5 0,-1 3-67,0 0 0,-5-8 0,0 4-305,2 0 0,-4-4-2283,2 8-176,-8-8-400,5 11-885,-8-5 3123,-8 7 993,7 0 0,-14 0 0,6 0 0</inkml:trace>
  <inkml:trace contextRef="#ctx0" brushRef="#br0" timeOffset="114">23340 5084 11219,'0'9'4915,"0"-2"0,2-7-3549,3 0 1,-1 0 0,7 0-1294,2 0 1,1 0 0,3 0-431,-1 0 0,0 2 0,1 2 113,-1 1 1,0 1 0,1-6 0,-1 0-42,0 0 1,1 0 0,-1 0 127,0 0 1,-5 0 612,0 0 0,-2 7-260,2 4 1,-4-2-1,-7 2-70,0 2 1,-1 1 0,-3 2 0,-1 1-170,1-1 0,-3-5 0,-1 0 0,1 2-45,0 1 1,0 3-1,3-1-183,-1 0 0,-1-5 0,4-2 0,-1 0-89,-3 0 0,1-3 0,5 5-583,0 1 1,-2-3-751,-4 2-319,5-7 0,-7 1 1,10-8 368,4-3 1,-5-6 1642,5 1 0,3-4 0,0-1 0</inkml:trace>
  <inkml:trace contextRef="#ctx0" brushRef="#br0" timeOffset="115">23749 4822 19737,'0'-9'2264,"2"2"0,1 9 0,5 3-1729,1 6 1,-4 4-1,4 1 1,0 2-536,0 4 0,-3-2 0,3 7 0,-2 2 0,6 2 0,-4 2 0,2 0 0,0-1 0,-8-1 0,5-4 0,-3-3 0,1-2 0,-3 0 0,4-6-3426,-1-5 1,1-7 3425,-1 1 0,-5-10 0,7-5 0</inkml:trace>
  <inkml:trace contextRef="#ctx0" brushRef="#br0" timeOffset="116">17096 5689 13777,'11'0'1563,"0"0"0,0-2 0,6-2-959,-1-1 1,0-1 0,1 6 0,-1 0-146,0 0 1,-3 0 0,1 0 0,5-1 250,-1-5-433,0 4 1,0-5 0,2 7-1,2-2 1,0-1 0,-1-3-1,3 3 48,2 1 0,-7-4 1,3 1-1,-2 1-201,2 2 1,-4 2 0,4 0-21,-4 0 0,-1 0 0,-1 0-439,0 0 1,-5 0-837,0 0 0,-6 0-319,6 0 1,-5 0-22,5 0 1,-6 0 548,6 0 0,-6 0-807,6 0 0,-5-1-792,5-5 2561,-8-3 0,12 0 0,-6 2 0</inkml:trace>
  <inkml:trace contextRef="#ctx0" brushRef="#br0" timeOffset="117">17734 5427 7882,'-11'6'1446,"0"1"1,0 2 162,2 4 0,0-6 0,5 0-225,-1 1 0,0-5-1301,5 8 0,1-7 1,5 1-1,5-3 4,3-2 0,-1 0 0,1 0 0,5 2 16,-1 3 1,0-3 0,-2 4 0,1-5 26,-1-1 1,2 0 0,2 0 56,2 0 0,0 2 0,-6 2 267,0 1 1,-5 6 0,-2-4-130,-1 3 0,-3 0 0,-5 7-138,0-1 1,0 0-1,0 1 1,-2-1 189,-3 0 1,1 1 0,-7-1-331,-1 1 1,-3-1 0,1 0 0,1-1-731,2-4 1,0 3-1,-5-5 241,-1 0 0,6-1 0,1-8 0,-3 0 442,-2 0 0,-1-8 0,0-1 0</inkml:trace>
  <inkml:trace contextRef="#ctx0" brushRef="#br0" timeOffset="118">16148 5656 11081,'-9'0'5553,"0"0"-4566,4 0 1,3 2 134,-3 3-999,-4-3 1,5 7 0,-5-3 0,0 5 0,1 3-236,1 3 0,-4-1 0,6 2 0,-1 4-183,-1 5 0,5 4 0,-3 2-430,3-1 1,8-1-1,1-2 1,2-5-1,4-4-340,1-6 1,4-3-1,2 0 1,4-5 27,1-5 0,-5-4 0,2-6 1037,-4-8 0,6-10 0,1 2 0</inkml:trace>
  <inkml:trace contextRef="#ctx0" brushRef="#br0" timeOffset="119">16394 5656 7835,'-17'16'1223,"1"-5"0,0 2 844,-1 5 0,3-5 0,1 9-1710,2 3 1,7-3 0,-1 0 0,3-4-404,2-2 0,0-5 1,2-2-1,2 0-606,1 0 0,8-5 0,-2 2 1,3-5 13,3-1 0,-1-7 0,0-4 0,1-3 373,-1-3 0,-1 1 0,-3 1 0,-3 3 43,-1 1 0,-1 0 0,-4-5 577,3-1 1,-1 1-1,-5 0 233,0-1 1,0 6 1439,0 0-1396,0 8 0,0-3 0,0 12-186,0 5 1,0 3 0,0 3 0,0-1-384,0 0 0,2 1 1,2-1-1,3 0-893,2 1 0,-3-1 0,5 0-100,1 1 1,-3-8 929,2-4 0,0-3 0,5-2 0</inkml:trace>
  <inkml:trace contextRef="#ctx0" brushRef="#br0" timeOffset="120">16622 5362 7883,'-10'5'1603,"-1"1"1,5 1 0,-3-1-599,2 4 1,1-1 0,6 2-1,0 4-748,0 5 1,8 0 0,1 5-188,0-1 0,5 5 0,-3-2 1,4 4-1,-1 2-308,-3-1 0,4-4 1,-6-3-1,2-1-433,0-4 0,-6-2-969,6-2 0,-6-7 0,5-5 583,-3-8 0,-2-7 0,-5-9 0,0-3 1057,0-3 0,0 6 0,-7-10 0,-2 4 0</inkml:trace>
  <inkml:trace contextRef="#ctx0" brushRef="#br0" timeOffset="121">16721 5493 7883,'0'-28'10,"0"3"0,0 1 631,0 4 1744,0 2-1239,0 9 1,5 15-1,2 12 1,2 5-192,4 6 1,-4 4 0,0 5 0,0 4-459,0 0 0,0 3 0,4-7 1,-4-1-748,-1-3 0,2-7 0,-2-1 0,1-2-1426,3-4 0,-4-8 0,-1-3 1676,0-1 0,2-3 0,8-5 0</inkml:trace>
  <inkml:trace contextRef="#ctx0" brushRef="#br0" timeOffset="122">18094 6163 7908,'-10'0'6482,"-4"0"-5829,12 0 1,-5 2 85,7 3-504,0 4 0,2 9 0,1 2 0,3 2 0,-3 0 0,1 2 965,1 3-1062,-3-4 1,7 14 0,-5-5 0,1 3 0,-1 0 0,-2-3 0,-2 1 105,0 0 0,2-8 0,1-3 1,3-4-445,-3-2 0,-1-5 303,-2 0 263,0-7 0,0 1-7,0-10 1,2 3 5,3-4 1,-1 5-242,7 1 1,-2-2 0,4-2 0,-2-1-115,1 1 0,-3 2 1,2 2-1,2-1 22,2-5 0,6 4 0,3-3 0,1 3 21,5 2 1,0-5 0,3-1 0,2 2 304,3 3 1,-2 1 0,8 0 0,1 0-158,2 0 0,0 0 0,-1 0 0,-3 1 0,3 5 1,-6-4 0,-2 3 0,-4-3-94,-1-2 1,2 5 0,1 1 0,2-2-75,-2-3 1,1 5 0,-1-1 0,4-1 51,2-2 1,-4 3 0,6 1-1,1-3 41,2-1 1,-3 0 0,-1 1 0,3 3-21,1-2 1,-3-3 0,-3-1 0,3 0-108,3 0 0,-12 0 0,8 0 0,-1 0 0,-2 0 0,7 0 0,-5 0 0,1 0 0,1 0 0,0-1 0,5-3 0,0-2 0,0 3 0,0-1 0,0 1 0,0-3 0,0 2 0,0-3 0,-4 2 0,-3-1 0,-4-1 0,-5 5 0,9-3 0,-1 3 0,1 2 0,-9 0 0,5 0 0,2 0 0,0 0 0,7 0 0,-5 0 0,2 0 0,-1 0 0,-1 0 0,3 0 0,-3 0-19,-2 0 1,-2 0 0,-5 0-1,0 0-39,-1 0 0,-5 0 0,1 0 0,-1 0-64,-2 0 1,4 0-1,-5 0 1,2 0 41,3 0 0,-4 0 1,2 0-1,2 0 61,2 0 1,9 0 0,2 0 0,1 0-120,1 0 1,0 0 0,3 0 0,-2 0 126,-1 0 1,-8 0 0,2 0-1,-3 0 88,-2 0 1,-8 5 0,-3 1 0,-4-1-66,-2 3 0,1-5 1,-1 6-1,2-1 0,4-5 0,-8-1 1,6-2-1,0 0-104,-1 0 1,-1 0 0,-2 0 0,0 0-160,1 0 0,-1 0 0,0 0 0,3 0 264,2 0 1,-6 0 0,5 0 0,0 0 104,-2 0 1,-5 0 0,-2 0-1,0 2 412,-2 3-318,5-3 0,-7 7-329,4-3 1,2-3 0,-6 6-118,2-1 0,-3-3-373,5-5 0,-6 0 27,6 0 1,-6 0 2225,6 0-907,-7 0-342,3 0-159,-7 0-578,0 0 1,0-7 190,0-4 1,0-4-1,0-1 1,0 0-152,0-1 1,-5-1 0,-1-4-1,1-5 74,-2-4 1,5-1-1,-5-1 1,1 0 257,1 0 0,-6 1 0,5-1 0,1 0-115,-2 1 0,5-1 1,-5 2-1,1 2 138,1 2 1,-1 7-1,6-2 1,-2 4 78,-3 2 0,3-1 1,-3 1 50,3-1 335,2 1 0,-2 2 173,-3 3 1,1 3 92,-7 8 0,6 2-692,-6 4 1,5-4-95,-5 3 0,0-3 0,-5-2 0,0 0 0,-1 0 0,1 0 0,0 0 0,-1 0 0,1 0 0,0 0 0,-1 0 0,-1 0 0,-2 0 0,-3 0 0,-3 0 0,4 0 0,-5 0 0,-2 0 0,-2 0 0,-3 0 0,-3 0 0,-3 0 0,-1 0 0,1 0 0,-6-2 0,-3-2-64,-2-1 1,8-1 0,-8 5 0,2-3-99,4-1 1,5-1 0,0 6 0,2 0 385,1 0 1,12 0-1,-8-2 1,2-1-225,0-3 0,2 1 0,0 5 0,-3 0 0,-3 0 0,2 0 0,-8 0 0,-1 0 0,0 0 0,4 0 0,-4 0 0,2 0 0,4 0 0,-4 0 0,2 0 0,1 0 0,3 0 0,1 0 0,1 0 0,-1 0 0,0 0 0,6 0 0,0 0 0,-1 0 0,3 0 0,-6 0 0,4 0 0,-4 0 0,-2 0 0,1 0 0,1 0 0,0 0 0,-2 0 0,2 0 0,-10 2 0,-1 1 0,0 3 0,2 1 0,-5-2 0,-3 4 0,3 1 0,5 2 0,-2-4 0,2-1 0,4 0 0,5 4 0,2-6 0,-2 1 0,2 1 0,4-5 0,-4 3 0,-2-1 0,2 1 0,0-3 0,-4 4 0,-2-4-17,-3-2 0,2 5 0,-6 0 0,0 1 10,1 1 0,3-5 1,-4 3-1,0-3 30,0-2 1,6 6 0,-2-1 0,1-1-24,-1-2 0,4 3 0,-4 0 0,5 1 0,6 1 0,-4-5 0,4 5 0,-4 1 0,5-7 0,5 5 0,1-4 0,-2-2 0,4 0 0,-4 0 0,4 0 0,1 0 0,1 0 0,0 0 0,-1 0 0,1 0 0,0 0 0,-1 0 0,-1 0 0,-4 0 0,4 0 0,-4 0 0,4 0 0,2 0 0,-2 0 0,-2 0 0,-2 0 0,2 0 0,0 0 0,0 0 0,-4 0 0,-1 0 0,3 0 0,-3 0 0,1 0 0,4 0 0,-3 0 0,1 1 0,2 3 0,2 2 0,1 1 0,1-4 0,0 3 0,-1-3 0,1 5 0,0-3 0,-1-1 0,1 3-278,0-1 1,-1-1-294,1-5 0,-1 0 226,1 0 0,0 0 0,-1 0-87,1 0 0,5 0-2974,0 0-1994,0 0 252,2 0 5148,2 0 0,7 0 0,0 0 0</inkml:trace>
  <inkml:trace contextRef="#ctx0" brushRef="#br0" timeOffset="123">18061 6392 7884,'-9'16'3301,"-6"-7"-2147,13-2-70,-5-7 1,9 0 476,3 0 1,-1 0 0,7 0 997,2 0 1,-4 0-1599,2 0 1,0 0 0,5 0-594,0 0 1,1 0-1,-1 0 1,0 0-369,1 0 0,1-1 0,2-3 0,3-1 0,3 1 0,1 0 0,6 1 0,-1-5 0,1-1 0,0 6 0,-1-3 0,1 3 0,0-3 0,-6 4 0,0-3 0,1 3 0,-3 2 0,6 0 0,-6 0 0,1 0 0,-5 0 0,3 0 0,-2 0 0,0 0 0,1 0 0,-5 6 0,6-1 0,-2-1 0,0-3 0,-1-1 0,-4 2 0,1 2 0,4 1 0,-2 1 0,5-6 0,1 0 0,-1 0 0,-3 0 0,5 0 0,2 0 0,2 0 0,-2 0 0,0 0 0,2 0 0,-2 0 0,0 0 0,2-2 0,-2-2 0,-2-1 0,-5-1 0,5 6 0,1 0 0,-3 0 0,0 0 0,-5 0 0,4 0 0,1 0 0,-5 0 0,4 0 0,-2 0 0,0 0 0,1 0 0,-3 0 0,2 0 0,-2 0 0,4 0 0,-3 0 0,1 0 0,2 0 0,-4 0 0,5 0 0,1 0 0,-1 0 0,-3 2 0,3 2 0,1 1 0,-1-1 0,-3-2 0,5-2 0,2 0 0,2 0 0,2 0 0,-1 0 0,1 0 0,0 0 0,-1 0 0,-1 0 0,-2 0 0,-1 0 0,-1 0 0,4 0 0,-4 0 0,-5 0 0,-2 0 0,0 0 0,3 0 0,3 0 0,-10 0 0,4 0 0,2 0 0,1 0 0,-1-2 0,6-2 0,1-1 0,1 1 0,3 1 0,0-1 0,0-1 0,-1 1 0,1-3 0,0 1 0,-1 3 0,1 1 0,1 2 0,1-2 0,-1-2 0,-3-1 0,-2-1 0,2 6 0,-2 0 0,-1 0 0,-7 0 0,5 0 0,-3 0 0,-3 0 0,-1 0 0,-3 0 0,0 0 0,1 0 0,-1 0 0,0 0 0,1 0 0,-1 0 0,0 0 0,1 0 0,-1 0 0,2 0 0,0-1 0,2-3 0,0-2 0,-9 1 0,9 5 0,0 0 0,0 0 0,-4 0 0,1 0 0,-1 0 0,0 0 0,1 0 0,-1 0 0,1 0 0,-1 0 0,0 0 0,1 0 0,-1 0 0,0 0 0,1 0 0,-1 0 0,0 0 0,1 0 0,-1 0 0,-5 0 0,0 0 0,1 0 0,3 0 0,1 0 0,1 0 0,-1 0 0,0 0 0,1 0 0,-1 2 0,0 1 0,1 3 0,-6-1 0,0-5 0,1 2 0,3 4 0,-4-5 0,0 5 0,1-4 0,3-2 0,-4 0 0,0 0 0,1 0 0,3 0 0,-4 0 0,0 0 0,0 0 0,5 0 0,0 0 0,1 0 0,-1 0 0,0 0 0,-5 0 0,-2 2 0,-1 3 0,4-3 0,-1 3 0,-2-3 0,2-2 0,0 6 0,5-1 0,-5 0 0,0-5 0,-5 0 0,5 0 0,-6 2 0,6 4 0,-8-4 0,12 5 0,-11-7 0,7 0 0,-6 2 0,6 3 0,0-3 0,5 3 0,-5-3 0,0-2 0,-6 0 0,4 2 0,-1 3 0,-1-3 0,-2 4 0,5-5 0,4 1 0,-3 4 0,-2-4 0,-4 3 0,-3-3-952,6-2 952,-8 0 0,-8 0 0,-1 0 0</inkml:trace>
  <inkml:trace contextRef="#ctx0" brushRef="#br0" timeOffset="124">22850 6441 15897,'16'0'450,"1"0"1,-1-2 0,2-2-1,2-1 377,2 1-754,7 2 1,-4 2-1,8 0 1,0 0-1,-1 0 1,-1 0-1,-2 0-264,-1 0 1,-8 0 77,1 0 1,3 0 0,-4 2 0,-4 2 0,-3 1-668,0-1 592,1-2 0,-3-2 1,-2 2-2929,-2 3-1819,-1-3 4935,-6 5 0,0-7 0,0 0 0</inkml:trace>
  <inkml:trace contextRef="#ctx0" brushRef="#br0" timeOffset="125">23275 6294 8003,'-16'-8'6021,"6"7"-3535,3-7-2053,7 8 0,7 0 0,4 0-357,4 0 0,-4 0 0,0 2 1,1 2-361,3 1 0,1 3 1,1-5-503,-1 3 0,0 4 0,1-2 304,-1 1 0,-5-4 1,0 6 400,1 2 1,-4-4-1,-1 0 1,-2 0 334,1 0 1,-1-3 221,-5 5 1,0-1-296,0 7 0,-5-1 0,-2 1 0,-2-1-69,-4 0 0,4-5 0,-2 0 1,0 2-274,2 1 0,-4-3 0,6-2 0,0 0-1000,-1 0 1,1-5-2330,2 1 2245,3 5 0,-4-10 1245,12 0 0,3-8 0,7-8 0</inkml:trace>
  <inkml:trace contextRef="#ctx0" brushRef="#br0" timeOffset="126">23700 6245 8375,'0'-11'-572,"0"0"128,0-2 2113,0 6 1,0-2-1,0 3 1,0-5 1117,0-3 1,-2 3-1320,-3 0 1,1 7-267,-7-1 0,6 3-816,-6 2 1,0 0-1,-4 2-397,4 3 0,2 3 0,6 4 1,-3-1-2,3 2 0,1 2 1,0 1-1,-2 0-87,-1 1 0,-1 1 1,6 2-1,0 3-43,0 3 0,6-4 0,1 3 0,0-1 209,1-4 1,4 0 0,-1 0 0,2 1 152,-2-1 1,3 0-1,-3-1 1,4-1-124,1-4 0,-5-1 0,0 1 0,2-3-48,1-5 0,3-3 0,-1 1-27,0 2 0,1-1 0,-1-5 0,0-2 8,1-3 0,-6 3 0,-1-5 1,3 1-58,2 1 1,-4-6 0,-1 4-94,3-3 0,-6 5 1,1-4 66,-1 2 0,-3-4 1,5 4 61,-2-3 1,-2 5-1,-5-6 6,0-2 1,6 4 0,-1-2 531,-1-1 1,-2-3 0,-4-1-351,-4-1 1,3 1 0,-8-2-198,-2-4 0,4 9 0,0-3 0,0 2 0,0-1 0,3-1 0,-3-1 0,0 1 0,0 0 0,4 5 0,-4 0 0,0 0 0,0 2 0,3-4 0,-3 6 0,0 0 0,0-1 0,3 1 0,-5 3 0,-1-1 0,-3-2 0,-1 3 0,0-1 0,-1-1 0,1 6 0,0 0 0,-1 0 0,1 0 0,-1 0 0,7 0 0,-1 0 0,-2 0 0,-2 0 0,5 0 0,-1 2 0,-2 3 0,4-3 0,-2 4-552,-2-4 1,4-2 0,0 1-7973,2 5 4771,-6-4 3753,11 5 0,-5 0 0,7 2 0</inkml:trace>
  <inkml:trace contextRef="#ctx0" brushRef="#br0" timeOffset="127">17881 6424 6589,'0'-9'3799,"0"2"0,2 7-1174,3 0-1087,-3 0-1069,5 0 0,-8 0 0,-5 0 906,-5 0-1294,4 0 1,-8 0 0,5 2 0,-5 2 0,-1 3 0,-1 0 0,-1 2 144,-4 0 1,-3 2 0,-6 4 0,2-3-175,2-1 1,0 0 0,-6 4 0,2-3-148,4-1 0,-2-2 1,7 4-1,2-4-372,2-2 1,1 1-1,1-5-680,0 3-626,7-1 0,0-5-3057,3 0 4830,4 0 0,-12-7 0,5-2 0</inkml:trace>
  <inkml:trace contextRef="#ctx0" brushRef="#br0" timeOffset="128">17538 6359 11777,'7'-9'787,"4"2"0,5 1 0,6-1 836,5-2-1402,-3 5 1,7-8 0,-4 6 0,4 3 0,0-1 0,-2 0 0,-4-1 137,-1 1 1,-2 4 0,-6 4-51,0 1 1,1 8-1,-3-2 1,-3 3 84,-5 3 0,-5-6-222,-1 0 0,0-1 0,0 7 0,0-1 0,0 0 1,0 1 323,0-1 0,-5-5 0,-2 0-398,-2 2 1,0 1 0,-4 1 0,4-3-232,1-1 0,-2-5 0,2 3 0,1 0-1803,0 0 0,0-5-1608,1 1 0,2-3 3544,-6-2 0,-1-7 0,-6-2 0</inkml:trace>
  <inkml:trace contextRef="#ctx0" brushRef="#br0" timeOffset="129">16573 6653 16531,'-10'0'670,"-1"0"1,5 8 0,-5 1-730,-1 0 1,3 5 0,-1-3 0,1 4 162,0 1-401,6 0 1,-10 1-1,7-1 1,3 0 0,1 1-1,2-1 1,0 0-3215,0 1 3134,0-8 0,7 0 0,4-5 0,4 1 1,1-1-1,2-2 0,2-2-405,2 0 0,5 0 1,-3 0 781,1 0 0,3-8 0,4-1 0</inkml:trace>
  <inkml:trace contextRef="#ctx0" brushRef="#br0" timeOffset="130">16884 6702 8294,'-16'6'0,"-1"-1"615,1-1 0,5 0 1,0-1-1,-2 4 290,-1 3 0,-2-5 0,-1 6-417,1 2 0,0-4 0,1 2 0,2-1-285,2 0 1,8 4 0,-3-3-705,5 3 0,2-4 0,5-5 85,5-3 0,5-2 0,4-2 0,2-3 53,-2-6 1,-2-4 0,-2-1 0,1-1 44,-1 1 1,0 0-1,-1-1 1,-2 3 448,-3 3 1,-4-4 0,3 5 1088,-2-5 1,0 6 912,-1 3-1706,-4 5 0,5 8 1,-7 4-1,0 3-303,0 3 1,0-1 0,2 0 0,1 1-1028,3-1 0,1-5 0,-3 0-3556,1 2 2112,8-6 2347,-4 0 0,0-7 0,-2 0 0</inkml:trace>
  <inkml:trace contextRef="#ctx0" brushRef="#br0" timeOffset="131">17113 6375 7923,'-11'11'2904,"2"0"-1685,2 2 0,1 1 0,6 5 0,0 1-649,0 1 0,6 8 1,1-1-1,2 3-443,4 1 1,-4-4-1,2-1 1,0 2-443,-2 2 1,3-6-1,-4-3 1,-1-4-1037,0-2 1,-1-5-1,-5-2-3178,5-1 3347,-4-3 1,5-12 1181,-7-4 0,0-4 0,0-1 0</inkml:trace>
  <inkml:trace contextRef="#ctx0" brushRef="#br0" timeOffset="132">17227 6474 11150,'0'10'2607,"0"1"1,0 2-1643,0 2 1,0 8-1,0 4 1,0 6-748,0 5 0,2-3 1,3 3-1,5-4-895,-1-1 0,5-7 1,-5-5-1,2-3-1203,0-1 1,-5-6 0,4-2 1879,3-2 0,2-1 0,1-6 0</inkml:trace>
  <inkml:trace contextRef="#ctx0" brushRef="#br0" timeOffset="133">23128 6588 7928,'-11'0'701,"0"0"-250,0 0 1,0 2 197,0 3-450,8-3 0,-10 7-206,7-3 1,-1 1 0,4 6-306,-3-3 1,1-4 108,5 5 0,0-6 80,0 6 0,1-5 0,5 3 165,5-2 1,3-2 0,3-3 62,-1 4 1,0-5 0,1 7-1,1-3-58,4 1 1,-2 1 0,5-3 0,1 1-47,-1-1 1,2-1 0,4 1 0,0 1-71,2-1 1,-10-2-1,10-2 1,-4 0-173,-4 0 0,4 0 1,-7 0-1,-2 0 34,-2 0 1,-1 0-1,-1 0 1,0 0-30,1 0 1,-6 0 0,0 0-31,1 0 1,-3-2-112,2-4 377,-7 5 0,3-14 0,-7 6 0,0-7 0,2 5-158,3 0-6,-3 7 75,6-10 89,-8 12 0,0-13 0,0 6 0</inkml:trace>
  <inkml:trace contextRef="#ctx0" brushRef="#br0" timeOffset="134">2925 3596 8049,'-25'9'-133,"3"-1"1,2-3 0,0 1 838,-2-3 1,2-3 0,8-5 5,1-6-532,7-4 0,-3-1 1,7 0 445,0-1 1,0 1 2677,0 0-99,0-1-1375,0 8-1590,0 2 0,9 9 0,6 1 0,6 5 561,5 1 0,3-4 1,9 4-1,6-1 90,3-5 1,4-1 0,3-2 0,8 0-812,7 0 1,7 0-1,8 0 1,1 0-81,0 0 0,-8 2 0,6 3 0,-1 6 0,-4 4 0,-9-4 0,2-1 0,2 3 0,-3 2 0,3-6 0,5-4 0,-3-3 0,-5-2 0,-10 0 0,8 0 0,-5 0 0,-7 0 0,-7 0 0,-3-2 0,1-1 0,-2-3 0,1 1 0,3 5 0,2 0 0,3 0 0,-1 0 0,5 0 0,-2 0 0,-3 0 0,-2 0 0,-4-2 0,0-2 0,2-1 0,-9-2 0,7 3 0,-3-2 0,-2 3 0,-2 1 0,5 0 0,2-1 0,-1-3 0,-1 1 0,2 5 0,-1 0 0,-3 0 0,-1 0 0,2 0 0,-6 0 0,-4 0 0,-6 0 0,-1 0 0,0 0 0,-1 0 0,4 2 0,-4 1 0,-1 3 0,-3-3 0,2-1 0,-1 0 0,1 1 0,0 3 0,-1 1 0,-1-3 0,3 1 0,1-1 0,-1-2 0,-5 0 0,4 1 0,1 3 0,-3-1 0,3-5 0,3 0 0,3 0 0,-2 0 0,11 0 0,-2 0 0,0 0 0,7 0 0,-3 0 0,0 0 0,-4 0 0,2 0 0,-2 0 0,-2 0 0,-1 0 0,-2 0 0,-1-2 0,1-1 0,0-3 0,-4 1 0,0 5 0,2 0 0,-2 0 0,-6 0 0,4 0 0,3 0 0,0 0 0,-1 0 0,2 0 0,4 0 0,-1 0 0,1 0 0,-2 0 0,-1 0 0,1 0 0,0 0 0,-1 0 0,1 0 0,0 0 0,-6 0 0,0 0 0,2 0 0,2 0 0,2 0 0,-2 0 0,-4 0 0,-5 0 0,1-2 0,-1-2 0,0-1 0,2 1 0,-10 2 0,6 2 0,2 0 0,1 0 0,-1 0 0,4 0 0,-1 0 0,0 0 0,1 0 0,3 0 0,-2-1 0,2-5 0,2 4 0,0-3 0,-2 3 0,-2 2 0,-5 0 0,4 0 0,-1 0 0,0 0 0,-5 0 0,2 0 0,-4 0 0,-1 0 0,-1 0 0,0 0 0,1 0 0,-1 0 0,-1-2 0,-5-3 0,5 3 0,-4-3 0,3 3 0,3 2 0,-1 0 0,0 0 0,-6 0-3280,4 0-2559,-12 0 238,5 0 1534,-7 0 4067,-7-8 0,5-1 0,-5-7 0</inkml:trace>
  <inkml:trace contextRef="#ctx0" brushRef="#br0" timeOffset="135">9022 2893 7802,'-16'0'342,"-1"-1"0,1-3 0,-2-1 842,-4 1-1091,4-5 1,-11 5 0,3-5-1,-3 0 1,-9 2 0,-5-2-1,-12 1-199,-7 1 0,-1-4 1,-12 4-1,1 0-16,-1-1 1,3 3 0,-6 5 0,-4 0 50,-2 0 1,8 0 0,-9 0 0,-2 2 41,-2 3 0,3-1 1,3 7-1,7 2-32,5 1 0,9-3 0,-11-2 0,-3 0-32,0 0 0,7 2 1,-4 5-1,-3 1 80,0-1 0,5 2 1,4 2-1,8 4-10,10 1 0,17 3 1,1 4-1,7 3 457,10 3 1,-1-4-1,10 5 1,1-1-64,2 5 1,10-5 0,4 10 0,8-3-162,7 2 1,13-12 0,8 5 0,8-6-231,7-5 0,14-5 1,-33-12-1,3 0 1,0-2-1,2 0 41,3-2 1,-1-2 0,-3-3-1,1 0 1,5 0 0,1-1-1,-3-1 1,1 0-127,2 0 0,-1-2 1,-3-4-1,0-3 1,6 0-1,2-2 1,1-1-1,0 0 0,-1 0 1,0-1 0,0-3-1,0 0 1,-4 2 0,-1-1 0,-2-1-1,-1-1-178,-1 0 1,-2 0-1,36-17 1,-39 17-1,1-1 1,35-17-91,-4-4 1,-12 7 0,2-6-1,-5 1 136,-11 2 0,-6-1 0,-10 4 0,-3 2 202,-6 2 1,-6 5 0,-4-3 0,0-1 214,1 1 1,-8 5 0,-4-2 0,-3 4 490,-2 2 0,0 5 0,-2 0 0,-3-2-62,-6-2 0,-5-3 0,-4-2 1,-6-3-159,-5-3 0,-1 3 1,-17-6-1,-8-2-686,-4 2 1,-16 5-1,-6 0 1,36 14-1,-1 0-44,-1 2 1,-2 2-1,4 3 1,-2 0 0,-2 1-1,-1-1 95,2 1 0,0 2 0,-6 6 1,-1 3-1,-1 0 0,0 0 0</inkml:trace>
  <inkml:trace contextRef="#ctx0" brushRef="#br1" timeOffset="136">18028 6228 10568,'0'-9'2869,"0"0"-653,0 4-1659,0 3 1,0-4 0,0 12-1,0 5 1,0 3-254,0 3 0,0 1 0,2 4 0,2 5-252,1 4 0,2 1 1,-3 1-1,1 2 30,-1 3 0,3-9 0,-1 4 1,-3-3-326,-1 1 1,-2-5 0,0-4 0,0-3-37,0 3 1,0-9 0,0 3 49,0-1 153,0-8 0,0-1 1116,0-12-347,0 4 0,0-7-546,0 4 1,-2 1-33,-3-7 1,3 6-1,-3-6-85,3-2 1,2-1-1,0-3 1,0-1 333,0-4 0,0 2 0,0-7 0,0-2 7,0-2 0,0-1 0,0-1 0,0-2-150,0-3 0,0 2 0,0-6 0,0 2-75,0 4 1,0 7 0,0 3 0,0 3-175,0 3 0,0 0 351,0-2 0,-6 9 1479,1-3-1133,-1 10-669,6 6 0,0 9 0,0 8 0,2-6 0,4-2 0,3 0 0,0 0 0,7-5 0,-1 3 0,7-2 0,3 1 0,-3-1 0,5-5 0,4 0 0,5 0 0,1 0 0,4 0 0,1 0 0,0 0 0,-6 0 0,4 0 0,0 0 0,4 0 0,-8 0 0,0 0 0,1 0 0,-3 0 0,2-2 0,1-1 0,1-4 0,-2-3 0,-1 5 0,-1-4 0,3 0 0,1 0 0,0 3 0,-5-3 0,-1 2 0,1 3 0,0 2 0,-3 2 0,0 0 0,-3 0 0,-2 0 0,4 0 0,-1 0 0,1 0 0,-4 0 0,2 0 0,2 0 0,2 0 0,7 0 0,0 0 0,-1 0 0,-3 0 0,-1 0 0,0 0 0,-1 0 0,1 0 0,-8 0 0,-3 0 0,-2 0 0,2 0 0,-4 0 0,4 0 0,-4 0 0,-2 0 0,6 0 0,0 0 0,0 0 0,1 0 0,-4 0 0,4 0 0,-1 0 0,0 0 0,7 0 0,-4 0 0,4 0 0,4 0 0,-4 2 0,9 2 0,-3 1 0,-3-1 0,-2-2 0,0-2 0,3 0 0,-4 0 0,4 0 0,-8 0 0,2 0 0,1 0 0,-3 0 0,4 2 0,-3 1 0,-3 3 0,1-1 0,-4-5 0,2 0 0,-2 0 0,0 6 0,0-1 0,1-1 0,-1-2 0,4-2 0,0 0 0,1 0 0,4 0 0,-4 0 0,3 0 0,1 0 0,2 0 0,3 0 0,1 0 0,1 0 0,0 0 0,-8 0 0,8 1 0,0 3 0,-1 1 0,-1 1 0,-1-6 0,0 0 0,-1 0 0,1 5 0,0 1 0,-1-3 0,1-1 0,-4-2 0,2 0 0,3 0 0,1 0 0,-4-2 0,-2-1 0,4-3 0,1 3 0,-1 1 0,9 2 0,-1 0 0,1 0 0,-4 0 0,4 0 0,0 0 0,0 0 0,-6 0 0,2 0 0,-3 0 0,-3 0 0,1 0 0,-2 2 0,-2 1 0,-2 3 0,-12-1 0,1-5 0,-2 0 0,-6 0 0,-1 0 0,-7 0 0,0 0-209,7 0 0,2-5 1,8-1 7,-1 3 1,-5 1-1,0 0 1,2-2 184,1-1 1,2 0 0,1 5 283,-1 0 1,0 0-67,1 0 0,-6 0 0,0 0-37,1 0 1,-3 0-166,2 0 0,-5 0 0,5 0 0,1 0 0,-3 0 0,0 1 0,-1 5 0,-1-4 0,-2 3 0,-1-3 0,5 0 0,-2 3 0,-1-3 0,-6 5 0,0-7 0,0 2 0,0 3 0,0-1 0,0 7 0,0 2 0,0 1 0,0 4 0,0 2 0,0 2 0,0 7 0,0-1 0,0 4 0,0 6 0,2-1 0,1 4 0,3-1 0,-3-3 0,5-3 0,-3-3 0,-1-2 0,-2-2 0,3-7 0,0 2 0,1-4-60,1-1 1,-5-6 0,3 0 0,-1-1-152,2-1 1,-5 1-1,7-7-370,-1 3 367,-5-1 0,7-5-286,-4 0 357,-3 0 477,5 0-81,-7 0 0,-2 0 23,-3 0 0,-4 0 0,-7 0-63,-1 0 0,6 0 0,0 0 1,-1 0-214,-3 0 0,-7 0 0,-1 0 0,-1 0 0,1 0 0,-6 0 0,1 0 0,-3 0 0,-1 0 0,-1 0 0,0 0 0,-1 0 0,-4 0 0,1 0 0,-4 0 0,-1 0 0,0 0 0,4 0 0,-6 0 0,-1 0 0,-2 0 0,-4 0 0,-2 0 0,-1 0 0,1 0 0,0 0 0,3 0 0,-1 0 0,3 0 0,3 0 0,-2 0 0,1 2 0,3 3 0,7-3 0,-3 4 0,3-5 0,-2-1 0,2 2 0,-6 2 0,0 1 0,0-1 0,6-2 0,-4-4 0,0-2 0,-3-1 0,1-6 0,0 6 0,0-1 0,0-1 0,4 5 0,-3-5 0,1 1 0,3 1 0,3-1 0,1 6 0,0 0 0,1 0 0,-1 0 0,2 0 0,2 0 0,2 0 0,5 0 0,-5 0 0,-2 0 0,-2 0 0,4 0 0,-1 0 0,-1 0 0,-2 0 0,-3 0 0,-2 0 0,-3 0 0,3 0 0,-6-5 0,-1 0 0,3-1 0,2 6 0,1 0 0,1 0 0,-2 0 0,2 0 0,1 2 0,2 2 0,1 1 0,-1-1 0,-2-1 0,1 1 0,-2 1 0,-1-1 0,10-2 0,-9-2 0,-2 0 0,-2 0 0,7 0 0,-3 0 0,-1 0 0,3 0 0,-2 0 0,1 0 0,-1 0 0,-1 0 0,10 0 0,-7 0 0,1 0 0,4 0 0,0 0 0,-2 0 0,2 2 0,2 3 0,-2-1 0,-6 7 0,1-1 0,3 0 0,2 4 0,-4-5 0,0 2 0,1 0 0,-3-6 0,-1 4 0,-4-1 0,-2-5 0,4 1 0,-4 0 0,2 1 0,4-1 0,0-2 0,-1-2 0,-3 1-123,-2 5 0,10-4 0,-3 3 0,3-1-110,3 1 1,-1-3 0,-2 3 0,-1-1-230,0 2 0,6-5 0,0 5 1,0-4-677,1-2 1,8 0 0,7 0-700,-2 0 1,8-2-1,5-4 1837,9-5 0,13-10 0,3-5 0</inkml:trace>
  <inkml:trace contextRef="#ctx0" brushRef="#br1" timeOffset="137">22686 6098 8650,'-7'9'1639,"5"0"-799,-3-4-192,3-3 1,2 7 1158,0-4-549,0-3 1192,0 13 1,0-12 176,0 8-1875,0-7 1,0 5-530,0-3 1,2-5 126,3 5 17,-3-4 1,7-2-144,-3 0 0,-4-2 1,5-2 92,0-1 0,-5-3 1,5 5-42,0-3 1,-3-5 0,5 4-224,-2-2 0,1 4 1,-5-6-54,3-2 0,5 4 0,-6-2 0,1 0 0,1 2 0,-4-5 0,8 3 0,-7-4 0,1-1 0,-3-1 0,-2 1 0,0 0 0,0 5 0,0 0 0,0-2 0,0-1 0,0-3 0,0 1 0,0 5 0,-2 0 0,-1-1 0,-3-3 0,-1 4 0,3 0 0,-3-2 0,-2-1 0,4 3 0,-6 0 0,-2-2 0,4-1 0,-2-2 0,-2-1 0,4 6 0,-2 0 0,-1-1 0,3 3 0,-2-2 0,-2-2 0,6 4 0,-1 0 0,3 0 0,0 0 0,-6 3 0,3-3 0,-1 2 0,-3 3 0,2 1 0,0-1 0,-3-1 0,-2-1 0,-1 6 0,5 0 0,0 0-3936,8 0-5354,-5 0 9290,8 0 0,0 7 0,0 2 0</inkml:trace>
  <inkml:trace contextRef="#ctx0" brushRef="#br1" timeOffset="138">22458 5738 9674,'-17'0'3575,"8"0"0,0 0-1790,4 0 1,1 0 399,-7 0-1636,7 0 0,-3-2 0,7-3-181,0-6 0,0 2 0,0-2-95,0-2 0,-5 4 0,-1-2 0,3-2-174,1-1 1,2-3 0,-2 1 0,-2 0-120,-1-1 0,0-4 0,5-1-25,0 2 1,0 2 0,0 1 219,0 1 1,0 0 451,0-1 1,0 6-410,0 0 0,7 8-218,4-3 0,3 5 0,3 1 0,-1 0 0,0 0 0,1 0 0,-1 0 0,-5 1 0,0 3 0,0 3 0,-2 2 0,5 2 0,-5 6 0</inkml:trace>
  <inkml:trace contextRef="#ctx0" brushRef="#br1" timeOffset="139">22588 5525 7823,'6'11'3276,"-1"0"1,3-5 0,-3 5-1,6 1 1,-4-3 0,0 2-2881,1 2 0,-5-6 0,6 0-396,-1 1-1890,-3-6-7941,2 5 9318,-5-7 0,5-7 1,-7-3-1</inkml:trace>
  <inkml:trace contextRef="#ctx0" brushRef="#br1" timeOffset="140">21330 5166 7943,'-11'0'2080,"0"0"1,6 0-1112,-6 0 1,5 0-62,-5 0-433,8 0 1,-6 0-1,3 0 813,-5 0 0,-3 2-946,-3 3 1,6-3-1,1 5-37,-3 0 0,4-3-183,-2 7 1,2 0-1,-2 5-319,5 0 0,-1-5 0,2 0 0,1 2 65,2 2 0,2 1 0,2 0 0,4 1 73,4-1 0,5-5 0,1 0 0,1 1 44,-1 3 0,0-4 1,3-2-1,1 0-6,1 0 0,1-5 1,-4 1-1,2-3-10,2-2 1,0 0-1,-6-2 1,1-1-4,-1-3 0,-2-7 1,-1 2-1,-4-3-27,-2-2 1,4-1 0,-5 1 0,-1 0 67,3-1 0,-7 4 0,5-1 175,-4-4 0,-2-2 1,0 3-1,0 1-23,0 0 0,-6-1 0,-1 3 1,0 1 28,-1 2 1,-4 6 0,1-4-32,-4 1 0,-1 3 0,0 5 1,-1 0-899,1 0 1,-1 0 0,1 0-1,0 2-110,-1 3 0,7 3 0,-1 4 0,0-1-633,2 2 1,0-4-1,5 2 1484,-1 2 0,6 1 0,8 2 0</inkml:trace>
  <inkml:trace contextRef="#ctx0" brushRef="#br1" timeOffset="141">21640 5313 16966,'17'-6'1050,"-1"1"0,0-2 0,3 3 0,1-1-682,1 1 0,1-3 1,-6 1-1,3 3-683,2 1 1,-8 2-1,3 0 73,-1 0 1,0 0-3483,1 0 0,-5 0-1931,0 0 5655,-8 0 0,5-7 0,-8-3 0</inkml:trace>
  <inkml:trace contextRef="#ctx0" brushRef="#br1" timeOffset="142">21836 5149 8271,'-9'0'8899,"-5"0"-8072,12 0-801,-5 0 1,7 2 351,0 4 0,0-3-279,0 8 0,0-5 1,0 5-1,2 1 12,3 3 1,-3-4-1,3 0 1,-3 1-342,-2 3 1,0 1 0,0 1 0,2-1-463,3 0 0,-3-5 0,4 0 1,-3 0-489,3-2 1,-4 6 205,3-5 0,-1-2 1,-1-1-938,3 0 595,-1-5 447,-5 5 869,0-7 0,7-7 0,3-2 0</inkml:trace>
  <inkml:trace contextRef="#ctx0" brushRef="#br1" timeOffset="143">22098 5051 22542,'2'17'0,"1"-1"573,3 0 0,1-5 0,-3 0 0,1 2-292,-1 1 1,3 3-1,-1 1 1,-3 2-198,-1 2 0,4-1 0,-1-4 0,-1 1-395,-3 4 1,1-10 0,2 5 0,1-3-399,-1 1 0,-2 1-1579,-2 1 1307,0-8 1,2-2-552,3-7 1,-3-7-1,3-4 1,-3-4-3851,-2-1 5382,0 0 0,7-8 0,2-1 0</inkml:trace>
  <inkml:trace contextRef="#ctx0" brushRef="#br1" timeOffset="144">22425 5215 6340,'0'-9'0,"0"1"0,0 8 0</inkml:trace>
  <inkml:trace contextRef="#ctx0" brushRef="#br1" timeOffset="145">22425 5264 7814,'-9'7'0,"0"-5"-1292,3 3 983,4-3 1,-7-2 314,4 0-8,3 0 542,-5 0 1825,7 0-241,0 0-670,7 0-864,-5 0-324,5 0-275,-7 0 2368,0 0-1240,7 0-49,-5 0-670,6 0 1,-7 0-247,5 0-365,-4 0 276,5 0 1,-5 0 79,3 0 0,-1 0 676,7 0 1,0 0 38,5 0 1,-5-5-572,0-1 0,-6 1 0,4 3 4,-1-3 0,4 1-129,-1-7 1,-2 7 0,0-3-38,-1 0 0,-1 5 1,-4-5 10,3 0 0,5 3 1,-4-5 51,2 2 1,-5-6-1,3 4 170,0 0 1,-5-6-224,4 4 0,-3-1 0,1-1-62,1 2 0,1 0 0,-6-5-32,0-1 0,0 6 0,0 1 19,0-3 0,0-2 0,0-1-42,0 0 1,0 5 0,0 0 65,0-2 0,0-1 0,0-3 14,0 1 1,-2-1 0,-2 1 147,-1 0 1,-1-1 0,5 1-249,-5 0 0,4 5 0,-5 0 0,0-2 0,5-1 0,-5-1 0,-1 4 0,7-3 0,-7 3 0,1-4 0,5 4 0,-5 1 0,0-3 0,3-2 0,-5-1 0,2 0 0,0-1 0,3 1 0,-2 0 0,-1 1 0,4 2 0,-3 2 0,-5 0 0,4-5 0,-2 0 0,3 5 0,-4 0 0,-3-2 0,4 1 0,0-1 0,0 2 0,-1-2 0,5 4 0,-4-2 0,0 0 0,0 2 0,3-5 0,-5 3 0,-1-4 0,3 4 0,-2 1 0,-2-3 0,4 4 0,-2 0 0,0 0 0,2-1 0,-5 7 0,3-4 0,-4 1 0,-1 1 0,5-1 0,0 4 0,-2-1 0,-1-3 0,3 1 0,0 5-168,-2 0 0,-1 0-383,-3 0 0,6 0-3097,1 0-1295,6 0 2551,-3 0 0,8 0 1,5 0-453,5 0 2844,-4 7 0,15 2 0,-4 8 0</inkml:trace>
  <inkml:trace contextRef="#ctx0" brushRef="#br1" timeOffset="146">22163 4365 7814,'-16'14'84,"0"-3"1,5 2 0,0-6-1,-2 0 1634,-1 1-883,5-3 0,-6 1 0,4-1 1651,-3-1-425,-3-3-972,8-1 1,4 0-557,10 0 1,-3-7 0,5-4-43,1-3 0,-7 3 0,5 0-291,-4-2 0,-2-1 0,0-3-264,0 1 0,0 0 0,0-1 0,0 1-186,0 0 0,0 5 0,0 0 0,0-2 147,0-1 0,0 3 0,0 0 1,0-2 193,0-1 1,0 3-1,1 0 299,5-2 0,-4 4 595,3-2 1,-1 7-449,1-1 0,-1 3 1,7 2-277,1 0 0,-2 2 1,0 2-1,5 3 209,5 2 0,0 0 0,7 4 1,0-2-471,-1 1 0,5 3 0,-6 1 0,1 1-62,-5-1 1,-2-5-1,-3-2 1,0-2-4257,1-3-1109,-8 5 5427,-2-7 0,-7 5 0,0-7 0</inkml:trace>
  <inkml:trace contextRef="#ctx0" brushRef="#br1" timeOffset="147">20823 4005 8011,'-16'0'1542,"5"0"-871,0 0 1,6 0 2279,-6 0-1864,7 0 0,-1-2 0,10-1-580,6-3 1,-2-1-1,2 3-33,2-1 1,1-6-1,2 4-183,1-2 1,-6 5-1,0-1-350,1 3 0,1 0 0,0-2 0,-2-1 15,1 1 1,3 2 0,1 4 0,1 4 0,-1-3 1,-2 8-1,-1 2 51,-2 1 1,-2 3 0,4-1 0,-4 0 80,-2 1 1,0 5-1,-3-1 1,2-1 169,-3-1 0,-1-3 1,-2 2-1,0 2-148,0 2 0,-5 0 1,-3-6-1,-1 0-252,-4 1 1,-1-3 0,-2-1 0,-1-2-60,1 1 1,0-4 0,-1-1-1,1-2-800,0 1 1,-1-1-1,3-6 271,3-5 1,-2 2 0,8-6 477,1-3 1,2-2 348,2-1 1,0 5 57,0 0 1,2 6-1,3-4 786,6 1 0,4 3 0,1 5-646,1 0 0,-1 0 0,0 0 0,1 0-312,-1 0 0,0 0 1,1 0-1,-1 0-140,0 0 1,1 5 0,-1 1-1624,0-3 1,1-1 0,-1-2-552,0 0 0,-5 0 2330,0 0 0,0 0 0,5 0 0</inkml:trace>
  <inkml:trace contextRef="#ctx0" brushRef="#br1" timeOffset="148">21313 4120 7772,'-10'0'2508,"0"1"1816,3 5-3882,2-4 0,12 5 0,6-7 0,5 0 410,4 0 0,7-2 1,-2-2-1,4-3-886,2-2 1,-6 5-1,-2-3 1,-1 2-1547,-4-1 0,-7 1 0,-3 5-173,3 0 0,-4-6 1753,2 1 0,-7-1 0,3 6 0</inkml:trace>
  <inkml:trace contextRef="#ctx0" brushRef="#br1" timeOffset="149">21493 3956 9640,'-7'9'2831,"5"0"1,-5-5-979,0 1 0,5 8-1266,-4-2 0,5-2 0,1 2 1,0 2-295,0 1 0,0-3 0,0 0 1,0 2-793,0 1 0,0 8 0,1 0 1,3-2-365,1-2 1,1-2 0,-4 1-891,3-1 0,-3-5 0,5-2-2024,1-2 3777,-7-1 0,14-6 0,-6 0 0</inkml:trace>
  <inkml:trace contextRef="#ctx0" brushRef="#br1" timeOffset="150">21706 3793 18663,'0'16'1212,"0"2"0,0 2 0,0 4-737,0 1 1,0 2 0,0 6 0,0 2-643,0 3 0,0-9 1,0 2-1,0-6-938,0-5 1,0 4 230,0-3 1,2-1-6357,3-9 7230,-3-3 0,5-16 0,-7-1 0</inkml:trace>
  <inkml:trace contextRef="#ctx0" brushRef="#br1" timeOffset="151">21984 4038 8108,'-17'5'1670,"1"1"1,7 1-718,3-2 0,5-1 520,1 7 149,0-7 0,1 5-40,5-4 0,3-3-190,7 3 1,1-3-918,-1-2 1,-5 0 0,-2-2-1,0-1-205,0-3 0,-3 1 0,3 3-36,-2-3 1,6 1-111,-3-7 0,5 0 1,1-5-45,1-1 1,-6 7 0,-2-1 0,0-2-21,0-2 0,-4 4 1,6 1-1,0-3 2,-2-2 1,0-1 0,-5 0 0,3-1 30,2 1 1,-5 0 0,1-1-94,-3 1 0,0 0 0,2-1 0,1 1 0,0 0 0,-5-1 0,0 1 0,0-1 0,0-1 0,0-2 0,0-1 0,0 1 0,-5 0 0,0 0 0,1-4 0,2-1 0,-3 5 0,-1-2 0,1 2 0,-2-2 0,3 4 0,-5-4 0,0 4 0,0 2 0,3-3 0,-5-1 0,0-1 0,2 1 0,-3 1 0,4 3 0,-1 0 0,-3-1 0,4 1 0,1 0 0,0-2 0,-4-4 0,2 4 0,-2-4 0,-2 4 0,4 1 0,-2 1 0,-2 0 0,4 5 0,-1 2 0,-3 1 0,-2-3 0,-1 6 0,1-2 0,3 3 0,1-1 0,0-1 0,-5 6 0,6-2 0,3-1 0,0-3 0,3 1 0,-7 5 0,0-6 0,-5 1 0,0 1 0,5 1 0,0-1 0,-2-1 0,-1-1 0,-3 6 0,7 0 0,-1 0 0,7 0-1394,-3 0 141,7 0 1,0 2-4018,0 3 3731,0-3 0,2 6 0,1-7-897,3 5 429,-1-4 1220,2 5 787,2-7 0,8 7 0,-1 2 0</inkml:trace>
  <inkml:trace contextRef="#ctx0" brushRef="#br1" timeOffset="152">21608 3204 7867,'-17'11'1925,"1"0"1,0-2 981,-1 2-1785,8-4 0,2-9 1,7-3 861,0-6-1899,0-4 0,0-1 0,0 0 0,2-1 1,1-1-1,3-2 0,-3-2 73,-1 2 0,4 0 0,1 0 0,0-3-90,1-3 0,-1 5 1,-4-5-1,5 1 84,1-1 0,-4 5 0,4-5 0,-1 3 202,-5 3 1,4 0 0,-1 0 974,-2-2 1,3 5 1172,-2 7-2382,1 6 0,-4-3 1,3 7-121,6 0 0,-2 5 0,2 2 0,3 2 0,6 4 0,0-4 0,8 2 0,1 2 0,1 1 0,9 3 0,-1-1 0,0 0 0,2 1 0,-9-6 0,3 0 0,-1 1 0,-4 3 0,-11-4 0,4 0 0,-8 0-5441,3-2 4122,-17-2 1,-4-7 1318,-7 0 0,0-7 0,-5-2 0</inkml:trace>
  <inkml:trace contextRef="#ctx0" brushRef="#br1" timeOffset="153">21379 2387 8255,'0'-9'5855,"-2"-4"-3984,-3 7 1,3-1 1729,-4 2-2112,4 3 0,8-7-1101,-1 3 0,3 5 0,-3-5 0,6 4 203,4 2 0,1-2 1,0-1-1,1-3-511,-1 3 1,2 1-1,2 2 1,2 0-81,-2 0 0,-2 0 0,-2 0 0,1 0 0,-1 0 0,-5 0 0,0 0 0,-2 2 0,2 3 0,-6 6 0,-8 4 0,-5-1 0,-1-1-234,-3-2 1,-3 0 0,-1 3-1,-1-1-208,1-2 1,5-6-1,0 4 1,-2 0 50,-1 1 1,3-7-249,0 3 577,0 3 487,2-7 1,9 5 0,11-7 0,4 0-9,1 0 1,0 0 0,2 0 0,2 0-149,2 0 0,-4 0 1,-3 0-270,3 0 0,0 2 0,-5 1 0,-2 3 0,-6 1 0,4-2 0,-1 6 0,-3-2 0,-5 2 0,0 2 0,-2 0 0,-1-1 0,-5-3 0,-1-1 0,-2 4 0,-5-1 0,0 4 0,-1-4 0,1-2 0,0-2 0,-1-3 0,1 3 0,0-1 0,-1-1 0,1 2 0,0-5 0,-1 3-3418,1-3 0,0 4-2051,-1-1 5469,8 1 0,2-14 0,7-1 0</inkml:trace>
  <inkml:trace contextRef="#ctx0" brushRef="#br1" timeOffset="154">6521 7307 7798,'2'-9'836,"2"2"-276,1 0 0,2 3 307,-1-7 1,-2 0 0,5-5 1253,-2-1 0,0 8 3284,-1 4-3672,-5-4 0,9 7-1251,-5-3 0,-3 5 1,3 7-143,-3 9 0,-4 1 0,-1 4 1,-3-1-251,3 2 1,1-2 0,0 7 0,-2 1-84,-1-3 0,-1 6 0,5-6 0,-3 3-148,-2-1 1,1-11 0,3 4 0,-1 0-1751,-3-2 1,1-5 0,5-2-2935,0 2 3169,0-6 0,0-2 1062,0-10 1,0-4-1,-2-6 1,-2 3 593,-1 1 0,-1-7 0,6-8 0</inkml:trace>
  <inkml:trace contextRef="#ctx0" brushRef="#br1" timeOffset="155">6374 7340 8303,'-7'9'-293,"5"-2"1,-5 1 0,7 1 0</inkml:trace>
  <inkml:trace contextRef="#ctx0" brushRef="#br1" timeOffset="156">6374 7487 9666,'0'9'3337,"0"6"0,0-4-1632,0 3 1,0-3 0,0 2-1190,0 5 0,6-2 0,-1 6 0,1-4 1,-1-1-171,0-1 1,3 0 0,-5 1 0,3-1-68,-3 0 0,-1 1 0,0-3 1,2-1 116,1-2 1,1-6-1,-6 6 161,0 2-375,7-6 1,-4 0-179,8-7 1,-5-1-1,5-5 1,1-5-5,3-3 0,1-3 0,1-1 0,-1-2 0,0-2 0,1 1 0,-1 4 0,0 1-352,1 0 1,-6-1-1,0 1-2409,1-1 1,-3 7 0,0-1 2760,-1-2 0,-3-2 0,-5-1 0</inkml:trace>
  <inkml:trace contextRef="#ctx0" brushRef="#br1" timeOffset="157">6865 7242 18958,'16'0'2679,"0"0"1,1 0-893,-1 0-1646,0 0 0,1 0 0,-1 0 0,0 0 0,1 0 0,-1 0 0,0 0-206,1 0 32,-8 0 1,5 0 0,-5 2-451,0 3 0,-3 4 0,-12 8-247,-4-1 0,-5 0 1,-1 1 188,-1-1 0,1 0 1,0-1 245,-1-4 0,8-2 0,2-6 484,0 3 173,5-1 0,-4-3 0,12 2 96,5 1 0,3 1 1,3-6-1,-1 0-49,0 0 1,1 0 0,-1 0-1,0 0 17,1 0 1,-1 0-1,0 0 1,1 0 51,-1 0 0,-1 1 1,-3 3-479,-1 2 0,-5 4 0,3-2 0,-2 1 0,-2-4 0,-5 6 0,0 2 0,-7-4 0,-4 2 0,-3 2 0,-3-4 0,1 0 0,0-2 0,-1-3 0,-1 3 0,-2-2 0,-2 1 0,3 1 0,0-5 0,3 5 0,-2-1-486,-4-1 0,9 0 1,-3-5-1,3 2-7896,4 4 8382,-5-4 0,12-2 0,-5-10 0</inkml:trace>
  <inkml:trace contextRef="#ctx0" brushRef="#br1" timeOffset="158">18420 6228 7868,'-7'55'-149,"-4"-1"1,-3-6 0,-3 4 0,1-3-1,0-5 1,-1-1 0,1-4 112,0-1 0,5-4 0,2-7 1,1-5-1,3-4-46,-2-1-5,5-8 1,-5-4 0,8-10-1,3-8 20,2-7 0,6-2 0,-1-9 62,4-3 1,6-8 0,3 2 0,0 0 0,3-2-3,4 1 1,-8 3 0,10-4 0,-2 4 26,0 7 0,-4 0 0,-2 11 0,1 5 39,-1 8 0,1 14 0,-1 12 1,-7 11 7,-5 12 1,-9 7-1,1 4 1,-3 1-25,-2-1 0,0-9 0,0-8 0,0-5-118,0-4 1,7-14 0,6-2-19,7-8 1,-2-17-1,6-6 1,-3-6 46,1-1 0,7-6 0,-3-5 0,1 2-4,0 2 0,-5 1 0,5 2 0,2 4 58,2 5 0,-4 11 1,1 6-1,1 6 65,2 10 1,-4 7 0,-2 15 0,1 0-33,-1 0 1,-3-3-1,3-2 1,-1-7-32,-4-2 1,0-10-1,0-6 1,4-6-26,1-8 1,-3-6 0,3-4 0,-1-7 8,-4-2 1,3 4 0,-1 2 0,-2 3 27,-2-1 0,-7 7 0,0 10-6,2 3 0,-4 6 1,0 5-1,0 7 26,0 2 0,-3 2 1,3 0-1,0 0-41,0-5 0,2-1 1,5-8-1,2-3 13,4-1 0,-2-2 0,7-2 0,2-3-19,2-6 1,0-3-1,-2-3 1,0 1 1,6-1 1,-6 7 0,7 0 0,2 3 1,2 4 0,2 10 1,3 11-1,-1 13-19,1 11 1,-5-1 0,-2 3 0,-1 1 9,1 3 0,-9-8 0,2-8 0,-4-10-42,-2-9 1,-3-6 0,4-9-1,-3-5 103,-3-9 0,6-10 0,-1-10 0,2-4-36,1-2 1,-1 4-1,5-4 1,1 2 36,0 4 1,1 9 0,3 7 0,1 7 39,-2 8 0,-1 6 0,-4 8 0,-2 10-22,-2 4 1,-7 6 0,2 8 0,-4 1-81,-2-2 1,0-9 0,-1-5-1,0-4 21,1-1 1,-7-8 0,11-4 0,0-3-90,-2-2 1,2-2 0,0-3 0,4-8-50,1-7 0,2 2 1,4-4-1,-2 4 97,-2 2 0,-5-1 1,4 3-1,-1 1 5,1 2 1,1 6-1,4-4 1,0 1 23,1 5 1,-3-5-1,9 3 1,-1 0 181,1-3 0,0 5 1,9-8-1,6-2-160,3-2 0,-7 3 0,4-1 0,0-1-35,-3 1 1,3 7 0,-2 3-1,0 6-21,-4 8 1,-7 13 0,2 7-1,-1 7 112,1 4 0,-9-11 0,3-1 0,2-2 155,2-3 1,-1-10 0,2-1 0,1-5-401,0-5 1,-6-15 0,2-7 0,-1-6-450,1-5 617,-11-2 0,11-1 0,-12-1 0</inkml:trace>
  <inkml:trace contextRef="#ctx0" brushRef="#br1" timeOffset="159">18388 5395 7832,'-6'21'490,"-1"3"1,0 1 0,-2 4 270,0 2-787,-2 2 0,0 3 0,2-1 1,0-6-1,1-4 0,1-5-434,3-1 0,4-10 359,6-4 0,-2-7 0,6-7 0,3-9 1,4-7-1,2-10-320,3-7 0,6-5 381,-7-2 0,8-2 0,-3 0 0,1 0 0,0 6 0,1 5 80,-3 9 1,4 8 0,-7 12 0,-2 7-37,-2 8 1,-9 12 0,-4 13 0,-1 7 92,2 8 1,-5 3-1,5 2 1,-3-1-122,3-5 1,-2-3 0,5-9-1,0-4-70,0-5 0,2-9 0,5-4 0,2-2 28,4-3 1,-4-3 0,6-2-1,-2-3-9,-1-1 0,1-6 0,-6 3 0,1 1-10,-1 0 0,-5-4 1,0 6 31,2 1 1,-4 2-1,2 2 125,1 0 1,-3 6 0,0 1 0,1 2-70,-1 4 0,2-6 0,5-2 1,0-3 29,1-2 0,6 0 1,4-3-1,4-7 13,2-6 0,2-13 1,1-2-1,2-7 2,-2-4 0,-1 4 0,-3-4 0,1 2-19,0 4 0,-6 14 0,-1 8 75,-3 5 0,-8 18 0,-10 16 0,-3 15-11,-2 15 0,0 1 0,0 4 0,0 0-140,0-2 0,7-9 0,2-13 0,2-7-93,0-7 1,2-6 0,7-5 0,2-5 91,-2-4 1,0-11 0,-1-8 0,5-8 53,2-6 0,-5-4 0,7-1 0,1-4-38,1-2 1,3 4 0,0-4-1,0 2 20,-1 4 0,1 9 0,-2 7 0,-2 7 14,-2 8 0,-5 7 0,3 8 0,1 14 81,-1 11 0,-3 1 1,3 6-1,-1-1 9,-4 1 0,0-11 1,0 0-1,4-6-18,1-5 0,-5-9 1,4-5-1,-3-4-83,1-2 0,2-2 0,-4-4 0,2-6 3,-2-8 0,-1 1 0,1-4 0,4 1 13,1 0 1,-5 0-1,2 6 1,-4 2 38,-1 3 1,-1-2 0,0 7 0,1 3 11,-1 1 1,0 2 0,1 0 0,1 0-74,4 0 1,-2 0 0,5 0-1,1 0 39,-1 0 0,4 0 0,7-2 1,4-3-60,2-6 1,-9-9 0,3-2 0,0 0-40,-1-1 1,-6 5 0,-5-4-1,-4 5 129,-6 6 0,-7 4 51,4 7 1,-7 9 0,1 8-1,-3 8-96,-2 6 0,6-6 1,1-3-1,2-2-104,4 2 0,1-9 1,3 1-1,-1-5 15,0-5 1,2-2 0,2-4 0,4-4 48,1-4 0,-3-7 1,4-3-1,-1-3 29,1-3 1,-5 1 0,5-2 0,-3 3 119,-3 0 1,-2 6-1,-1-2 1,-1 6-49,1 3 0,-1 7 0,0 0 0,1 8-45,-1 7 0,0 9 0,1 4 1,-1-1-155,0 1 0,1 3 0,1-5 1,2-2-46,2-2 0,1-2 1,-3-1-1,4-4 68,1-6 1,-5-3 0,4-4 0,-2-3 1,-1-6 0,1-9 0,-5-4 0,-3 1 70,-3-1 0,2-3 0,-8 5 0,1 2 70,1 2 0,-4 2 0,7-1 0,-1 3 101,0 3 0,2 3 0,5 8 0,2 0-60,4 0 0,3 2 0,8 2 0,1 1-72,5-1 0,4 0 0,10-1 1,3 3-114,2-3 1,-9-1-1,2-2 1,-4 2 96,-7 3 0,-11 6 0,-9 9 1,-7 4 97,-7 1 1,-12 3 0,-5 4 0,-5 1-109,-6 0 20,4-8 0,-20 6 0,3-6 0</inkml:trace>
  <inkml:trace contextRef="#ctx0" brushRef="#br1" timeOffset="160">18110 4250 8388,'-16'0'-156,"-1"0"0,8 8 1,4 2-1,3 7 211,2 5 1,0 10 0,0 12-1,0 5-13,0 5 0,2 3 0,1 1 0,5-5-57,1-3 0,-4-11 0,4 2 0,0-8-106,0-6 0,-3-12 69,5 1 1,0-18 0,3-3 0,-1-11 1,-2-12 0,0-1 0,5-16 1,2-6-17,4-7 1,-2-2 0,7-2 0,2-3 39,2-2 1,-4 3 0,1-5 0,1 7 13,1 8 1,-2 12 0,-3 9 0,1 11 38,-1 10 0,-5 19 1,2 18-1,-4 15 106,-2 15 1,2 10 0,2 8 0,4 7-23,1 3 1,-3-8-1,4 5 1,-1-6-100,0-5 1,3-14 0,3-10 0,-1-7-8,3-7 1,-9-7 0,7-1-1,-4-4-214,-2-10 0,-5-8 0,2-6 0,-2-8 89,2-7 1,-8-7-1,6-11 1,2-6 38,2-3 0,-2-11 1,5-4-1,2-5-6,2-2 1,1 4 0,1-10 0,0 1 63,-1-1 0,-4 12 0,-3 1 1,-1 7 94,-4 8 0,3 18 0,-3 9 0,-3 20 78,-5 20 1,-6 16 0,3 23 0,0 10-5,0 9 0,-3 2 0,4 9 0,3-4-6,2-5 0,1-9 0,0-4 0,3-9-130,2-9 0,-1-18 0,6-4 0,-1-7-88,1-3 1,-5-8-1,5-4 1,-1-3-56,1-2 1,-5-7-1,5-6 1,-1-7 68,1-7 0,-5-6 0,7-5 0,1-6 55,2-3 0,3-9 0,1-2 0,1-4 31,0-4 0,-5 5 0,7-10 0,-1 5-20,1 7 0,-7 11 0,3 17 0,-1 13-3,-4 11 0,-5 14 1,1 10-1,-1 10 1,-4 9 1,3 6-1,-1 5 1,-2-1 105,-2-3 0,-2-10 0,1 1 0,-1-3-139,0-7 0,6-4 0,2-6 0,1-1 8,4-2 0,2-7 1,4-3-1,3-8-124,5-9 1,1-13 0,1-2-1,3-7 119,-3-4 1,0-2 0,4-5 0,1-3 28,-1-8 0,-6 3 1,-1-12-1,0-1-34,-1-3 1,-8 4-1,3 2 1,1 12 25,-3 17 1,1 20 0,-3 20 0,-1 16-12,-3 18 1,1 6-1,-8 14 1,1 1 204,2 3 0,-6-8 0,4-1 0,-2-4-88,2-7 1,-2-3 0,7-8 0,2-6-159,2-6 1,1-7 0,1 1 0,2-5-62,3-4 1,-9-4 0,2-2-1,-4-3 83,-2-2 0,-5-2 1,2-4-1,-4 3 93,-1 1 1,-1 2 0,2-4 0,2 2 73,2-2-128,7-1 0,11-17 0,11-4 0</inkml:trace>
  <inkml:trace contextRef="#ctx0" brushRef="#br1" timeOffset="161">7012 9236 7892,'0'-16'884,"1"0"385,5-1 1,-4 6-1,3 0 1344,-3-1 32,-2 4-1762,0 1 1,2 9-1,1 3-430,3 6 1,1 6 0,-3 4 0,3 7-37,2 3 0,0 9 0,4 1 0,-2 3-133,2-1 0,-4-4 0,0 2 0,0-1-753,0-3 0,0-5 1,2-4-1,-6-7-4980,-3-2 4172,5-10 1,-5-9-1,4-11 1,-6-6 716,-6-4 0,3 2 0,-8-4 560,-2-1 0,-2-1 0,-1-8 0</inkml:trace>
  <inkml:trace contextRef="#ctx0" brushRef="#br1" timeOffset="162">6783 9367 8349,'-7'11'1767,"-4"0"1,-4 0 3526,-1 5-4520,7-7 1,1-3 0,10-12 0,4-5 254,5-3 1,3-4-1,1-2-778,-4-2 1,9-2 0,-4 4 0,2-3 0,0-1-192,-1 0 0,-1-3 0,-2 5 1,-1 0 20,-2-1 0,0 5 0,5-4 0,-1 4-549,-4 1 1,1 1-1,-4 0 202,1-1 1596,-6 8-832,12 2 0,-11 7 0,6 0 0,3 2-41,2 3 0,-4-1 0,-1 5 1,3 0-458,2 0 0,1 0 0,0 4 0,1-2 0,-1 2 0,0-4 0,-1 2 0,-2-1-99,-2 0 0,-6 2 0,6-5-1929,2 3-1662,-6-7 0,2 4 3690,-4-7 0,5 0 0,6 0 0</inkml:trace>
  <inkml:trace contextRef="#ctx0" brushRef="#br0" timeOffset="163">18420 11247 6567,'0'-9'3681,"0"0"-1879,0 3 346,0 4-486,0-5-232,0 7 1,0 2-957,0 3 0,0 1 1,0 8-1,0 6 1,0 4 406,0 5 0,0 4 1,0 5-668,0 6 1,0 3 0,2 4 0,2-1 0,3 1-449,2-3 0,-5-10 0,3-2 1,-1-7-2395,-1-7 0,2-4 1502,-1-2 1,-4-14 0,5-5 0,-2-8 169,1-6 1,-1 3 0,-5-12 0,0-1 437,0-4 1,0 8-1,0-10 1,-2 2 517,-3 0 0,-4-1 0,-8-1 0</inkml:trace>
  <inkml:trace contextRef="#ctx0" brushRef="#br0" timeOffset="164">18371 11198 7937,'-14'2'9830,"3"3"-8689,4-3 0,14 5 1,6-7-1,5 0-337,4 0 1,7-5 0,-2-2 0,4-1-379,1 1 1,3-4 0,1 4 0,4-2-74,2-4 0,-4-2 0,6-1 1,1 0-354,2-1 0,-3 7 0,-2-1 0,0 0 0,-1 2 0,-3 0 0,4 5 0,0-2 0,0 3 0,-4 1 0,5 2 0,3 0 0,1 0 0,4 0 0,2 0 0,1 0 0,-1 0 0,5 0 0,-2 0 0,0 0 0,-1 0 0,-10-2 0,6-1 0,-5-3 0,-1 3 0,-3-5 0,1 3 0,3 1 0,1 2 0,4-3 0,0-2 0,1-1 0,1 1 0,-6 0 0,6 3 0,-4-1 0,0 1 0,-15 0 0,10 1 0,-2-3 0,-2 3 0,2 1 0,-8 2 0,2 0 0,1 0 0,-6 0 0,7 0 0,-4 0 0,-1 0 0,0 0 0,-1 0 0,1 0 0,0 0 0,-1 0 0,-1 0 0,-2 2 0,-1 3 0,-8-3 0,1 3 0,-1-3 0,2-2 0,-4 0 0,4 0 0,-4 0 0,-1 0 0,1 0 0,2 0-148,1 0 1,1 0 0,-5 0-213,-1 0 0,-5 0 251,0 0 1,0-2 0,5-1 36,0-3 1,-1-1-1,-2 4 492,-3-3 1,-4 1 434,5 5-849,-8 0-6,5 0-533,-8 0-1415,0 0 3062,-8 0-166,7 0-529,-7 0-786,8 0 0,0 1 0,0 5 210,0 5 0,2 3 0,2 3 1,3 1 126,2 4 0,-3 5 1,3 9-1,0 4 316,0 2 0,-4 2 0,4 3 1,-1-2-112,-5-1 1,5-6-1,-3 4 1,0-1-176,3 1 0,-6-11 0,3 0 0,-3-6 0,-2-5 0,5-1 0,1-3-177,-3 0 0,1-7-547,1-3 857,-3-4 233,5-2 0,-8 0-295,-5 0 0,-3 5 0,-7 0-71,-1-1 0,7-2 0,-1 0 0,-4 1 0,-5 3 0,2-1 0,-6-5 0,1 0 0,-4 0 0,-10 0 0,-3 0 0,-3 0 0,-8 0 0,-7 0 0,-11 0 0,-6 0-136,-5 0 0,6 0 1,-10 0-1,3 0-277,2 0 0,10 2 0,-1 2 0,-3 3 371,2 2 0,4-3 0,-6 3 0,3-2 413,0-3 1,12 3 0,-7-2-1,1-1-152,1-2 0,10-2 0,6 0 1,2 0-220,-3 0 0,1 0 0,-9 0 0,1 1 0,3 5 0,1-4 0,-13 5 0,-3-2-59,0 1 1,5 5 0,4-4 0,2 0-120,3 1 0,4 3 1,7-4-1,6 0 21,1 0 0,12 1 0,-8-5 1,4 3 57,1-3 1,4-1 0,-3 0-1,1 2-66,4 1 0,-3 0 0,-1-5 0,-1 0-36,-4 0 1,3 0-1,1 2 1,1 2-434,4 1 0,2 3-962,2-3 0,1-1 344,4 7 0,6-8 1,10 3 1251,6-5 0,11-1 0,4 0 0</inkml:trace>
  <inkml:trace contextRef="#ctx0" brushRef="#br0" timeOffset="165">18780 11803 7895,'-9'11'502,"2"-2"1820,-1-2-1822,7-2 1,-7-3-1,6 2 1,-1-1 118,-3-4 0,1-1 0,3-9 0,-1-2-270,-3-1 0,-1-3 1,3 1-1,-1 0 23,1-1 1,0-1 0,1-4-1,-3-5-319,3-4 1,1 4 0,2 0 0,0-2-200,0-2 0,0-2 1,2 0-1,1 3-178,3 2 1,5 3 0,-4 5-1,2-2-259,4 2 1,-4 7-1,2 4 119,1 2 1,3 2 0,1 5-1,1 0-18,-1 0 1,0 5 0,-1 2 0,-2 2 51,-2 4 1,-2 2 0,3-1 0,-3-1-422,-1-2 0,-3 0 0,-5 5 851,0 0 0,0 1 0,0-1 0</inkml:trace>
  <inkml:trace contextRef="#ctx0" brushRef="#br0" timeOffset="166">18633 11607 16712,'18'0'23,"2"0"1,2 0 0,0 0-1648,1 0 1,1-2 0,5-2 1623,-2-1 0,0-1 0,6 6 0</inkml:trace>
  <inkml:trace contextRef="#ctx0" brushRef="#br0" timeOffset="167">19009 11590 7895,'0'26'368,"0"-5"0,0-1 892,0 2 0,0-7 0,0 5 0,0 0-345,0-2 1,2 0 0,1-2-2175,3 1-107,-1-8 0,-5-6 0,0-12 1366,0-7 0,0-11 0,0 1 0</inkml:trace>
  <inkml:trace contextRef="#ctx0" brushRef="#br0" timeOffset="168">18960 11345 12825,'-7'9'2026,"5"0"-2805,-4-3-1943,4-5 2722,2 7 0,8-1 0,1 2 0</inkml:trace>
  <inkml:trace contextRef="#ctx0" brushRef="#br0" timeOffset="169">19221 11590 8749,'0'33'1107,"0"0"1,0-6-1,-2 0 1,-1 0 896,-3-1 0,1-3-1241,5-6-1011,0-8 1,0-4-1,0-10 1,0-8-128,0-7 1,0 2-1,2-4 1,1 2 27,3-2 1,1 2 0,-3-5 0,3 1 187,2 4 0,-3 2 1,4 2-1,1 0 408,-2-1 1,6 6 0,-4 2 263,3 2 0,3 1 1,-1 6-1,0 2-22,1 4 1,-6 3 0,0 7-1,1 1-380,3-1 1,-4 6 0,-2-1 0,-2-1-579,-3-1 0,-1-5 0,1-1-2700,1-2 1,1-6 3166,-6 6 0,0-15 0,0 3 0</inkml:trace>
  <inkml:trace contextRef="#ctx0" brushRef="#br0" timeOffset="170">19581 11541 9694,'0'11'2424,"0"0"1,0 0 0,0 5-2228,0 1 1,5-1-1,1 0 1,-1 1-1022,3-1 0,-7 0 0,7 1-726,-1-1 1,-5 0-356,3 1 1905,-3-8 0,5-9 0,2-9 0</inkml:trace>
  <inkml:trace contextRef="#ctx0" brushRef="#br0" timeOffset="171">19548 11345 8068,'-16'0'4427,"5"0"-5895,0 0 1468,7 7 0,4 2 0,10 8 0</inkml:trace>
  <inkml:trace contextRef="#ctx0" brushRef="#br0" timeOffset="172">19875 11410 8382,'-16'11'1067,"-1"0"0,7-2 1,-1 4 607,-2-2 0,-2-2-1606,-1 2-1782,7-4 1308,2-7 0,14 0 0,4 0 0,3 0-9,3 0 0,-1 6 0,0-1 0,1-1 1090,-1-3 0,0 1 0,1 2 195,-1 1 1,0 6 0,-1-3-1,-2-1-181,-2 0 1,-8 0-1,5-3 1,-3 3-547,0 2 0,-1 0 0,-8 4 0,-3-2-281,-2 2 0,-7-4 0,-6 2 0,2 0-468,2-2 0,-4 3 0,0-6 0,2-1-1301,2 3 0,2-7 1,-1 3 1905,1-8 0,0-5 0,-1-7 0</inkml:trace>
  <inkml:trace contextRef="#ctx0" brushRef="#br0" timeOffset="173">19924 11231 15621,'0'10'2746,"0"1"-2595,0 2 1,0 2 0,2 1-1,2 2 34,1 4 1,2 3-1,-3 8 1,3 0-129,2-1 1,-5-4 0,1-1 0,-3 0-568,-2-1 0,2-3 0,2-6-1502,1-1 1286,1-7 1,-6-9 0,0-13 0,0-5 587,0-4 1,5 1 0,0 4-1,1 1 873,1-1 0,-3 7 227,7-1 0,0 7-145,5-1 1,0 10 0,-1 6-682,-4 3 1,-4 3 0,-5-1 0,1 1-1119,3-1 0,-1-5 0,-5 0-2776,0 1 3758,0-4 0,8-8 0,1-9 0</inkml:trace>
  <inkml:trace contextRef="#ctx0" brushRef="#br0" timeOffset="174">20186 11525 9141,'11'5'2124,"-1"1"1,-4-1 0,5-5-1965,2 0 1,1-5 0,2-3-1,1 1-56,-1 0 0,-5-6 0,0 4 0,0-2-416,-2 0 1,5 0 0,-5-5-104,1 0 1,-3 5 0,-7 0 492,0-2 0,-2-1 0,-3-1 62,-6 4 1,-4 4-1,-1 7 1,-1 0 154,1 0 1,0 2 0,-1 3 47,1 6 0,5 4 1,2 1-1,2 0-115,3 1 1,1 1 0,-1 2-1,-2 2-100,3-2 1,1-2-1,2-2 1,2 2-535,3 4 0,-1-9 1,5 3-1,0-3-866,0-4 1,-3 0-1,4-5-34,3 1 0,2 1 0,-1-8 797,-3-4 1,2 3-1,-6-8 509,2-2 0,-5-1 0,3-3 0</inkml:trace>
  <inkml:trace contextRef="#ctx0" brushRef="#br0" timeOffset="175">20529 11165 9655,'-16'0'1666,"6"0"1,3 2 0,7 3 0,0 6-1343,0 4 0,0 1 1,2 1-1,2 1-163,1 4 0,6-2 1,-4 5-1,2 0-37,4 1 0,-4-6 0,0 2 1,0-2-384,0 1 0,-5-8 0,3 3-988,1-1 1,-7-6 278,5 2 1,-6-9 675,-6-2 0,3-6 1,-8-6-1,-2 2 212,-1 3 0,3-4 1,0 4-1,-2 0 215,-1 0 1,-3 1 0,1 6 171,0 0 1,-1 2 359,1 3 0,7-1 0,3 7 0,4 2-132,2 1 0,2 2 0,4 1-691,5-1 1,1-5 0,1-2 0,-2-2-32,2-3 0,1-2 0,3-2-4141,-1 0 4328,0 0 0,1 0 0,-1 0 0</inkml:trace>
  <inkml:trace contextRef="#ctx0" brushRef="#br0" timeOffset="176">20741 11165 9943,'-9'7'2658,"0"-5"-2119,4 4 1,3-3 20,-3 3-247,3-4 0,4 10 0,3-4 1,6 1-1,2 3 0,-1 3 200,-1 1 1,0 1 0,5 1-1,-1 2 154,-4 2 0,3 5 0,-5-4 1,2 1-676,0 0 1,-5-1 0,3-3-1,-2 2-1994,-3-2 0,3-2 51,-2-1 0,3-8-1153,-3-4 3104,-3-3 0,5-9 0,-7-2 0</inkml:trace>
  <inkml:trace contextRef="#ctx0" brushRef="#br0" timeOffset="177">20954 11378 9448,'-9'7'2046,"-4"-3"-1136,8 6 0,-1-4 0,6 5-787,0 2 1,0 1 0,0 2-1,2 1 149,3-1 0,-3 0 0,4 1 0,-3-1 495,3 1 1,-4-1-508,3 0 1,-1-1-292,1-4 0,-3-6 0,3-12-528,-3-10 0,0 1 0,2-6 0,1 4 184,-1 2 1,3-6-1,0 0 1,1 2 272,-1 2 1,0 7-1,-3 0 1,3 0 168,2 2 1,-4-3 0,6 6 1398,2 3 1,-4 1-941,2 2 1,-2 7-1,2 4 1,-5 3-589,-5 3 1,5-1-1,-1 0 1,-1 1-534,-2-1 1,-2 0 0,1 1-1295,5-1 0,-4-5-1763,3 0 3652,-3-7 0,-2 10 0,0-5 0</inkml:trace>
  <inkml:trace contextRef="#ctx0" brushRef="#br0" timeOffset="178">21232 11214 8727,'-9'0'6236,"9"7"-5815,11 4 0,1 9 0,1 4 1,-2 1-203,2 4 0,-4-1 0,2 3 0,-1 3-241,0 1 0,4-6 0,-5-4 0,0 1-66,-3-1 0,1-5 0,0 0-2321,2-7 0,-3-6 0,5-7 112,1 0 2297,-4 0 0,6-7 0,-5-2 0</inkml:trace>
  <inkml:trace contextRef="#ctx0" brushRef="#br0" timeOffset="179">21510 11329 8251,'-17'0'5343,"6"0"-2305,0 0-2483,8 0 0,-10 1-311,8 5 0,-1 3 0,6 7 4,0 1 0,0-1 0,0 0 0,0 1-105,0-1 0,0 6 1,0 0-1,2-2-463,3-2 1,-1-2 0,5 1-200,-2-1 0,6-2 0,-4-1-143,0-2 0,6-7 616,-4 1 1,3-5 115,3-5 1,-3-4-1,-1-8 59,-2 1 1,-8 0-1,3-1 1,-3 1 28,3-1 1,-4 7 0,3-1 0,-3-4-66,-2-5 0,0 6 0,-2-8 281,-3-4 1,1 6 0,-5 2 0,0 6 139,0-1 1,0 4 0,-4-2 0,2 0-115,-2 2 1,4 2 0,-2 7-627,-1 0 1,-3 0-897,-1 0 0,1 1 0,4 5-936,6 5 1,1-4 0,1 0 2057,-3 1 0,1 1 0,5 7 0</inkml:trace>
  <inkml:trace contextRef="#ctx0" brushRef="#br0" timeOffset="180">6963 8206 15673,'-17'0'772,"6"0"1,0 0 0,-1 0-1,-3 0 806,-1 0-1363,-8 0 0,-1 0 0,-8 0 0,0 0 0,-1 0 0,-2 0 0,-4 0 854,-2 0 0,-2 0-920,-5 0 1,-2 0 0,-3 0 0,-8 0 0,-3 0 0,-4 0 616,0 0-1074,-2 0 336,-11 0 0,6 8 0,3 1 0,3 2 0,4-1 0,3 3-24,6 2 1,5 1 0,4-1-1,1-3 164,-2-1 1,15-2-1,-10 4 1,2-4-70,2-2 0,4 1 1,7-5-1,0 5 14,5 1 1,4-4 0,4 4 0,0 0-115,-1 0 0,6 4 0,2 7 1,0 4-289,0 1 0,5 2 0,-1 4 0,3-2 173,2-2 1,0-1 0,0 1 0,0-5-70,0-4 0,0-7 0,0 0 36,0 2 1,6 1 0,1 2 0,2 3 485,4 2 0,1-1 1,3 8-1,3 1 11,7 2 0,2 3 0,16 2 1,6 4-183,7 2 0,8-9 0,3 1 0,7 1-115,9-1 0,4-8 1,-35-11-1,1 1 0,2-3 1,1-1-96,3-1 1,1-2 0,-1-2 0,2-1 0,4-1 0,2-1 0,0 0-1,0-1-42,-1-1 1,0 0 0,-5 0 0,-1-1-1,5 1 1,1 0 0,2 1 0,1 0-14,2-1 1,-2-1-1,-5 0 1,-1 0 0,2-1-1,0 0-27,-7 0 1,0 0 0,6-2 0,-1-1 0,-9-1 0,0 0 0,2 1 0,1-1 0,0 0 0,1-1-92,-1 1 0,-1-1 0,-10 0 1,-2-1-1,39-10 0,-1-1-303,-4 1 1,-4 0 0,9 1 0,-3 2 122,0 2 0,-9 6 0,5-6 0,-8-2 119,-6-1 1,-13 3-1,-2 0 1,-4-2-40,-5-1 0,-12-3 0,2 3 1,-4-1 118,-6-1 0,-2 3 0,-2-8 0,1 1 310,-1-2 0,-5 2 0,-2-6 0,0-1 222,0-4 1,-3 6-1,3-10 1,-2 3-284,-3 2 0,-3 1 0,-1-3 0,-1-1-16,-5 0 1,-3 6-1,-9 0 1,-6-2 111,-8-2 1,-5-4 0,-10-1-1,-6-2-177,-3 2 0,-9-1 1,-15 3-1,33 15 1,-2 1-84,-5-1 1,-1 2 0,-2 5 0,-1 1 0,-5-4 0,-3 2 0,-3 3-1,-2 2-106,-5 2 0,-2 1 1,-2 1-1,-2 1 1,21 2-1,-3 2 1,1-1-1,-3 0 1,1 1-1,-1 0 184,0 0 1,-2 2 0,3-2 0,-25 0-1,0 0 1,26 1 0,-2 0 0,1-1 0,1 0-1,0-1 1,0-1-25,1 0 0,0 0 0,2-2 0,-16-1 0,3-3 0,4-2 0,2-2 0,8 0 0,2 0-816,8 1 0,2 0 0,-28-6 875,5 5 0,7-7 0,15 7 0,4 0 0</inkml:trace>
  <inkml:trace contextRef="#ctx0" brushRef="#br0" timeOffset="181">17342 11378 7910,'-2'-11'4543,"-4"2"-1249,-5 1 1,4 1-2254,2 2 0,5 3 0,5-4 351,6 5 0,9 1 0,4 0 0,3 0-1158,7 0 1,1 1-1,9 3 1,1 3-235,2 2 0,8 2 0,-1 6 0,-1-1 0,-2 0 0,-8 3 0,-1 1 0,-2 1 0,-4-1 0,-8-2 0,-7-1-6571,-3-1 4309,-1 1 1,-10-8 0,-5-6-301,-6-6 0,-8-8 2562,1-11 0,-4 4 0,-1-6 0</inkml:trace>
  <inkml:trace contextRef="#ctx0" brushRef="#br0" timeOffset="182">17930 11231 7856,'-16'7'3793,"-1"-5"1,3 7-2858,3-4 0,6-3 1,10 3 177,6-3 0,5-2 0,4 0 0,4 0-668,1 0 0,-3 2 1,5 2-1,2 1-24,2-1 1,2 3-1,-2 0 1,-2 1-228,-2-1 1,0 4 0,4-4 0,-4 2-279,-5 4 0,-4-4 1,-1 2-1,-3 2 193,-3 1 0,-2-3 0,-5 0 0,1 2 289,-1 1 0,-4 8 0,-4 0 0,-3-2-399,-2-2 0,0-2 0,-4 1 0,2 1 0,-1 3 0,2-2 0,0 2 0,-3-1 0,-2 2 0,-1-4 0,0 4 0,-1-4 0,1-1 0,0-3 0,-1-1 0,3-2 0,3 2 0,-4-6 0,6 0-3175,0 0 0,0-5 512,4 4 0,3-12 0,-4-5 2663,5-3 0,1-3 0,0 1 0</inkml:trace>
  <inkml:trace contextRef="#ctx0" brushRef="#br0" timeOffset="183">3890 9678 7791,'-17'0'1741,"1"0"0,-2 0 1,-2 0-809,-2 0 0,-9 1-611,-1 5 0,-5-3 0,-8 8 0,-4 0 0,-2 0 0,-7 0 229,-4 2 0,-3-2-502,-1 5 1,1-7-1,0 11 1,-1 2-1,4 1 1,6 7 93,7 0-209,11 3 1,-7 7 0,6 4 0,5 1-1,5 1 1,9-5-163,7-1 0,0 4 0,8-6 0,3-4 0,8-4-98,10-9 0,9-1 0,15 0 0,9 2 284,10-2 0,8-2 1,7-3 1,8-4 0,-33-5 0,2 0 1,2-2-1,1-2 0,4 0 0,2-1 1,4 1-1,1-2-53,1 0 1,1 0 0,-4 0-1,1 0 1,4 0 0,2-2-1,2 1 1,1-1 20,3-1 0,1 0 0,-7 0 1,-1-1-1,6 2 0,-1 0 1,-2-1-1,0-1-25,-4 0 0,-2-1 0,-5-1 0,0-1 0,2-1 0,-1-2 0,-2 0 0,-2 0-113,-1 0 0,-1 0 1,33-6-1,-42 3 0,0-1-24,37-15 1,-12-2-1,-13-2 1,-9 2-1,-1 2 125,-3 2 1,-6 1-1,2-1 1,-3 4 133,-2-1 1,-3 6 0,-5-4-1,-5 4 67,-8 2 0,-10-1 0,-1 1 400,-3-1 1,-16 3-1,-10 1 1,-12 4-55,-13 2 0,-4-6 1,-13 4-1,-4 0-353,-3 4 0,-9-3 0,2 3 0,-10-1-238,39 3 1,0-1 0,-2 3-1,-1 0 1,-10-2 0,-1-1-1,-3 1 1,0 1-223,-4-1 1,0 0 0,1 0 0,-1 1 0,-7 1 0,-2 2 0,-3-1 0,-1 0-1111,-2-1 0,1 2 1485,6 2 0,-1 1 0,-6 1 0,-1 3 0,6 1 0,1 2 0</inkml:trace>
  <inkml:trace contextRef="#ctx0" brushRef="#br0" timeOffset="184">17963 7536 8089,'-8'22'326,"-2"0"1,2-1 0,1-2 0,2 2 0,-1 8 433,3 8-588,1 5 1,7 19 0,4 8-1,4 8 1,5 8 0,2 0 0,2 3 11,0-3-318,7-5 1,-11 5 0,6-12 0,-5-10 0,1-3 0,-1-5 0,1-1-124,-2-1 0,-6-15 1,-1 6-1,2-2-71,2-4 1,-4-6-1,-1 5-264,3-8 399,-6-13 1,1-18-1,-8-12 1,0-12 184,0-10 1,0-4-1,0-18 1,0-2 175,0-4 1,-6-1-1,1-13 1,-1-4-103,-1-1 0,5 1 0,-5-9 0,4 44 0,-1 0-32,-2-4 1,1 0 0,0 2 0,1 0 0,-1-6 0,1-1 0,-1 4 0,1 1-13,-1 1 1,0 3 0,2-25-1,-3 8 1,6 19-49,6 17 1,-3 14 0,8 21 0,4 13 149,5 16 1,7 12 0,11 21 0,-15-28-1,1 3-21,5 7 0,1 2 0,-3-2 1,2 1-1,5 11 0,1 1 0,0 0 1,1-1-47,0 1 0,0-2 1,-4-7-1,0-1 1,-1-2-1,0-1 1,-4-3-1,0-1-18,-3-4 0,-1-3 0,16 24 0,-3-10 0,-7-14-437,-7-11 1,-10-5 240,-1-8 0,-2-8 1,2-10-71,-5-13 1,1-3-1,-2-11 1,-1-6 79,-2-6 0,-2-1 0,0-2 0,0-1 230,0-2 1,0-4 0,0-2-1,-2-3-94,-3-2 1,-4-4 0,-8-9 0,1-7-1,0-7 1,-1-1 0,1-3 0,1 8 8,4 12 0,-1 12 0,8 21 134,6 14 1,2 22 0,10 22 0,6 18 74,4 16 1,10 10 0,-13-25 0,2 1 0,0 3-1,1-1-169,0 0 1,1-1 0,-1-2 0,1-2 0,22 32 0,-1-6-141,-3-6 0,-6-14 0,-1 0 1,-5-12-107,-4-7 1,-13-12-11,3-9 1,-10-5 0,2-5 0,-2-8 135,-3-7 0,0-7 0,-1-11 0,5-7 103,1-8 1,-4 0-1,4-7 1,0-3-37,0-6 1,2-4 0,4-9 0,-2-7 52,-8 43 1,0 0 0,12-36 0,6-3 0,3 16 53,3 12 0,-2 30 0,4 20 1,5 25 19,4 24 1,0 27 0,-17-27 0,0 3-1,1 4 1,1 2 27,1 6 1,-2 0-1,-3-5 1,-2 0 0,3 4-1,0 0 1,-3-6 0,0-2 17,0-3 1,0-2-1,10 22 1,2-9 0,-5-7-214,-6-9 0,-2-11-134,-2-7 1,-5-13 0,-2-9-92,-2-9 1,1-7 0,-3-6-1,6-7 209,4-7 1,1-3 0,-2-6-1,-1-2 64,-2 1 0,0-1 0,5-5 1,1-7 249,-1-4 1,6-1 0,1-10 0,1 1-58,0 4 0,5 11 0,-4 13 0,4 16 14,4 16 0,-10 20 1,10 15-1,-2 18 2,0 16 1,-6 6 0,-3 12-1,-2 1 95,2-1 0,-8-5 0,5-1 0,-3-9-221,-3-4 0,-1-19 0,3 4 0,-2-7-193,-3-9 1,0-10 0,2-5 0,-1-2-45,2-3 1,1-11-1,3-8 1,1-7-260,4-3 1,-4-4 0,4-9-1,-2-6 401,1-3 1,-2-4-1,2-3 1,-1-8 140,2-7 1,-2 0-1,6-4 1,-1 2 39,0 2 1,3 15 0,2 1 0,0 19-46,-3 16 1,-7 21-1,2 26 1,-4 28-16,-2 24 1,-8-35 0,0 1 0,0 4 0,-1 1 0,-1-1 0,1-2 38,-1 0 0,-1-1 0,-2 30 0,4 7 1,-1-10-128,-1-12 0,3-10 1,-3-11 29,6-2 1,3-15-1,3-11 1,-1-4-290,0-7 1,3-14 0,2-7-1,9-5-103,6-7 1,-5-4 0,5-6-1,0-7 213,-1-4 1,1 0 0,-1-11 0,-1-5 152,-3-6 1,-7 4-1,1-14 1,-1 1 113,-4 4 1,-2 18 0,-4 6-1,-1 10 23,-2 15 0,-2 16 1,4 15-1,-2 14 209,1 15 0,-3 11 0,2 9 0,2 0-220,2-4 0,-3-7 0,3 0 0,3-4-159,0-5 1,6-9 0,-1-2 0,5-7-144,6-8 1,1-3 0,6-2 0,1 0-439,0 0 1,-4-6 0,4-1 0,0 0 56,-1 0 0,-2 1 0,2 8 1,1 7 538,0 13 0,-6 3 0,4 15 0</inkml:trace>
  <inkml:trace contextRef="#ctx0" brushRef="#br0" timeOffset="185">17767 2468 7642,'-26'-25'-5,"4"3"1,4 2-1,4 0 1,1-3-1,4-3 323,2-3 0,-4 0 0,5 0 0,3 4 1,1 1 323,2 4 0,0 2 0,0 1 187,0 1 0,2 7-565,3 4 1,-1 3 0,7 4-1,3 3-75,6 6 1,2 13 0,11 10 0,7 15-162,5 15 0,6 12 0,-25-32 0,1 3 0,1 3 1,0 2 14,1 3 0,0 0 0,1-4 1,0 0-1,2 4 0,1 1 0,1-1 1,-1 1-242,3-1 1,-1-1 0,-4-8 0,0-2 0,0-2 0,0-2-1,25 29-94,-3-11 0,-17-23 0,4-2 0,-5-12 109,-6-4 1,-13-8 0,-2-6 0,-4-6 82,-7-8 0,-1-6 0,-2-4 0,0-8 51,0-8 0,0-4 0,0-10 0,0-4-5,0-5 0,0 0 0,-2-1 1,-1-5 5,-3-1 0,-7-6 1,4-10-1,-2-4-7,0-4 0,2 13 0,-1-13 1,4 7 33,4 12 0,10 8 0,4 24 0,8 13-89,7 14 0,6 28 0,5 17 0,6 21 169,3 14 0,-2 6 1,-22-32-1,0 1 1,1 3-1,-1 1 22,0 1 1,-1-1 0,-1-1 0,-2-1 0,2 0 0,0-1 0,21 39 13,0-8 0,-8-10 1,1 1-1,-8-8 129,-3-7 1,-3-11 0,-6-5-1070,-4-3 365,3-4 0,-12-27 0,4-11 0,-5-12 118,-1-8 1,0-6 0,-1-4 0,-5-8 308,-5-2 1,-3-9-1,-3-2 1,1-7 156,0-5 0,-2 1 1,-2-14-1,-2 0 73,11 40 1,2 1 0,-4-36 0,4-7 0,2 11 88,3 16 0,10 13 0,6 26 0,10 15-31,11 23 1,3 32 0,11 31 0,-20-31-1,-1 3 26,2 5 0,0 2 0,0-2 0,-1 1 0,1 3 0,0 0 0,-1-1 0,-1-2-178,-2-2 0,-1-2 1,-1-1-1,0-2 0,21 31 1,-5-6-88,-3-10 1,-4-15 0,-2 0 0,-2-11-389,2-9 1,-11-7-1,-1-11-67,-3-6 1,-5-3 0,0-6 0,-2-5 145,-3-7 0,3-13 0,-1-2 1,-3-9 226,-1-7 1,0 5 0,2-13-1,1-1-12,-1 0 0,-1-10 0,1 1 0,3-11 335,2-10 1,-3 1 0,5-6-1,3 2-62,6 4 1,7 18 0,12 14 0,6 20-17,8 21 0,5 28 0,5 29 1,-1 21-9,-31-25 1,-2 3-1,-2-2 1,-1 1-1,0 5 1,0 1-1,-2-3 1,0 0 73,-2 0 0,-1-1 0,10 33 0,2-1 0,-2-10-383,-1-7 0,-2-4 0,-1-11 0,0-3-121,-1-4 0,3-9 0,-8 4 1,-1-11-626,-1-9 597,-10-6 1,-2-14 0,-7-6 0,0-9 240,0-11 1,5-7-1,1-9 1,-2-1 40,-3-5 1,-1 1 0,0-10 0,0-5 157,0-4 0,2-10 0,2-6 0,5-2 64,-2 44 0,0 1 1,8-25-1,12-5 1,4 16-213,5 20 1,2 29 0,10 31 0,4 29 33,-23-12 0,-1 5 0,-1 6 0,-2 3 0,2 8 1,-1 2-1,-2 1 0,-1 0 77,0-1 0,-2 0 0,-5-10 1,-1-1-1,0 0 0,1-2 0,11 34 20,-2-18 1,-10-23-1,1-12 1,0-7-444,4-7 1,-7-10 0,3 1 0,-1-5 80,0-1 0,-5-7 0,0-5 0,-3-8 230,-4-8 1,1-3-1,0-3 1,1-4 94,-1-6 1,-2-3 0,-2-2 0,1-2 103,5-3 0,-3-8 0,8-11 0,2-7-39,2-3 0,10 14 1,6-4-1,9 9-182,7 14 0,0 15 1,11 24-1,1 20-32,-1 22 0,-11 22 0,0 10 0,-3 6-24,-3 0 1,-2-12 0,2-6 93,-1-4 0,13 4 0,-2-10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935"/>
    </inkml:context>
    <inkml:brush xml:id="br0">
      <inkml:brushProperty name="width" value="0.05292" units="cm"/>
      <inkml:brushProperty name="height" value="0.05292" units="cm"/>
      <inkml:brushProperty name="color" value="#FF0000"/>
    </inkml:brush>
  </inkml:definitions>
  <inkml:trace contextRef="#ctx0" brushRef="#br0">3383 2141 8855,'2'-9'2279,"2"2"1173,1 0 3471,0 5 239,-5-5-7162,0 7 0,0-2 0,0-3 0,0 3 0,-7-6 0,-4 8 0,-3 0 0,-3 0 0,1 2 0,0 2 0,-1 1 0,-4 1 0,-1-4 0,0 1 0,-2 3 0,4 1 0,-5-3 0,1 1 0,4-1 0,2-1 0,2 1 0,0 1 0,-1-1 0,6-2 0,0-2 0,0 2 0,2 3 0,0-3 0,4 3 0,1-3 0,-7-2 0,8 2 0,-3 3 0,4 5 0,2 8 0,0 3 0,2-1 0,2 6 0,1 1 0,-1 4 0,3 2 0,1 14 0,-1 6 0,0 3 0,4 6 0,-4 7 0,0 5 0,1 6 0,-1-7 0,-3 8 0,1 1 0,-1 4 0,-2-12 0,-2 4 0,0-2 0,0-5 0,0-2 0,0-5 0,0-1 0,0 3 0,0-12 0,0 6 0,0-7 0,0-4 0,0-5 0,0-3 0,0 1 0,0 0 0,0-6 0,0 2 0,0-5 0,0-6 0,0-1 0,0-6 0,0 2 0,0-2 0,0-8 0,0-1 0,0 2 0,0-6 0,0 2 0,0-3 0,0-3 0,0 8 0,0 2 0,0-4 0,0 2 0,1-6 0,5 6 0,-3-7 0,8 1 0,0-3 0,6-2 0,3 0 0,7 0 0,-4 0 0,16 0 0,2 0 0,5 0 0,3 0 0,0 0 0,0 0 0,0 0 0,-6 0 0,-3 0 0,-3 0 0,-6 0 0,-10 0 0,1 0 0,-4 0 0,-1 0 0,-8 2 0,-4 3 0,-3-3 0,-4 5 0,-3-7 0,3 0 0,-7 0 0,5 2 0,-1 4 0,-8-4 0,2 3 0,-3-3 0,-3-2 0,1 0 0,0 0 0,-1 0 0,-1 0 0,-2 0 0,-2 0 0,2 0 0,0 0 0,0 0 0,-3-2 0,-3-3 0,6 3 0,-1-4 0,2 3-123,3-3 1,-2 3-1,0-8 1,0-2-106,3-2 1,2-1 0,-3-2 0,0-4 121,-1-5 0,6-6 1,2-5-1,0-7 350,0-8 1,-2-2 0,-5-6 0,0-5-35,-1-1 1,6 2 0,0-10 0,-1 1-211,-3-1 0,-1 12 0,0 1 0,-1 4 0,1 0 0,1 9 0,3-9 0,1 7 0,-2 2 0,4 3 0,-2-8 0,0 1 0,2-1 0,-4 6 0,8-4 0,-1-3 0,-1-1 0,4 7 0,-8-4 0,0 0 0,2 3 0,-4 10 0,6 3 0,-1 3 0,1 5 0,-4 2 0,4 7 0,-2-2 0,5 5 0,-1 7 0,3 6 0,2-3 0,0 7 0,0-2 0,0-4 0,0 3 0,0-8 0,0-2 0,2 4 0,1-2 0,3-2 0,5 4 0,-4-2 0,2-1 0,4-3 0,-4-1 0,2-1 0,2 1 0,1 0 0,4-1 0,2-1 0,2-2 0,-2-1 0,0-1 0,0 7 0,4 2 0,1 3 0,-3 0 0,3-2 0,1 3 0,-1 1 0,-3 3 0,3 5 0,1 0 0,-1 0 0,-3 0 0,5 0 0,2 0 0,2 0 0,-4 5 0,-1 3 0,-3-1 0,-3 0 0,-1 4 0,-3-5 0,0-3-413,1-1 413,-8 5 0,5-5 0,-5 5 0</inkml:trace>
  <inkml:trace contextRef="#ctx0" brushRef="#br0" timeOffset="1">3563 7160 8462,'-11'9'1520,"2"-2"1,0-1-1,2 1 3752,-1 2-1914,3-5-1211,5 3 0,0-9-1378,0-3 1,5 1 0,3-5-563,1 2 1,2 0-208,5 1 0,6-1 0,-1-4 0,-1 6 0,0 1 0,2-2 0,-2 5 0,7-5 0,1 4 0,-3 2 0,4 0 0,-5 0 0,-1 0 0,1 0 0,-2 0 0,-6 0-2764,0 0 0,1 6-809,-1-1 1,-5 3-2588,0-3 4364,-7-3 1796,-4 5 0,-9-14 0,-8-2 0</inkml:trace>
  <inkml:trace contextRef="#ctx0" brushRef="#br0" timeOffset="2">3890 6964 28436,'11'0'235,"0"2"-235,1 3 0,3-1 0,1 5 0,1 0 0,-1-2 0,0 1 0,1 4 0,-1-8 0,0 5 0,1 0 0,-1-2 0,-2 2 0,-1-1 0,-2-1 0,0 4 0,3-4 0,-3 2 0,2-3 0,-7 5 0,1-8 0,-4 4 0,3 1 0,-2-5 0,-10 8 0,-3 0 0,-7 5 0,-1 1 0,3-6 0,1 0 0,2 1 0,-2 3 0,1-4 0,-1-2 0,4 0 0,2 0 0,-4-4 0,4 5-5916,-3-3 2352,7 5 1,-4-12 3563,7 0 0,7-7 0,2-9 0</inkml:trace>
  <inkml:trace contextRef="#ctx0" brushRef="#br0" timeOffset="3">6668 7471 10430,'-9'2'7474,"4"3"-3465,3-3-1081,2 5-2381,7-7 0,2 0 0,10 0 0,1 0 0,3-2 0,3-1 1,4-3-548,7 3 0,5 1 0,7 2 0,1 0 0,1 2 0,2 3 0,-2 4 0,0 2 0,-6 0 0,2-6 0,-10 4 0,-3-1 0,1-5 0,-12 5 0,8-3 0,-5-1 0,-6-3 0,-2-1 0,-2 0 0,0 0 0,1 0 0,-6 0 0,-1 0 0,3 0 0,-4 2 0,2 4 0,-5-4 0,5 3 0,-6-1 0,6 1 0,-7-3 0,3 5 0,-7-7 0,0 0 0,7 0 0,-5-7 0,5-2 0,0 0 0,-5-6 0,4 4 0,-5-3 0,-1-3 0,6-4 0,-1-3 0,-1-3 0,-2-8 0,-2 1 0,0-8 0,0-2 0,0-3 0,0 5 0,-2-9 0,-2 2 0,-1 4 0,-6 7 0,6 2 0,-1 5 0,-1 3 0,5 8 0,-5-1 0,0 2 0,5 10 0,-6 4 0,8 10 0,0-3 0,0 13 0,0-13 0,0 5 0,0-7 0,-1 0 0,-5 0 0,4-2 0,-5-2 0,0-1 0,3-2 0,-7 3 0,-1-1 0,-3-3 0,-1 5 0,-1-3 0,-1-1 0,-2 3 0,-2-1 0,2 1 0,0 2 0,-1 2 0,-7 0 0,-2 0 0,-3 0 0,0 0 0,-1 0 0,-4 0 0,-2 0 0,-4 0 0,4 0 0,0 0 0,4-1 0,-6-3 0,2-1 0,4 1 0,7 2 0,3 2 0,1 0 0,-1 0 0,1 0 0,-2 0 0,3 0 0,0 0 0,12 6 0,-5-1 0,3-1 0,-1-3 0,4-1 0,1 0 0,-3 0 0,-2 2 0,-1 4 0,0-4 0,-1 3 0,6-3 0,1-2 0,4 5 0,-5 1 0,8 1 0,-3-2 0,4-3 0,2 5 0,0-7 0,0 2 0,-2 2 0,-3 1 0,3 1 0,-5-4 0,7 3 0,-2 4 0,-2 8 0,-1-1 0,0 6 0,5 1 0,0 3 0,0 3 0,0 3 0,0 7 0,0 4 0,0 4 0,0 2 0,0 1 0,0-1 0,0 0 0,0 0 0,0-2 0,0-2 0,0-1 0,0-13 0,0 0 0,0-6 0,0-5 0,0-7 0,1-4 0,5-2 0,3-1 0,7-6 0,1 0 0,-1-6 0,2 1 0,2-1 0,2-1 0,7 3 0,-2-5 0,4 0 0,2 0 0,1 0 0,3-4 0,1 4-172,-2 2 0,-7-4 0,-2 6 0,1 1-639,-3 2 1,-1 2-1,-8 0-319,0 0 0,-5 0-1855,0 0 1,-5 0 2984,4 0 0,1 0 0,6 0 0</inkml:trace>
  <inkml:trace contextRef="#ctx0" brushRef="#br0" timeOffset="4">9823 7732 7821,'-11'0'-473,"0"0"75,-2 0 0,4-2 467,-1-3 0,6 1 1,-2-7-1,3 1 0,-1-1 1,-1 0 387,1-2 0,2 4 1711,2-2 0,0 6 444,0-6 1,0 5-992,0-5-64,0 8-230,0-5 572,0 8-1623,0 0 0,0 8 0,0 3 0,0 3-53,0 3 1,2 6-1,2 4 1,3 6-2,2 5 0,-3 4 0,3 7 1,0 2-112,0 3 1,-6-1-1,5 5 1,-3 0 32,1 0 0,-1-10 0,-5-3 1,0-7 12,0-7 0,0-7 0,0 1-55,0-1 0,2-10-257,3-8 1,-3-6-1,5-4-74,1-1 0,-1-3 1,6 3-1,-3-4 282,3 0 0,2-6 1,3 6-1,2-2 138,2 0 0,1 0 0,-3-5 0,4 0-40,1-1 0,3 7 0,2-1 0,-1 0-142,-1 2 0,-1-6 0,6 6 1,-1 0-86,1 3 0,0-1 1,-1 2-1,1 1-24,0 2 0,-6 2 0,-2 0 0,-1 0 188,-4 0 1,-7 0-1,-2 2 1,1 2-54,3 1 0,-6 8 1,-2-2 85,0 3 1,-5-3-268,4 0 1,-4-5-924,-2 5 586,0-8 0,0 3 313,0-12 0,0-3 0,0-7 0,0-2 129,0-4 0,0-4 0,0-6 0,0-3-192,0-3 1,0-4 0,0-5 0,0 2 126,0 1 1,0 6 0,0-4-1,0 2 15,0 4 0,0 7 1,0 3 253,0 3 0,0 1 0,-2 7 0,-2 3 150,-1 1 1,-8 0 0,2-6 11,-3 1 1,-3 0 0,1 1 0,-1 3 18,1 1 0,0 2 1,-2-4-1,-2 2-214,-2-2 0,-2 6 0,2 2 0,-3 3-130,0 2 0,-6 0 0,5 0 0,-1 0 0,0 0 0,0 0 0,-4 0 0,2 2 0,1 3 0,7-1 0,-5 5 0,1 0 0,-1 0 0,6 2 0,-1 5 0,1 0-399,-2 1 0,4-1 0,-4 2 1,5 2-613,7 2 0,-5 0 0,6-6 1011,0 1 0,2-1 0,7 0 0</inkml:trace>
  <inkml:trace contextRef="#ctx0" brushRef="#br0" timeOffset="5">16688 10413 8442,'0'-16'2632,"0"5"-864,0 0-1375,0 0 1,0 0 0,-2 0-1,-2-1 1,-3-1 0,-2 0-1,-4 2 327,-1-1 0,3 3 0,0-1 1,-2 1-283,-1 0 1,-3 6 0,1-5 0,-2 3-142,-4-1 1,2 1 0,-5 5-1,-1 0 32,1 0 1,3 0 0,-5 0 0,-2 2-127,-2 3 1,4-1 0,1 7-1,-1 2 76,-4 1 1,8 4-1,-10 2 1,2 4 26,0 1 0,4 3 0,0 4 0,-2 1-80,-2 0 1,3 1-1,1 4 1,-2 8 38,-2 6 1,4 1 0,3 3-1,4-1-64,6-3 0,1-4 0,-1 4 1,3-4-202,5-5 0,4-5 0,4 2 0,6-2 0,8-1 0,2-6 0,8 7 0,-1-4 0,0-1 0,3-6 0,6 0 0,2 1 0,3-3 0,1 1 0,-4-8 0,4 0-61,2-4 0,-4-3 0,3 0 0,-1-5 41,-3-4 0,-3-2 0,-1 0 0,1 0 101,5 0 0,-5-8 0,4-1 0,-3-2-81,-3 0 0,1 0 0,0-5 0,0-2 0,-1-4 0,1 2 0,0-5 0,-1-2 0,1-4 0,0 5 0,-2-10 0,-2-2 0,-2-2 0,-2 0 0,2-6 0,-5-1 0,-4 2 0,-1 5 0,-3-4 0,-1 1 0,-2 1 0,-6 2 0,4 9 0,-1 2 0,-5 2 0,-1 5 0,-2-4 0,0 1 0,0 0 0,0 5 0,0-2 0,-2 2 0,-3-2 0,-4 4 0,-8-4 0,1 2 0,0-2 0,-1-1 0,-1-5 0,-2 5 0,-1-1 0,-9 10 0,3-4 0,-4 1 0,-1 4 0,-1 1 0,0-3 0,-1 3 0,-4 1 0,-2 7 0,-6-3 0,3 1 0,-3 1 0,8-1 0,-2 6 0,-2 0 0,4 0 0,0 0 0,2 0 0,-2 0 0,1 0 0,3 0 0,1 2 0,0 4 0,1 5 0,-1-1 0,0 3 0,1 4 0,-1 1 0,-1-2 0,-1 9 0,1 1 0,3-1 0,3 3 0,1 4 0,4 3 0,-1 3 0,11-2 0,-1 6 0,5 0 0,5 0 0,2 3 0,2 6 0,0 1 0,0 1 0,7-6 0,4 8 0,4-4 0,1-2 0,2-4 0,4 1 0,4 1 0,-1-2 0,6-5 0,-4 0 0,4-2 0,2-1 0,-1-6 0,1 5 0,2-3 0,3-1 0,-4-8 0,4 7 0,-3-6 0,-2-5 0,1-2 0,1-3 0,1-4 0,0-6 0,-3-3 0,10-4 0,3-3 0,1-6 0,-3-6 0,-1-4 0,3-7 0,1-2 0,-4-5 0,-1-1 0,0-4 0,0-2 0,-6 0 0,2-3 0,-3 1 0,-3-1 0,-4-2 0,-1-2 0,0-1-46,-1 1 1,-3 0 0,-6 2 0,-1 2 40,0 1 1,1 1 0,-3-5 0,-1 3 53,-2 1 1,-6 6-1,4-4 1,-1 1-50,-5-1 0,-1 6 0,-2-1 0,0 6 0,0 4 0,-7 2 0,-2-3 0,-4 5 0,-3-1 0,3 6 0,-11-4 0,1 2 0,-5-2 0,-4 4 0,-5-3 0,-3 4 0,-1 6 0,-5-1 0,-6 6 0,-5 2 0,-1 3 0,4 8 0,-4 4 0,-1 5-741,1 6 0,6 2 0,-1 5 0,8-2-1838,6 2 0,12-4 0,7 1 2579,8-3 0,-10 6 0,4-3 0</inkml:trace>
  <inkml:trace contextRef="#ctx0" brushRef="#br0" timeOffset="6">11245 1994 11858,'0'-16'1116,"0"0"-444,0-1 332,0 1 1,0 0 0,2 1 0,1 2 1267,3 2 0,-1 6-831,-5-6 1,-1 9-1,-5 2 617,-5 9-2047,-3 6 0,-5 3 1,-2 4-1,-5 5 1,-1 6-1,0 3 1,-4 4-12,-5 2 0,-1 3 0,-5 8 0,-1 3 0,-4 2 0,7-9 0,-7 2 0,3-2 0,2-3 0,6-14 0,0-1 0,5-5-689,3-6 1,8-9-3966,-1-6 0,10-5 1659,5-5 1,4-4 2994,2-8 0,8 1 0,1 0 0</inkml:trace>
  <inkml:trace contextRef="#ctx0" brushRef="#br0" timeOffset="7">10509 2305 7908,'-10'0'3785,"-1"0"1,5 2-1929,-5 3 1,8-1-1295,-3 7 0,4 0 0,2 5 0,0 2-181,0 4 1,0 5 0,0 10-1,0 2-139,0 3 0,0 2 0,0 5 0,0 2-27,0 3 0,0-8 1,0-1-1,0-7-225,0-7 0,-1-9 1,-3 0-1,-1-4-832,1-2 591,2-7 1,2-3 228,0-12 0,9-1 0,6-6-181,5 2 1,9 6 0,-2-6 0,4-2-1457,2-1 1,1-3-1,2 1 1,4-2 1657,2-4 0,-6-3 0,4-8 0</inkml:trace>
  <inkml:trace contextRef="#ctx0" brushRef="#br0" timeOffset="8">11523 1324 7832,'-15'2'961,"4"3"0,-3-1 0,5 7 373,0 2 0,1 1 0,10 3 0,2-1-936,1 0 1,8 6 0,-2 0 0,4 0-56,1 1 1,-5-10-1,0 3 1,0-1-148,-2-1 0,3-3-516,-6 0 1,1-7 215,-1 1 0,-5-5 1,5-7-1,-4-8 14,-2-5 1,0-9-1,0 2 1,0-4-6,0-1 0,0-1 0,0 2 0,0 2 175,0 2 1,0 7 0,0-2 0,1 4 200,5 1 1,-3 6 0,8 2 6,2 2 0,-4 4 1,2 8-1,0 6-279,-2 3 0,4 8 0,-6 2 0,0-1-407,1 1 0,2 0 0,-4-4 0,-1 1-854,3-1 0,-7-7 0,5-2 1,-2 0-1182,1-2 1,-1 4 419,6-8 2013,1 1 0,6-6 0,-1 0 0</inkml:trace>
  <inkml:trace contextRef="#ctx0" brushRef="#br0" timeOffset="9">11915 1177 9649,'-16'7'1741,"7"-3"0,1 5 0,3 0-927,0 0 1,-1 2-1,6 5 1,0 1-453,0-1 0,0 0 0,0 1-337,0-1 0,7-1 0,4-4 0,6-6-22,4-3 1,-1-2 0,6 0-1,-1 0-42,1 0 1,-6-7-1,3-4 1,-1-2 90,0 2 1,-6-3-1,-7 3 1,0-4 25,0-1 1,-5-2 0,0-4-119,-8-5 1,-1 7 0,-10 1 0,-3 3-317,0 3 0,-2 6 0,0-2 0,-2 2-501,2 3 1,-4 2 0,3 4 0,1 4-764,1 4 1620,10 5 0,-12 9 0,2 1 0</inkml:trace>
  <inkml:trace contextRef="#ctx0" brushRef="#br0" timeOffset="10">12389 654 11234,'-9'2'4305,"4"3"-3538,3 6 1,4 4 0,3 3-525,6 4 1,3 8 0,5 10 0,1 4 0,3 5 144,3 4 1,-6 1-1,1-7 1,-2-3-504,-3-6 1,-5-7 0,-2-7 0,-2-8-603,-3-1 0,-2-10 442,-2-5 0,0-9 0,0-11 0,0-4-242,0-1 1,1-2-1,3-6 1,2 0 541,-3 1 0,1-1 0,-1 0 0,3 2 188,-3 4 1,5 3 0,-1 10 0,0 1 226,1 2 1,4 8 0,-1-3 30,4 4 0,-1 11 0,-1 6 0,-4 7-65,-2 3 1,1 2 0,-5 6-1,3 0-381,-3 0 1,-1-6 0,-4 0 0,-1 2-427,-3 2 0,-7-6 1,3-3-1,-5-4-624,-1-1 1,-1-1-1,1-1-1011,0-5 1,7-4 0,3-12 2035,4-4 0,-5-12 0,-2-4 0</inkml:trace>
  <inkml:trace contextRef="#ctx0" brushRef="#br0" timeOffset="11">13027 834 7870,'-17'7'338,"1"4"0,0 3 991,-1 3 0,1-1 0,0 0 0,1 3-516,4 2 0,-2-2 1,6 2-1,0-2-853,0-3 0,1 0 1,6 1-1,2-1-418,3 0 1,-1-5 0,7-2 0,3-1-34,6-5 1,-1 4-1,2-1 1,-1-3-147,2-1 0,-4-4 0,4-3 623,-4-6 1,-3-3-1,-2-3 30,-3 1 0,-6-6 1,1 0-1,-3 1 9,-2-3 1,-2 4 0,-1-7-1,-3-1 737,3 3 1,-1 7-1,1 7 747,-3-2 1,1 2-996,5 6 1,0 9 0,0 17 0,0 7-505,0 2 0,1-2 0,3-3 1,3-1-665,2-4 1,0-2 0,4-2 0,-2 1-5334,2-1 5987,1-7 0,10-2 0,1-7 0</inkml:trace>
  <inkml:trace contextRef="#ctx0" brushRef="#br0" timeOffset="12">13419 736 8417,'-16'0'666,"-1"0"0,1 0 0,-1 0 758,1 0 1,0 5 0,1 2-822,4 2 1,4-3 0,7 5-668,0 1 0,2 3 0,3 0 0,6-3 202,4-1 1,1 0-1,0 4 1,1-3 65,-1-1 1,1 0 0,-1 5-1,0 1 125,1-1 1,-7-5 0,0 0-1,-3 2-458,-4 1 1,-1 3 0,-2-1-472,0 0 1,-7-1 0,-2-3 0,-4-2-447,-3-3 1,3-2 0,-9-5 1045,4 0 0,2 0 0,-1 0 0</inkml:trace>
  <inkml:trace contextRef="#ctx0" brushRef="#br0" timeOffset="13">13533 899 10398,'17'0'1846,"-6"0"0,-1 0 0,3 0-1394,2 0 1,-4-5 0,-1-3-1,3-1-116,2-3 1,1-3 0,-1-1-537,-5-1 0,3 1 0,-7 0 0,-3-1 143,-1 1 1,-2 5-1,0 0 27,0-2 0,-2 6 0,-3 2 594,-6 3 1,-4 2-1,-1 0-144,0 0 1,1 7 0,2 2-1,4 2-268,2 0 1,-4 0 0,6 5-1,-1 2-73,-1 4 1,5-4-1,-3 4 1,3-2-147,2 2 1,0-4-1,0 4 1,0-2-723,0 2 1,7-10-1,4 5-473,4-3 0,1-6 0,0-3 419,1-3 1,-1-2-1,0-2 843,1-3 0,-1-4 0,0-8 0</inkml:trace>
  <inkml:trace contextRef="#ctx0" brushRef="#br0" timeOffset="14">13958 866 7841,'-11'2'3936,"0"4"0,8-3-3413,-3 8 0,12-7 0,5 1 0,5-5-653,6-5 1,-4 3 0,4-5 0,-4 1-1071,-2 1 1,1-1 0,-3 5 0,-1-3-1945,-2-1 3144,0-1 0,5-1 0,0-2 0</inkml:trace>
  <inkml:trace contextRef="#ctx0" brushRef="#br0" timeOffset="15">14530 638 7823,'-11'0'882,"1"0"1790,-3 0 1,4 1-1956,-2 5 1,0-3 0,-5 7 0,-1-1 0,1 0-176,0 3 0,5-3 1,0 2-1,-2 2-186,-1 2 1,3 1 0,2 0-1,-1 2-332,1 4 0,6-4 1,-3 4-1,4-4-698,2-1 1,0-6 0,0 0 0,2 1-950,4 3 1,3-4 0,7-2 639,1-2 1,-1-2 0,0-6 982,1-5 0,6-3 0,3-7 0</inkml:trace>
  <inkml:trace contextRef="#ctx0" brushRef="#br0" timeOffset="16">14628 719 8758,'0'-9'8090,"-1"2"-7727,-5 7 1,2 5 0,-5 3-1,2 1-144,4 3 1,-5 5-1,3 3 1,1 3-158,2 3 1,2-6-1,0 2 1,0-4-539,0-2 1,0 0 0,2-1-198,4-4 0,3-4 0,7-7 361,0 0 1,-5-2 0,-2-3 0,0-6-16,1-4 1,-7-1 0,3 0 0,-5-1 385,-1 1 0,0 0 0,0-1 1188,0 1 1,0 0 1742,0-1-2532,0 8 1,0 4 0,0 10-1,0 6-432,0 4 0,0 1 1,0 0-916,0 1 0,2-1 0,4 0-747,5 1 0,-2-6 0,2-2 262,1-2 1374,-4-2 0,6-5 0,-5 0 0</inkml:trace>
  <inkml:trace contextRef="#ctx0" brushRef="#br0" timeOffset="17">15070 605 7823,'-17'0'1761,"6"0"0,1 0-386,-3 0 0,-2 0 1,-1 0-862,0 0 1,5 0-1,2 2 1,0 1-55,-1 3 1,7 1-1,-3-2-502,5 6 1,1 4-1,1-1 1,5-1-113,5-2 1,-2 0-1,2 5 1,1 1 84,3-1 0,1-3 1,1-1-1,-1 3-25,0-2 1,1-1 0,-3 5 293,-3-1 0,2 0 0,-8 1 417,-1-1 0,-2-5 0,-2 0 0,-2 0-359,-4-2 1,-3 0 0,-7-5 0,0 1-532,-1-1 1,1-3 0,0-1-1,-1 0-384,1 0 1,1-7 0,3-4 0,3-3-280,1-3 1,3 1 0,5 0 935,0-1 0,0-6 0,0-3 0</inkml:trace>
  <inkml:trace contextRef="#ctx0" brushRef="#br0" timeOffset="18">15200 752 8450,'8'9'2294,"1"-2"1,7-7-1070,0 0 0,1 0 0,-1 0-921,1 0 0,-1-1 0,0-3 0,1-3 0,-1-2-237,0-4 0,-1 4 0,-3-2 0,-1 0-70,2 2 0,-6-6 0,-1 4 0,-3-3-189,3-2 1,-4 5-1,1 0-7,-6-2 0,-1 4 0,-7 0 0,-2 2 774,-1 3 1,-2 2 0,-1 2 0,-1 0-18,-4 0 1,10 2-1,-5 2 1,3 3-249,-1 2 1,1 2 0,1 7-1,2 2 88,-2 2 1,6 1-1,2-1 1,3 5-95,2 4 1,0 4 0,2-1-1,3 3-13,6-1 0,9-5 0,4 7 0,-1-5-561,1-6 1,3-3 0,-5-10 0,0-1-853,1-2 1,-5-8 0,4 3 0,-4-4-96,-1-2 1,-6-8-1,-2-3 1217,-2-3 0,6-10 0,-4-1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9.954"/>
    </inkml:context>
    <inkml:brush xml:id="br0">
      <inkml:brushProperty name="width" value="0.05292" units="cm"/>
      <inkml:brushProperty name="height" value="0.05292" units="cm"/>
      <inkml:brushProperty name="color" value="#FF0000"/>
    </inkml:brush>
  </inkml:definitions>
  <inkml:trace contextRef="#ctx0" brushRef="#br0">1144 12751 7842,'0'-16'-133,"0"-1"0,-2 1 1,-2-1-106,-1 1 0,-2 0 0,1-1 476,-5 1 1,4 0 211,2-1 0,1 8 1,0 2-1,-1 0 1,-1-2 1966,-1 0-1392,5 1 0,-7 3 0,6-2 4241,-3-2-821,1 5-3443,5-3 0,0 14 0,-2 4 1,-2 3-1003,-1 3 0,-1 6 0,6 5 0,0 4 0,0 6 0,0 1 0,0 6 0,0 2 0,0-1 0,-1-1 0,-3 4 0,-1 0 0,1 0 0,0 0 0,1-3 0,-3-6 0,3-8 0,1-8 0,2 1 0,0-1 0,0-4 0,0-7 0,2-4 0,3-2 0,6-3 0,-2 3 0,2-2 0,2-1 0,1-2 0,4-4 0,4-4 0,5-3 0,4 0 0,-2-5 0,2 1 0,5-5 0,4-4 0,0 0 0,6 6 0,1 0 0,-2-1 0,1 6 0,3 0 0,0 1 0,0 0 0,-7 3 0,-4 7 0,-4 0 0,-1 0 0,-8 6 0,-3 1 0,-4 2 0,-1 4 0,-8-4 0,-2 0 0,-2 0 0,1 0 0,1-4 0,-1 6 0,-5-5 0,5 5 0,1-6 0,0 6 0,3 2 0,-5-6 0,6-1 0,-7-5 0,5-1 0,-4 0 0,-3 0 0,7-7 0,-5-4 0,1-3 0,0-5 0,-5-1 0,0-1 0,0 1 0,2-6 0,2-1 0,1-4 0,-1-2 0,-2-1 0,-2-2 0,0-4 0,0-2 0,0 6 0,0-3 0,0 5 0,0 1 0,0 1 0,0 1 0,-2 2 0,-3 1 0,3 7 0,-4-5 0,4 1 0,2-1 0,0 4 0,-1-3 0,-5 1 0,4 3 0,-3 4 0,3 1 0,2 0 0,0 6 0,-2 3 0,-3 7 0,3 2 0,-3 3 0,-4-3 0,-1 6 0,1-1 0,-5-5 0,5 5 0,0 0 0,-6-5 0,4 3 0,-3-3 0,-3-2 0,1 0 0,0 0 0,-2 0 0,-4 0 0,2 0 0,-8 2 0,-1 2 0,-1 1 0,-5 1 0,-1-6 0,-4 1 0,-2 5 0,6-4 0,-2 3 0,3-3 0,2-2 0,1 2 0,1 1 0,2 3 0,1-3 0,7-1 0,-5 0 0,3 2 0,3 1 0,2 2 0,1-3 0,1 3 0,-1 2 0,7-5 0,1 3 0,-1-1 0,1-1 0,4 3 0,-6-3 0,6-3 0,-6 3 0,5-3 0,-5-2 0,6 0 0,-6 0 0,6 0 0,-6 0 0,7 0 0,-3 0 0,7 0 0,0 2 0,0 3 0,0 6 0,0 9 0,0 4 0,0 3 0,0 8 0,0-1 0,0 11 0,0 5 0,0 2 0,2 10 0,1-4 0,4 2 0,3 0 0,-7-6 0,4 3 0,-1-5 0,-1-4 0,3-16 0,-5-1 0,3-4 0,-3-1 0,1-13 0,1-2 0,-3-10 0,4-6 0,3 1 0,2-5 0,5 0 0,6 0 0,-2-2 0,7-5 0,4-1 0,5 1 0,2 0 0,8-1 0,3 1 0,2 0 0,-2 5 0,9 0 0,0-2 0,0-1 0,-9 5 0,0 3 0,-4 4 0,-5 2 0,-7 0 0,2 2 0,-8 4 0,-5 4 0,-13 3 0,5 0 0,-3-2 0,-2 1 0,-5 3 0,3 1 0,0 1 0,-5-1 0,5-1 0,1-5 0,-6 0 0,5-7 0,0 3 0,-5-1 0,5-5 0,-7 0 0,0-2 0,0-3 0,0-6 0,6-4 0,-1-1 0,-1-2 0,-3-4 0,-1-3 0,0-8 0,0 0 0,0 1 0,0-3 0,0-1 0,0-4 0,0-2 0,0-2 0,0-5 0,0 0 0,0 0 0,-5 0 0,-2 0 0,-2-2 0,-4-3 0,4 14 0,0 0 0,2 5 0,3 6 0,-5 8-7096,7 4 7096,-5 17 0,7 9 0,0 8 0</inkml:trace>
  <inkml:trace contextRef="#ctx0" brushRef="#br0" timeOffset="1">13272 10364 9994,'-11'6'2105,"0"-1"0,7 2 275,-1-1-1354,3-4 0,4 5 0,2-9 0,3-2 0,2-1 0,4 1 951,1 3 0,2-5 0,1 1-1977,-1 1 0,0 2 0,1 2 0,-1 6 0,1-1 0,-1 1 0,0 1 0,1 0 0,-1 6 0,0-2 0,2 3 0,4 6 0,-2-2 0,6 4 0,-1-2 0,0 2 0,-3-4 0,4 4 0,-3-4 0,-3-2 0,4 1 0,-2-3 0,-1-1 0,3-2 0,-11-6 0,3 4 0,-1-1 0,-1-5 0,-3-1-1428,0-2-1129,-7 0-7203,3 0 4749,-7 0 5011,7-7 0,-5 5 0,5-5 0</inkml:trace>
  <inkml:trace contextRef="#ctx0" brushRef="#br0" timeOffset="2">13926 10495 28671,'0'11'0,"0"0"0,0 1 0,0-4 0,1 4 0,3-4 0,3 1 0,2 2 0,4 0 0,2-1 0,1 3 0,0 2 0,1 1 0,1-5 0,2 0 0,2 2 0,-1 1 0,1 2 0,0 1 0,0-1 0,-6 0 0,0 1 0,1-1 0,-1 1 0,0-1 0,-6-5 0,-5 0 0,-3 1 0,-2-3 0,0 2 0,0 2 0,-7-4 0,-4 0 0,-4-1 0,4-1 0,0-4 0,-1 3 0,-3-3 0,-1 5 0,-2-3 0,-2 1 0,-2 1 0,0-5 0,6 3 0,-2-3 0,-4-2 0,4 5 0,-4 1 0,4-2-440,1-3 1,1-1 0,0 0-2469,-1 0 0,3-1 0,3-5 2908,5-5 0,-10-3 0,-2-3 0</inkml:trace>
  <inkml:trace contextRef="#ctx0" brushRef="#br0" timeOffset="3">11670 10054 7782,'-11'0'6317,"2"1"-4411,2 5 0,1-3 0,8 7-1157,4-3 1,3 6-1,7-3 1,2 7-252,4 5 0,-2-1 1,5 10-1,1 4-135,-1-1 0,1 8 0,1 0 1,-5 3-45,-4 4 0,-2-11 0,-1 6 0,-4-8-503,-6-3 1,-3-13-947,-2-4 0,0-12 1,0-6 340,0-12 1,-2-5 0,-2-8 0,-3-2 676,-2-2 0,4-1 0,-4 1 0,-1 0 269,1-2 0,6 10 1,-3-8-1,4 3 322,2 3 0,0 9 0,0-4 380,0 0 0,2 7 0,4 8-297,5 3 0,3 5 0,1 6 0,-1 8-273,3 1 1,-5 7-1,10 3 1,-4 2-495,-1 3 1,-7-6-1,1-1 1,0-1-1388,-2 1 1,4-6-1,-6 0-6465,2-8 8057,-5 3 0,3-21 0,-7 5 0</inkml:trace>
  <inkml:trace contextRef="#ctx0" brushRef="#br0" timeOffset="4">12242 10331 7782,'9'0'4915,"0"0"0,-3 0-3111,5 0 1,3 0 0,2 0 0,1 0-1368,-1 0 0,0 0 1,3-1-214,2-5 1,-2 3 0,2-7-388,-2 3 0,-9-5 0,-1 1 0,-1-4-523,-5-1 0,-1-1 0,-2 1 0,-2 2 524,-3 3 0,-4-4 0,-7 6 0,-1 0 337,1 3 1,-1-1-1,1 2 1,0 1 304,-1 2 0,1 2 1,0 0 358,-1 0 0,3 8 0,1 2 1,4 7-741,2 5 1,1 1-1,6 6 1,0-1-100,0 1 0,0 1 0,2 1 0,4-3 0,1 1 0,7-8 0,-1-1 0,3-1-141,3-3 1,-5-2 0,8-3-1,-4-5-1337,-2-4 0,1-2 1,-1-2-1,1-5-237,-1-10 1,0-1 0,1-9 0,-1-2 1714,0-2 0,1-2 0,-1 0 0</inkml:trace>
  <inkml:trace contextRef="#ctx0" brushRef="#br0" timeOffset="5">12683 10119 8247,'-11'0'4757,"1"0"1,4 0-3782,-5 0 0,0 5 0,-3 3 429,3 1 0,2 2 1,5 5-1,-3 0-815,-2 1 0,5-1 0,-1 2 0,3 2-601,2 2 0,0 2 0,0-4 0,2 1-60,3-1 0,-1-7 1,7-4-1,1-2-2056,3-3 0,1-2 1,1-4 1140,-1-3 1,-1-6-1,-3-9 1,-3-4 701,-1-1 0,-3 3 0,-5-4 1,0 1 291,0 0 0,0 3 0,0-4 0,0 3 739,0 3 0,-2 2 2567,-3 1 1,3 10-2408,-3 7 0,8 9 0,3 11 1,-1 4-908,2 1 0,1-3 0,4 3 0,-1 1 0,2-1 0,-4-5 0,2 2 0,0-4-2367,-2-2 0,4-5 1,-6-2-2472,2-1 0,-4-3 4838,6-5 0,-7-7 0,3-2 0</inkml:trace>
  <inkml:trace contextRef="#ctx0" brushRef="#br0" timeOffset="6">12896 10070 9842,'0'16'879,"0"1"0,0-1 1290,0 0 1,2 1 0,1-1-1182,3 0 1,6 6 0,-1 2 0,4 1 0,1 4-339,1 2 1,-1 2-1,0 0 1,1-1-666,-1 1 0,0-8 0,-1-3 1,-2-4-40,-3-1 0,-4-6-362,5-1 1,-8-8 0,1-2 0,-6-11-721,-3-9 1,-8-1 0,2-10 0,-3-4 1101,-3 1 0,1-8 0,1 0 0,3-1 201,1-1 1,0 6-1,-4-6 1,3-1-28,1-2 0,7 3 1,-1 4-1,3 4 1073,2 5 0,0 4 0,2 1 0,3 8-363,6 5 1,4 10 0,1-3 0,2 4-843,4 2 1,-8 8 0,6 3 0,0 3-9,-2 2 0,2 1 0,-1-1 0,1 2 0,0 4 0,-11-4 0,5 6 0,-3-1 0,-2 5 0,-5-3 0,1 2 0,-3 2 0,-2 2 0,-7 2 0,-2-2 0,-4-2 0,-3-2 0,3-7 0,-11 2 0,3-4 0,-1-2 0,-2-6 0,4-5 0,-3-3-3804,-3-2 0,6-7 3804,-2-4 0,-3-11 0,0-4 0</inkml:trace>
  <inkml:trace contextRef="#ctx0" brushRef="#br0" timeOffset="7">13664 13061 12324,'0'10'3266,"7"-10"0,4-10-2594,4 1 0,1-5 0,2 3 0,4-4-270,5-1 1,4-6 0,2-1 0,3-1 131,8 0-377,-1-5 1,14 4 0,-7-8-1,1 2 1,2 2 0,-4 2-1,0 0 211,-4 1 1,-6 3-1,-3 8-278,-7 4 1,-5-1 0,-8 4 0,0 1-587,1 0 0,-6 0-520,-1 1 0,-4 4 1,3-5-1311,-2 0 0,-1 3-502,-6-7 1,0 0 2827,0-5 0,-8 0 0,-1-1 0</inkml:trace>
  <inkml:trace contextRef="#ctx0" brushRef="#br0" timeOffset="8">14383 12440 7781,'-9'2'795,"2"2"6303,0 1-4634,5 1 0,-4-5 0,12 3-1063,5 2 0,5-1 0,4-5 1,2 0-1402,-2 0 0,3 0 0,-1 0 0,0 0 0,2 0 0,-6-2 0,4-1 0,-4-3 0,-2 2 0,0 3 0,1 1 0,-3-2 0,-3-4 0,4 5 0,-4-5 0,-4 6 0,-2 6 0,-3 4 0,-2 5 0,0 3 0,0 2 0,0 2 0,-2 2 0,-1-3 0,-5 5 0,-1-1 0,6 4 0,-5-7 0,3 0 0,0 1 0,-3-10 0,5 3-3360,-3-1 1,-1-8-2878,1-1 6237,-3-4 0,-7-2 0,0 0 0</inkml:trace>
  <inkml:trace contextRef="#ctx0" brushRef="#br0" timeOffset="9">12324 13486 11747,'-11'10'2243,"0"-5"1,7-1 0,-3-1-1568,0 3 0,0 1 0,-6-3 0,4 3 710,1 2-1207,-4-5 1,3 10-1,-8-3 1,3 4-803,3 1 481,4-7 0,7 0 1,0-3-1,1 3 0,5 0-60,5-4 0,11 2 0,7-1 0,5-1 0,4 1 472,-1-1 1,-3 2 0,-1-3 0,-2 3 10,-4 2 0,2 1 0,-9 2 0,-4-1 419,-3 2 0,-9 1 1,1 3-1,-3-1-382,-2 0 1,-7 1 0,-6-1 0,-5 0-530,-4 1 0,-2-6 1,4-2-1,-3 0-289,-3 0 0,6-5 0,-1 1 0,2-3-691,3-2 0,0 0 0,-1 0-1234,1 0 1,5-7 0,2-4 2424,2-4 0,1-8 0,6-3 0</inkml:trace>
  <inkml:trace contextRef="#ctx0" brushRef="#br0" timeOffset="10">12651 13274 10227,'-11'15'0,"2"-3"2090,1-1 0,3-5 0,3 3-1057,-3-2 1,5-2 0,-2-3-700,6 4 0,8-3 1,-1 8-1,4 4-85,1 5 0,0 0 0,1 9 0,-1 3-202,0 5 1,1 3 0,-1-4 0,-1 2-1127,-5-2 0,5-1 0,-6-2 0,0-2-2129,-3-4 0,-3-4 3208,3-6 0,-12-1 0,4 0 0</inkml:trace>
  <inkml:trace contextRef="#ctx0" brushRef="#br0" timeOffset="11">12683 13585 7782,'-9'0'4915,"15"5"0,10 0-4851,2-1 0,8-4 0,1-4 1,4-3-1135,1-2 1,1 0-1,0-4-165,0 2 1,-1 6 0,3-4-1,-1 2 1,1 3 416,-4 2 0,-10 2 1,1 0 1049,-4 0 0,-10 2 588,-8 3 0,-6-1 0,-7 5 1,3 0 236,-3 0 1,-4-3-1,-2 3 1,-3 0-287,2 0 0,2-4 0,3 6 0,2 0-363,2-2 1,2 6 0,-2-4-1,6 3-38,3 3 0,-3-6 0,-1-1 1,3 3-183,1 2 0,9 1 1,4-1-1,4-3-694,1-1 0,0-7 0,1 1 0,-1-3-63,0-2 1,1-2 0,-1-3 0,-2-6-35,-3-4 0,-2-3 0,-5-2 0,2-2-142,-3 2 0,-1 0 0,-2-1 979,0-7 0,-5 10 0,-1 2 203,2 1 1122,3 8 0,1 2 0,0 10 0,0 8-865,0 7 0,5-2 1,2 6-1,2-3-1103,4 1 1,2 0 0,1-7 0,0-3-1533,1-1 0,-1-2 0,0 2 388,1-5 0,-1-5 0,0-1 1553,1 0 0,-1-14 0,0-4 0</inkml:trace>
  <inkml:trace contextRef="#ctx0" brushRef="#br0" timeOffset="12">13501 13470 7782,'-11'0'520,"0"0"1157,-2 0 0,4 0 0,-2 0-576,-2 0 0,4 0 0,-2 0 0,1 2-373,0 3 1,-2 4 0,6 8 0,1-1-20,-2 1 0,5-1 1,-4 0-1,4 2-305,2 4 1,0-4 0,2 4 0,4-2-670,5 2 1,0-4 0,1 4 0,5-4-201,1-2 1,-4-5-1,8-2 1,-4-1-1153,-1-5 1,-1-1-1,0-2 1,1-2-3239,-1-3 4855,-7-4 0,6-15 0,-6-1 0</inkml:trace>
  <inkml:trace contextRef="#ctx0" brushRef="#br0" timeOffset="13">13615 13160 14582,'-5'10'1002,"-1"1"0,1 0 0,5 6 52,0-1 0,5 6 0,2 1 0,2 5-424,4 6 0,0 1 0,0 6 0,-3 1-765,3 0 0,2-9 0,-1 1 1,-1-1-2827,-2-4 1,-6-7-1,4-1 2961,-1-2 0,-3-3 0,-5 0 0</inkml:trace>
  <inkml:trace contextRef="#ctx0" brushRef="#br0" timeOffset="14">13762 13617 7782,'2'-11'953,"2"0"-149,1-1 0,6 3 0,-4-2 0,2-2 96,4-1 1,1-3-1,1 1 1,-2-2-615,-2-4 0,0 4 0,5-6 1,-2 2-1067,-3 1 0,2-1 0,-8 4-3101,-1-4 3881,-2 4 0,-9-13 0,-2 5 0</inkml:trace>
  <inkml:trace contextRef="#ctx0" brushRef="#br0" timeOffset="15">13811 13274 8374,'9'7'2457,"-3"4"1,3-2-1,2 0 1,3 0-1,3 0 1,1 2-1,3 8 1,5 1-2299,-1 1 0,6 7 0,-4-5 1,3 1-1277,-3-1 0,2-1 1,-7-7-1,-2-4-7869,-2-6 8986,-9 4 0,5-7 0,-5 5 0</inkml:trace>
  <inkml:trace contextRef="#ctx0" brushRef="#br0" timeOffset="16">13599 6408 8077,'0'-16'2640,"0"-1"-690,0 1 0,1 5 680,5 0-490,-4 8 0,7-5-1543,-4 8 1,-1 8 0,7 4 0,0 8 0,0 8-257,-1 2 1,1 3 0,6 2 0,1 1-169,4 2 1,-2 2 0,5-4 0,1 4-621,-1 2 0,2-6 0,4 1 1,-2-6-398,-2-4 0,-10-7 1,1 2-1,-2-4-1117,-3-2 0,-6-7-3138,4-3 2746,-7-4 2353,3-2 0,-7-8 0,0-1 0</inkml:trace>
  <inkml:trace contextRef="#ctx0" brushRef="#br0" timeOffset="17">14089 6686 8985,'-16'7'3489,"5"-3"339,0 7-2072,7-8 1,-1 5-944,10-8 1,-1 5 0,7 2 0,0 3-7,-2 2 1,5-1-1,-5 4 1,2 3-216,0 0 1,-2 0 0,4-2 0,-2 3-593,2 2 0,-4-2 0,0 2 0,-2-2 0,-3-3 0,3 0 0,0 1 0,2-1 0,-5 0 0,3-1 0,-1-2 0,-1-3 0,0-6 0,-5 3 0,-1-7 0,-5 0 0,-3 0 0,-7 0 0,-1 0 0,1 0 0,-2 0 0,-2 0 0,-4 0 0,-1 0 0,-1 0 0,-3 0 0,4 0 0,1 0 0,3 0 0,4 2 0,1 2-1557,0 1 1,5 1-2174,0-6 0,9 0 2238,2 0 1492,0-8 0,14-8 0,-4-9 0</inkml:trace>
  <inkml:trace contextRef="#ctx0" brushRef="#br0" timeOffset="18">12978 5885 7926,'-10'7'2828,"3"-5"-1204,7 5-458,0-7-944,0 0 1,7 0-235,4 0 1,4-5 0,1-2-1,-1-2-184,-4-4 0,3 4 1,-5-2-1,2-2 3,0-1 0,-5 3 0,3 0-98,-2-2 0,-2-1 0,-5-3 383,0 1 0,-2 7 0,-1 2 0,-4 1 72,-2 1 1,-2-1 0,-6 6-1,1 0 20,0 0 1,-1 0 0,1 2 0,0 3 72,-1 6 1,3-2 0,1 2-1,2 2 53,-2 2 1,6 1 0,2 0 0,3 2 31,2 4 0,0-4 0,0 4 1,0-2-326,0 2 0,7-7 0,4 3 1,5-2-80,6-3 0,-4-6 1,6 2-1,-2-2-521,-1-3 1,7-2-1,-6-2 1,-3-2-1636,0-3 0,-3-5 1,0-6 2217,1 0 0,-1-8 0,0-1 0</inkml:trace>
  <inkml:trace contextRef="#ctx0" brushRef="#br0" timeOffset="19">13272 5738 8533,'-9'7'1085,"3"4"0,3 2 0,-1-1 0,-1-1 390,1 2 0,2 2 0,4 3-813,3 4 0,-1-4-814,7 4 0,0-4 1,3-2-1,-1 0-1618,-2 1 0,-6-8-620,6-4 1,-7-5 2389,1-5 0,-3-12 0,-2-8 0</inkml:trace>
  <inkml:trace contextRef="#ctx0" brushRef="#br0" timeOffset="20">13223 5525 7924,'-11'0'722,"0"0"0,5 0 0,-3 2 558,2 4 1,2-3-1,5 8-2448,0 2 0,2-4 1168,3 2 0,4 0 0,7 5 0</inkml:trace>
  <inkml:trace contextRef="#ctx0" brushRef="#br0" timeOffset="21">13403 5346 9569,'-15'16'1434,"4"0"1,2 1 0,5-1 0,-1 0-765,1 1 1,8 6-1,3 3 1,2 3-497,4 3 0,2-3 0,1 10 0,-2-5 6,-3-1 0,4 0 0,-6-3 0,2-1-1755,0-1 0,-8-8 1,3 2-4198,-4-4 5772,-2-9 0,-8-2 0,-1-7 0</inkml:trace>
  <inkml:trace contextRef="#ctx0" brushRef="#br0" timeOffset="22">13386 5738 7837,'2'-15'801,"2"3"0,1 1-47,-1-2 0,3 4 1,0 0-1,2 0-294,4 0 0,-4 0 1,2-4-1,2 2-736,1-2 1,1 4 0,-3 0 0,-1 0-2446,2 0 2721,-6 5 0,8-17 0,-6 2 0</inkml:trace>
  <inkml:trace contextRef="#ctx0" brushRef="#br0" timeOffset="23">13550 5378 11004,'0'17'4104,"0"-1"-3306,0 0 1,5 6 0,2 2-1,1 1-373,-1 4 0,6 4 0,-4 3 0,0 2-334,-4-1 1,2-3-1,-1-1 1,-2 0 21,-3-1 0,-1-10-2028,0 0 0,0-13 988,0 7 1,0-18 0,0-3 0,0-8 876,0-3 1,0-6 0,0 0 0,2 1 124,4-3 0,-5 6 0,7-4 0,-3 4 293,1 1 0,1 1 0,-2 0 875,6-1 1,-2 8 0,2 4-791,2 3 1,0 9-1,-1 4 1,-3 4-387,-1 1 1,-1 8 0,-3 1-1,1 2-360,-1 1 1,3-8 0,-2 1-5485,-1-2 963,-2-3 4814,-2-7 0,-7-9 0,-3-9 0</inkml:trace>
  <inkml:trace contextRef="#ctx0" brushRef="#br0" timeOffset="24">13877 5672 16599,'14'-1'-288,"-3"-5"1,-2 3-1,-4-6-278,6 1 1,-3-4 53,-3 1 1,2-4 554,-1-1 0,-3 7 447,-8 3 0,1 4 13,-7 2 1,1 2 0,-5 4 74,4 5 1,-2 3 0,8 2-1,1 3-33,3 2 0,1-1 0,0 6 0,0-1-575,0 1 0,0-6 0,0 1 1,1-2-876,5-3 1,-3-1 0,8-5 0,2-4-696,2-4 1,1-2-1,0 0 1,1-4 1599,-1-7 0,0-7 0,1-15 0</inkml:trace>
  <inkml:trace contextRef="#ctx0" brushRef="#br0" timeOffset="25">14187 5542 7837,'-5'16'1816,"-1"2"-109,3 4 0,1-4 1,2 4-1,0-4-524,0-2 0,2 6 0,1 0 0,3 0-749,-3 1 1,5-4 0,-3 2 0,0-2-42,3-3 1,-6 0-1995,3 1 743,-3-8 0,-2-9 0,0-11 0,0-5 523,0-6 1,-6 2 0,1-6 0,-1 1 665,-1-1 1,5 5 0,-3-7 0,3-1 147,2-2 1,0 6 0,0 3 0,0 4 474,0 2 0,2-1 1,2 1-1,3 1-713,2 5 1,2-3 0,5 7-1,0 3-303,1 1 0,-1 2 1,0 0-1,1 0-664,-1 0 0,1 0 0,-1 0 1,0 0-1885,1 0 2610,-1 0 0,0 7 0,1 2 0</inkml:trace>
  <inkml:trace contextRef="#ctx0" brushRef="#br0" timeOffset="26">14514 10707 8056,'0'-16'-413,"0"5"0,0 0 0,-2 0 79,-3 2 0,3 4 374,-4 10 0,3-1 51,-3 7 269,5-8 1,-9 10 1937,5-7-1183,3-1 0,-12-5 220,3 0 1,2 0 130,-2 0 0,5 2 123,-5 3 0,6-3-518,-6 4 1,6-5 350,-6-1-721,7 0 0,-5 0 433,4 0-711,3 0 0,-4 0-294,12 0 1,-3 0-300,8 0 0,0 0 0,6 0 0,-1-1 127,0-5 1,2 4 0,2-3-1,4 1 128,1-1 0,3 1 0,4-5 0,3 2 109,3 3 0,4-3 0,5 0 1,-2-1-54,-1 1 1,-6 2 0,4 5 0,-2 0-72,-4 0 0,0 0 0,-1 0 1,-1 0-71,-3 0 0,-7 7 0,3 2 0,2 2 0,2 0 0,-5-6 0,-3 4 0,-1 0 0,0 1 0,7-7 0,-4 4 0,1-1 0,-5-1 0,3 3 0,0-5 0,1 3 0,4-3 0,-3 1 0,-1 0 0,0 1 0,1-1 0,-4 3 0,5-2 0,2 1 0,2 1 0,2-3 0,-1 5 0,1-2 0,0-3 0,1-2 0,2-2 0,3 0 0,-3 0 0,0 0 0,1 0 0,1 0 0,-2 0 0,0-6 0,-1 1 0,1-1 0,0-1 0,-5 5 0,9-3 0,-2 3 0,1 2 0,1 0 0,-4 0 0,6 0 0,5 0 0,-2 7 0,8 2 0,-8 0 0,6 6 0,-5-4 0,-1 1 0,2-1 0,0-5 0,-1 1 0,-1-2 0,2-1 0,-1-2 0,-6-2 0,3 0 0,3 0 0,1 0 0,2-6 0,0 1 0,0 1 0,0 3 0,0 1 0,-2 0 0,1 0 0,1 0 0,-9 0 0,7 1 0,-4 3 0,-1 1 0,-4 6 0,4-3 0,-2-1 0,-4 0 0,1-1 0,-3-6 0,3 1 0,-1 5 0,2-4 0,9 3 0,0-3 0,2-2 0,-7 0 0,11 0 0,0 0 0,-3 0 0,3 0 0,-2 0 0,2 2 0,-1 3 0,-10-3 0,7 3 0,-2-3 0,0-2 0,-1 0 0,1 0 0,4-2 0,0-3 0,1 3 0,1-3 0,2 1 0,-3-1 0,1 3 0,0-4 0,3 5 0,2 1 0,-14 0 0,-1 0 0,-1 0 0,-4 0 0,-3 1 0,5 3 0,-2 2 0,-2-3 0,-3 4 0,9-1 0,-1-1 0,1 3 0,-4-7 0,4 5 0,0-4 0,-1-2 0,-2 0 0,2 0 0,1 0 0,0 0 0,-4 0 0,4 0 0,0 0 0,-1 0 0,-2-2 0,0-2 0,0-3 0,-3-2 0,-3 5 0,7-1 0,-2 3 0,-2 2 0,-5 0 0,9 0 0,-2 0 0,0 0 0,2 2 0,-5 1 0,1 3 0,0-3 0,-3 5 0,9-3 0,-2-1 0,-4-2 0,0-2 0,1 1 0,3 3 0,1 2 0,-2-1 0,0-5 0,0 0 0,-3 0 0,0 0 0,8 2 0,-4 1 0,0 3 0,-4 5 0,6-4 0,0 0 0,-1 1 0,-4-1 0,1-4 0,-4 3 0,-1-2 0,2-3 0,-1-1 0,2 0 0,1 0 0,-12 0 0,8-1 0,-2-3 0,0-2 0,-4 1 0,0 5 0,2 0-194,2 0 1,2-2 0,-2-1 0,-2-3 18,-2 3 0,0 1 0,6 2 1,1 0 204,4 0 1,-1 0-1,4 0 1,3 0 42,3 0 0,-5 0 0,9 0 0,-2 0 32,-4 0 0,-5 0 1,2 0-1,0 0 11,0 0 0,-12 0 0,1 0 0,-3 0-73,-3 0 0,0 0 0,3 0 1,-7 0-44,-2 0 0,-3 0 0,0 0 0,1 0 0,-1 0 0,-5 0 0,0 0 0,2 0 0,1 0 0,2 0 0,-5 0 0,0 0 0,-7 0 0,3 7-4665,-7-5-716,0 5 821,0-7 4560,0 0 0,7 0 0,2 0 0</inkml:trace>
  <inkml:trace contextRef="#ctx0" brushRef="#br0" timeOffset="27">14318 9596 8960,'-7'11'0,"-4"-2"916,-4-2 1,4 4 0,0-6-1,0 1 2134,2 1-3050,2-5 0,14 5 0,2-7 0</inkml:trace>
  <inkml:trace contextRef="#ctx0" brushRef="#br0" timeOffset="28">14334 9661 9696,'33'0'2051,"0"0"0,-1-2 0,1-1 0,0-3-1421,-1 3 0,6-5 1,1 3-1,-1 0-235,2-3 0,-2 5 1,7-6-1,2 1-109,-1 5 1,-1 1 0,2 2 0,1 0 77,1 0 0,-9 2 0,7 1 1,-4 3-5,-1-3 0,-9 5 0,3-3 1,1-1-28,-3-2 0,6-2 1,-2 0-1,0 0 52,2 0 0,-2-2 0,8-2-385,-1-1 0,13-15 0,-7 1 0</inkml:trace>
  <inkml:trace contextRef="#ctx0" brushRef="#br0" timeOffset="29">15805 9579 11672,'55'-9'2457,"-1"4"1,-7-2-1,6 1 1,-6 3-666,-3 1 0,-6 2 0,4 2 1,0 1-1793,-1 3 0,-3 5 0,4-6 0,0 0 0,0 3 0,1-6 0,5 3 0,1-3 0,5-2 0,-8-2 0,15-2 0,3-3 0,1-2 0,-7 0 0,4-4 0,-7 4 0,-8 2 0,-2 1 0,1 6 0,-5 0 0,-3 0 0,-12 0 0,7 2 0,-1 4 0,5 5 0,-7-2 0,7 2 0,1-1 0,2 0 0,3 2 0,7-6 0,-1-3 0,0-1 0,-4-2 0,2 0 0,6 0 0,3 0 0,-9 0 0,1 0 0,-3-2 0,2-3 0,-5 1 0,9-5 0,-2 2 0,-4 3 0,-3-3 0,5 0 0,4 0 0,0-1 0,0 3 0,-4 5 0,0-2 0,2-3 0,-9 3 0,7-4 0,-3 4 0,-2 2 0,-4 6 0,4-1 0,0-1 0,-1-2 0,-3-2 0,4 0 0,2 0 0,3 0 0,-5 0 0,9 0 0,-2-2 0,-4-3 0,-3 3 0,3-4 0,4 4 0,2 2 0,-9 0 0,3 0 0,-5 0 0,-3 0 0,-5 0 0,8 0 0,-3 0 0,-7 0 0,-4 0 0,3 0 0,2 0 0,-2 0 0,0 0 0,4 0 0,1 0 0,4 0 0,0 0 0,8 0 0,3 0 0,2 0 0,-8 0 0,10 0 0,1 0 0,3 0 0,-8 6 0,2-1 0,-1-1 0,1-2 0,-9-2 0,5 2 0,-3 1 0,-2 3 0,-2 1 0,5-3 0,2 3 0,-1 2 0,-5 0 0,5 4 0,1-4 0,-2-2 0,1 6 0,1-4 0,-2 2 0,-1 0 0,-6-6 0,4 4 0,-2-2 0,-4-3 0,-5 0 0,-2-1 0,2 3 0,-2-3 0,-5-1 0,1 0 0,-1 2 0,-4 1 0,-2 1 0,-2-6 0,0 0 0,-1 1 0,-2 3 0,-2 2 0,-6 1 0,6-2 0,-6-3 0,6 3 0,-7-1 0,3 0 0,0 1 0,-5 1 0,7-6 0,-3 0 0,-4 7 0,12-5 0,-12 7 0,3-4 0,-3-3 0,0 5-444,4-7-9387,-5 0 9741,-1-7 1,-16-9 0,-9-10-1</inkml:trace>
  <inkml:trace contextRef="#ctx0" brushRef="#br0" timeOffset="30">2402 13110 8074,'-11'0'9830,"1"0"-9181,6 0 0,-3 0 0,7 0 0</inkml:trace>
  <inkml:trace contextRef="#ctx0" brushRef="#br0" timeOffset="31">2402 13110 8074,'11'0'2457,"0"0"1,0 0-1,5 0 1</inkml:trace>
  <inkml:trace contextRef="#ctx0" brushRef="#br0" timeOffset="32">2517 13160 8070,'43'38'-19,"-1"0"1,0 4-21,0 3 1443,1 4 0,5-2 0,-3-3 1,-3-8-1,-2-5 0,-4-5 1,-2-3 1052,-1-3 1,-11-7-1,-4-2 1,-2 0-1441,-3-2-2607,-7-2-1557,1-7 1,-9 0-1,-3 0-3946,-6 0 7093,-4 0 0,-8 0 0,-3 0 0</inkml:trace>
  <inkml:trace contextRef="#ctx0" brushRef="#br0" timeOffset="33">2697 13568 7934,'-26'2'453,"4"3"0,4-3 1,2 6-1,-2-3 857,-4 0 1,7 6 0,-5-5-473,0-3 1,6 1-1,3 0 681,-2 1 0,6-7 1,2-9-227,3-3 0,0-8 0,-2-1 1,-1-3-608,1-3 1,-3 2-1,0-4 1,-2-5-687,-4-4 0,4 0 0,-2-6 0,-2-1 0,-1 2 0,-3-1 0,3-1 0,1 3 0,2 6 0,8 4 0,-5 3 0,3 4 0,-1 5 0,1 11 0,7 4 0,3 7 0,-3 1 0,5 3 0,1 2 0,1 1 0,7-4 0,2 5 0,4 1 0,5 2 0,10 3 0,2-1 0,3-2 0,2 0 0,5 5 0,0 0 0,0 1 0,-5-6 0,-5-2 0,-2 0 0,-6 0 0,-4-5 0,0 1 0,-5-3 0,-11-2 0,-6 0 0,-10 0 0,1-6 0,-5-1-4522,2-2 4522,1 5 0,-1-10 0,-2 5 0</inkml:trace>
  <inkml:trace contextRef="#ctx0" brushRef="#br0" timeOffset="34">14514 12130 8007,'-16'1'0,"-1"3"1078,1 2 1,0-1 857,-1-5-714,8-7 0,-4 3 0,8-7 0,1-2 1888,3-1-1934,1-2 0,1 1 0,3 2 1,3 2 2691,2-1-3868,-5 4 0,11-4 0,-5 6 0,5 1 0,1-1 0,1 1 0,-1 1 0,8 1 0,1-1 0,4-1 0,4 1 0,3 0 0,15 1 0,5-3 0,10 3 0,3-5 0,9 1 0,3 0 0,3 0 0,-10-1 0,5 5 0,-7-3 0,-3 3 0,-11 1 0,6 2 0,-2 0 0,1 0 0,-12-2 0,7-2 0,-2-1 0,1 1 0,-5 2 0,3 2 0,-2 0 0,1 0 0,-9 0 0,4-1 0,-1-3 0,-1-1 0,-2-1 0,1 6 0,3 0 0,2 0 0,-4 0 0,7 0 0,-1 0 0,1 0 0,-6 0 0,4 2 0,3 2 0,1 1 0,-3 2 0,1-3 0,-1 3 0,1 2 0,-3-5 0,4 3 0,-3-1 0,3-1 0,-1 0 0,10-5 0,3 0 0,0 0 0,4-1 0,0-3 0,3-3 0,-1-2 0,-13 5 0,4-1 0,-4 3 0,-2 2 0,-2 0 0,6 0 0,3 0 0,2 0 0,-5 0 0,9 0 0,1 0 0,-1 0 0,-5 0 0,3 0 0,-4 0 0,0 0 0,-8 0 0,8 0 0,1-2 0,3-3 0,1 3 0,7-6 0,1 3 0,0 0 0,-4-6 0,12 3 0,-6 1 0,-4 0 0,-9-4 0,6 4 0,3-1 0,0 1 0,-1-4 0,3 4 0,2 0 0,-2-1 0,-7 1 0,-1 4 0,-2-3 0,-3 2 0,-12 3 0,-4 1 0,-4 0 0,-3 0 0,5 0 0,-5 0 0,1 1 0,1 5 0,0-4 0,3 3 0,0-3 0,2-2 0,-9 5 0,9 1 0,-4-2 0,-3-3 0,5-1 0,-5 0 0,4 0 0,3 0 0,-9 0 0,9 0 0,-2 0 0,0 0 0,-1 0 0,1 0 0,4 0 0,-1 0 0,3 0 0,-2 0 0,2 0 0,-1 0 0,-10 0 0,5 0 0,-3 0 0,-2 0 0,-6 0 0,2 0 0,-3 0 0,-3 0 0,1 0 0,0 0 0,-1 0 0,1 0 0,0 6 0,1-1 0,3 1 0,1 1 0,2-5 0,-2 3 0,5-3 0,5-2 0,-5 6 0,-1-1 0,0-1 0,0-3 0,-6-1 0,0 0 0,-5 0 0,-4 0 0,-12 2 0,1 2 0,-1 1 0,-8 1 0,-2-6-1623,-10 0-3077,3 0 0,-5-2 4700,7-4 0,0-3 0,0-7 0</inkml:trace>
  <inkml:trace contextRef="#ctx0" brushRef="#br0" timeOffset="35">7829 7029 8071,'-15'-1'1714,"4"-5"-577,6-5 1,3-3-448,2-3 0,2 1 722,3 0 0,-1 5 2004,7 0-2771,-7 7 0,8 4 1,-6 13-1,-3 7 1,1 7-112,2 4 0,-3 3 0,6 3 1,-2 3-282,-3 2 0,5-1 0,0 3 0,0-4-452,-3 0 1,1-11 0,0 2-1,1-4-502,-1-2 1,-2-10 0,-3 0 0,2-5-777,1-1 0,1-3-29,-6 5 0,-8-8 0,-2 5 114,-5-1 0,4-5 0,0 3 1392,-2-3 0,-8 5 0,-5 2 0</inkml:trace>
  <inkml:trace contextRef="#ctx0" brushRef="#br0" timeOffset="36">7649 7471 8066,'-11'0'4915,"0"0"0,6 2-1138,-6 3 1,7-1-3416,-1 6 1,10 1-1,4 6 1,2-1 47,0 0 0,2 3 1,7 1-1,2 3-378,-2 3 0,-2-1 0,-2 2 1,2-3-33,4 0 0,-9-6 0,3 3 0,-1-2 0,-1-3 0,-3-5 0,0-2 0,2-2 0,-1 0 0,1-3 0,-2 2 0,0-3 0,5-8 0,-1 1 0,-2-5 0,-4 0 0,-2 0 0,4 3 0,-4-4 0,2-3 0,4-2 0,-4 4 0,2 0 0,0-1 0,-2-3 0,5-1 0,-5 0 0,2-1-175,0 1 0,0 0-2137,5-1-3879,-6 1 6191,-3 7 0,0-6 0,2 6 0</inkml:trace>
  <inkml:trace contextRef="#ctx0" brushRef="#br0" timeOffset="37">8221 7536 17474,'-16'0'269,"-1"-5"1,-1-3-1,-3-1 1,-7-2 239,-3 2-442,-9-5 1,-1 7 0,-10-6 0,-2 4 0,-3 1 0,-2 5-1,-4 1 101,-2 2 1,5 2-1,2 3-310,6 6 0,1 4 0,11 3 0,3 2 0,2 3 143,1 3 0,7-4 1,5 3 143,2-1 0,5 3 0,1-3 1,4-1-1,2 3 69,3-1 0,4 2 0,4 4 1,3-2 203,2-2 1,2 1-1,5 3 1,3-4-93,2-5 1,-2 1 0,2-1-1,-1 0-38,2 1 1,2-3-1,5 6 1,-2-1 39,2 1 0,2-10 0,2 4 1,1-2-27,4-5 0,6 3 0,10-7 0,6 2-28,4 0 1,1-7 0,1 1 0,1-3-275,4-2 0,-8 0 0,4 0 0,-1 0 0,-4 0 0,1 0 0,4-2 0,2-3 0,0-6 0,-3-4 0,8 1 0,1-1 0,-1-1 0,-9 9 0,1-10 0,-4 3 0,-6-1 0,-12-1 0,1 0 0,-5-1 0,-4 1 0,-10 0 0,6-1 0,-3 1 0,-3 0 0,-1-1 0,-5 1 0,2-1 0,-2 7 0,-7 0 0,-4 1 0,-2 0 0,0 4 0,-3-6 0,1-2 0,1 4 0,-6-2 0,0-1 0,0-3 0,-2-1 0,-3-1 0,-8-1 0,-7-4 0,0 4 0,-9-5 0,-4-1 0,-3-3 0,-10 1 0,5 1 0,-3-1 0,0 1 0,-1 3 0,-8-3 0,-3-1 0,-2 1 0,3 3 0,-4-3 0,-5 1 0,-5 4 0,0 4 0,-5 3 0,-1 4 0,1 2 0,3 1 0,0 6 0,4 0 0,3 0 0,15 8 0,-14 2 0,-3 5 0,1 1 0,3 8 0,4 1 0,0 3 0,0-1 0,3 0 0,-1 4 0,3 0-4,6 2 1,13-10 0,-1 8-1,2-4-4620,4-1 1,13-12-4294,0 3 8917,10-19 0,6-7 0,9-17 0</inkml:trace>
  <inkml:trace contextRef="#ctx0" brushRef="#br0" timeOffset="38">4952 6784 8603,'-22'0'0,"1"2"1648,1 3 0,0-3 0,-2 4-733,-5-5 1,3-1 0,0 0 0,3 0-1,-3 0 1,-1 0 0,-4 0 0,-2 0 483,-2 0 1,-3 0 0,-4 2-1055,-4 4 1,-7-4 0,8 5-1,-5-2 1,-1 3-45,0 1 1,6 1 0,1 9 0,2 1-211,4 1 0,7 9 1,3-5-1,3 2-73,3 0 1,3 1-1,6 4 1,6 1 37,3 0 0,2-1 0,2 1 1,3 0-57,6 0 0,13 5 0,9 0 0,10 2 0,10 5 0,3-7 0,11 11 0,10-1 0,-37-25 0,1 1 0,36 19 0,-36-21 0,1-2 0,42 20-35,-1-4 0,1-10 0,-38-17 0,0-2 0,2-2 0,1-2 35,1-1 0,0-3 0,39-8 0,-36 2 0,1-2 0,-2-3 0,-1-3 0,0-3 0,-2-1 0,-4 2 0,-1-2 0,-2-2 0,0-2 0,0 0 0,-1-1 0,1-2 0,0 0 0,32-25 0,-35 24 0,0-1 0,32-25 0,-7-1 0,-10 7 0,-1-6 0,-8-1 0,-7-3 0,-16 8 0,-7-2 0,-4 2 0,-2 4 0,-8 10 0,-1 1 0,-12 1 0,-14 4 0,-6 6 0,-21-3 0,-12 1 0,-12-1 0,1 6 0,-13-2 0,41 13 0,0 0 0,-4 1 0,0 0 0,2 2 0,-1 1 0,-6 0 0,-1 1 0,1 0 0,0 1-119,-2 0 1,2 2 0,6 3 0,0 2 0,-9 0 0,0 2 0,1 2 0,0 1-1798,2 1 0,1 2 1,-31 6-1,11 4 1,12-2 1915,13 1 0,6 5 0,5 6 0,13 1 0,11 0 0</inkml:trace>
  <inkml:trace contextRef="#ctx0" brushRef="#br0" timeOffset="39">14596 7095 17895,'-17'0'1269,"6"-6"1,1 1 358,-3 1-1333,-2-5 0,-6 7 0,-3-3 0,-2 3 0,-3 2 0,-1 0 0,-5 0 502,-3 0 1,2 7 0,-8 4-578,-1 4 1,-3 8 0,-1 5 0,2 2 0,4 3 788,4 0-1004,12 7 0,-2 2 1,7 7-1,4-2 1,5-2-1,8-1 1,5 1-6,5 2 0,12-3 0,8-2 0,4 0 0,4-1 0,-2-10 0,12 2 0,3-2 0,1 0 0,2-9 0,0-4 0,2-2 0,3-3 0,-6-8 0,3 1 0,-4-5 0,-7-1 0,-2 0 0,-2 0 0,2-1 0,-1-5 0,-8-3 0,-4-9 0,1-2 0,-1-2 0,-5-7 0,2 2 0,-4-6 0,-2-5 0,-5-4 0,-2-7 0,0-2 0,0-3 0,-5 7 0,1-6 0,-3 0 0,-2 2 0,-2-1 0,-1-1 0,-4-3 0,-3-2 0,0 9 0,-9-2 0,-1 2 0,-1 3 0,-3 14 0,4 1 0,-2 5 0,2 6 0,-5 2 0,-2 4 0,-4 3 0,-2 5 0,-1 4 0,-3 4 0,-3 4 0,-2 5 0,-1 5 0,-4 6 0,1 5 0,3 4 0,-1 3 0,-1 3 0,3 3 0,4 1 0,7 5 0,-7 8 0,5 4 0,6 1 0,1 4 0,8-3 0,2 4 0,7 1 0,7-1 0,9-4 0,8-4 0,5 0 0,9-12 0,0-1 0,5-6 0,5-5 0,6-6 0,-1-4 0,3-4 0,2-2 0,0-5 0,0-2 0,0-2 0,0-3 0,-5-4 0,-1-5 0,1-6 0,-3-4 0,9-3 0,-5-4 0,4-5 0,-2-4 0,-3 4 0,-1 0 0,-3-4 0,0-6 0,-9 3 0,4-4 0,-3 1 0,-3-1 0,-7 2 0,-2-4 0,-5 2 0,-4 1 0,-8 7 0,3-7 0,-5 5 0,-1-1 0,-7 9 0,-4-8 0,-5 1 0,-6 0 0,2-4 0,-7-1 0,-4-2 0,-5 2 0,-1 1 0,-6 2 0,-3 2 0,-1 4 0,2 4 0,-2 8 0,-2 4 0,3 6 0,-3 5 0,9 5 0,0 8-1631,2 7 1,13 0-1,-6 7 1,5 2-1630,6 2 1,2 2 3259,2-1 0,0 1 0,-1 0 0</inkml:trace>
  <inkml:trace contextRef="#ctx0" brushRef="#br0" timeOffset="40">12046 948 8795,'0'-11'2393,"0"0"-1588,0 8 1,0-6 500,0 3 0,0 3 749,0-8-1304,0 7 1,0-1-324,0 10 0,0 4 0,0 7 0,0 3-217,0 2 0,0 7 1,0 10-1,0 9-18,0 11 0,0 4 0,0 14 0,0 4-109,0 5 1,0 6 0,0-43 0,0-1 0,0 42-127,0-8 0,-2-13 0,-2-3 1,-1-5-134,1-9 1,3-17 0,1-3 0,0-5-73,0-6 1,0-2-1,-2-4-1407,-4-3-318,4 4 293,-5-13 778,7 5 0,0-9 0,0-3-216,0-6 1,0-11 0,0-5 1116,0-4 0,0-9 0,0-2 0</inkml:trace>
  <inkml:trace contextRef="#ctx0" brushRef="#br0" timeOffset="41">11997 752 8462,'-9'0'4609,"2"0"0,8 0-3889,5 0 0,8 0 0,10-2 0,1-1 923,4-3 0,2-5 0,4 6-1019,3 1 1,4-5-1,7 0 1,2-2-1,1 2-609,3 2 0,6-4 0,-2 5 0,1 3-15,-1 1 0,-6 2 0,2 0 0,-3 0 0,3 0 0,-3 0 0,8 0 0,0 0 0,-2 0 0,8 0 0,-3 0 0,8 0 0,4 0 0,-12 0 0,3 0 0,-3 0 0,1 0 0,-3 0 0,1 0 0,2 0 0,-2 0 0,-1 0 0,3 0 0,-2 0 0,-3 0 0,-6 0 0,2 0 0,-3-2 0,3-3 0,-4 3 0,3-4 0,-3 3 0,-2-3 0,2 4 0,2-3 0,3 3 0,2 2 0,-2 0 0,6 0 0,3 0 0,3 0 0,-16 0 0,5-2 0,-7-1 0,-4-3 0,-6 1 0,0 5 0,-4-2 0,-5-3 0,-9 3 0,-1-4 0,-2 5 0,-3 1 0,-7 0 0,-2 0 0,-7 0 0,0 0 0,8 0 0,-7 7 0,5 4 0,-3-2 0,3 2 0,-4 0 0,3 5 0,-3 0 0,0 1 0,1-1 0,3 2 0,-2 4 0,3 5 0,-2 11 0,1 8 0,1 6 0,-3 8 0,5 9 0,0 6 0,0 5 0,-4-11 0,4 7 0,-1-2 0,-5-3 0,5-11 0,-3 2 0,0-7 0,3-8 0,-5-7 0,6 1 0,0 1 0,1 0 0,-1-11 0,3 0 0,-3-4 0,-1-2 0,3-3 0,-6 4 0,-1-3 0,3-1 0,-2-6 0,-1 1 0,-2-6 0,-2 0 0,-6-6 0,1 6 0,-2-7 0,1 1 0,-3-3 0,-7-2 0,-1 0 0,1 0 0,-7 0 0,-3 0 0,-3 0 0,-4 0 0,2 0 0,-12 0 0,-4 2 0,-6 3 0,0-3 0,-5 3 0,-2-3 0,-3-2 0,-4 2 0,-12 2 0,3 1 0,-2-1 0,4-2 0,-3-2 0,1 0 0,2 0 0,-1-6 0,6 1 0,-4-1 0,-1-1 0,-4 5 0,-7-3 0,-4 3 0,-2 2 0,9 7 0,-2 2 0,6 2 0,11 0 0,0 0 0,11 3 0,-1-1 0,3-2 0,1-6 0,-8 5 0,1-3 0,-2-4 0,2-1 0,-2-2 0,0 0 0,6 0 0,3 0 0,8 0 0,3 0 0,4 0 0,5 6 0,-8-1 0,-1 1 0,0 1 0,4-3 0,-6 5 0,1 0 0,1 0 0,-3 2 0,7 3 0,1-1 0,3-2 0,8 0 0,4 5-5642,12-7 986,2-2 0,10-16 4656,4-7 0,-5-8 0,7-8 0</inkml:trace>
  <inkml:trace contextRef="#ctx0" brushRef="#br0" timeOffset="42">12258 425 8029,'-9'7'0,"-5"-5"2242,3 4-501,4-5 0,-1 1 1973,8 4-3306,8 3 0,-5 2 1,6 0-1,0-1 0,-1 1 1,1 0-1,-2 2 1569,0 1-1924,6 3 0,-11-6 0,5 0 0,-1 1 1,1 1-995,2-2 0,-6-2-79,3-4 0,-2-3 153,1 4 1024,-3-4 0,5-10 1,-7-3-29,0-3 0,0 3 0,0 0 0,0-2 2,0-1 1,0-3 0,0 1 0,0 0-304,0-1 0,0 1 0,0 0 1,2-1-122,3 1 0,-3 0 0,5 1 417,1 4 0,-6 2 0,5 6 413,0-3 0,-3 6 1,5 7-1,0 2-370,0 4 1,-5 2 0,3-1-1,-2-1-597,1-2 0,-1-6 1,-3 4-581,3-1 1,-1 3 434,7-6 0,-6 0 445,6-5 1,-5-7 321,5-4 1,-8 2 281,3-2 1,3 8 303,2-3 0,-2 4 0,0 4-803,-2 4 1,4 3 0,-4 5-1143,2-3 0,-3 2 0,3-6-165,-2 2 0,0-5 1,-3 3-2453,2 0 3784,6-5 0,-3 5 0,8-7 0</inkml:trace>
  <inkml:trace contextRef="#ctx0" brushRef="#br0" timeOffset="43">12765 343 9421,'-16'2'1558,"-1"4"1,1-3 0,2 8-309,3 2 1,-2-4 0,6 2-831,-2 1 0,5 3 1,-2 1-444,5 1 0,1-1 0,1-1 0,3-3-489,2-1 0,6-2 1,-1 2-127,4-5 1,-4-3-1,-1 1 268,3 1 1,-6-1 0,1-8 0,-3-3 116,1-2 1,-1-2-1,-3-5-47,3-1 1,-3 1-1,4 0 164,-5-1 1,-1 1-1,0 0 772,0-1 1,0 6 934,0 1 0,0 4 1937,0-5-3388,0 8 0,0 3 0,2 9 0,2 2-358,1-1 1,3 1 0,-5 6-1,4-3-797,3-3 1,-7 4 0,4-6-1,-1 2-2166,-1 0 0,3-6 3201,-3 6 0,-3-8 0,5 5 0</inkml:trace>
  <inkml:trace contextRef="#ctx0" brushRef="#br0" timeOffset="44">12896 343 11581,'-9'8'2441,"3"2"0,4 5 1,2 1-2038,0 1 1,2-1-1,2 0 1,1 1-854,-1-1 0,0-5 0,-1 0-1028,3 2 1,1-6-4965,-2-2 6441,-3-3 0,6-9 0,-8-2 0</inkml:trace>
  <inkml:trace contextRef="#ctx0" brushRef="#br0" timeOffset="45">12847 196 7989,'-7'-9'2646,"-4"4"1,2 3-1525,-2 2 1,5 0-2926,-5 0 307,8 0 1,-3 0 1495,12 0 0,3 0 0,7 0 0</inkml:trace>
  <inkml:trace contextRef="#ctx0" brushRef="#br0" timeOffset="46">12994 311 7989,'5'16'0,"1"0"0,-1 1 645,3-1 1,-7 2-1,7 0 1,-3 2 159,0 0 0,3-11 0,-5 8 376,3-3-609,-1-7-238,-5 1 0,0-16 1,0-2-1,0-5-181,0-1 1,0-1 0,0 1 0,0-2 2,0-4 0,0 9 0,2-3 457,4 1 0,-3 3 236,8 1 1,0 4-632,5 7 1,1 1 0,-3 5 0,-1 3-895,-2 0 0,-2 6 0,4-5 0,-4 5 466,-2 1 0,0-5 0,-3 0 210,1 2 0,1 1 0,-6 3 0</inkml:trace>
  <inkml:trace contextRef="#ctx0" brushRef="#br0" timeOffset="47">12520 1242 7837,'0'-9'5605,"-6"0"-2052,1 4 431,0 3-2758,5-5 1,0 9-600,0 3 1,0-1 0,0 6-354,0 3 1,1 4 0,3 3 0,1 3-200,-1 3 1,0-5 0,-1 5 0,3 1-33,-3 4 1,-1-7 0,0 8 0,2-3-52,1-3 0,1-1 0,-6-5 1,1 2-342,5-2 0,-4-2-291,3-2 508,-3 1 1,0-8 18,3-4 0,-1-3 392,7-2 1,-6 0 0,6-2-199,2-3 1,-4 3-1,2-3 1,1 3-3,3 2 0,7-6 0,0 1 0,-1 1-33,3 2 0,-4-3 1,7 0-1,2-1 26,2-1 0,-4 5 0,1-3 0,1 1 12,2-2 0,-4 5 0,0-5 0,2 4-28,2 2 0,-4 0 0,-1 0 1,-3 0-54,-3 0 0,-2 0 0,-1 0 0,-1 0 64,0 0 0,1 0 160,-1 0 0,-5 2 60,0 4-71,-7-5-197,3 14-62,-7-13-1331,0 5 271,0-7 806,0 0 1,-2-5 110,-3-1 0,3-1 1,-4 1-1,4-4 145,2-5 1,0 2 0,0-1 0,-1-4-46,-5-1 0,4-4 0,-5-1 0,2-1-4,-1-4 1,1-2-1,3-2 1,-2 0-149,-1 1 0,-2-1 0,3 2 0,-1 2 169,1 2 0,2 5 0,2-5 0,0 0 236,0 1 1,0 1 0,0 3-68,0-5 0,0 9 0,0 1 427,0 3 0,0 5 517,0-2-403,-7 7 0,-2-3 0,-6 5-290,4-3 0,-3 3 0,3-4-334,-4 4 1,-1 2-1,0 0 1,-1 0-18,1 0 0,-2 0 0,-2 0 0,-4 0 0,-1 0 0,1 0 0,-5 0 0,-2 0 0,2 0 0,0 2 0,-4 2 0,1 1-183,-1-1 0,6 3 0,1-1 0,1-1-387,0 2 0,3-3 0,-4 5 0,3 0-69,3 0 1,0-3-1,0 5-600,-2 1 1,0 1-1,8 0-4694,3-2 5933,4-8 0,14 5 0,2-8 0</inkml:trace>
  <inkml:trace contextRef="#ctx0" brushRef="#br0" timeOffset="48">13452 1210 9773,'-11'0'3024,"0"0"-1832,7 7 1,-3-3-654,7 6 1,2-4-1,1 5 1,5 2-104,1 1 1,-6 2-1,5 3 1,-3 1-46,0 1 1,6 7-1,-3-7 1,-1 1-596,0 2 1,-1-11-1,-5 3 1,3-2-4041,1 1 3471,1-6 1,-6-4 0,0-10 686,0-6 0,-2-5 1,-2-4-1,-1-4 128,1-1 0,-3 3 0,2-5 0,1-2 356,2-2 1,-3 4 0,-1 1 0,3 1 262,1-1 0,2 4 0,0-5-237,0-2 1,5 11-1,3 3 1,-1 5 148,0 0 1,6 7 0,-2-3-8,3 5 1,3 1 0,-1 0-401,0 0 1,-1 7 0,-2 2 0,-4 2-39,-2 0 1,-2 0-1,-3 5 1,2 0-100,1 1 0,1-1 0,-6 0 0,0 1-312,0-1 1,-6 0 0,-1-1-1,0-2-819,-1-2 1,-4-6-1,1 4-581,-4-2 0,-1-1-81,0-6 1,1-2 1763,4-3 0,-3-5 0,5-6 0</inkml:trace>
  <inkml:trace contextRef="#ctx0" brushRef="#br0" timeOffset="49">13697 1046 8337,'2'-9'4344,"3"4"-2709,-3-4 554,5 7 0,-5-5-1398,3 7 1,-1 1 0,5 5 0,0 7-556,0 6 1,-3 1-1,3 8 1,0 1-515,0 2 1,-4 1 0,4-1 0,-1-2-890,-5-1 0,5-8 0,-3 1-5631,-1-3 6798,-3-1 0,-8-8 0,-2-2 0</inkml:trace>
  <inkml:trace contextRef="#ctx0" brushRef="#br0" timeOffset="50">13680 1177 22227,'17'-2'-437,"-1"-1"1,0-3-1102,1 2 0,-1 1 0,2-1 1,2-1 112,2 1 0,0 2 1,-6 2-1,1-2 415,-1-3 1,0 3 0,1-3 993,-1 3 0,0 2 1,1 0 8,-1 0 0,-7 2 0,-2 1 615,1 3 0,-7 1 1542,5-1 1,1 3-1194,-1 7 1,-1 0 0,-5 1 150,0-1 0,5 0 1,1 1-280,-2-1 0,-3 0 0,-1 1-61,0-1 0,0 0-1289,0 1 1,0-6-65,0 0 0,0-10 476,0-1 1,0-7 0,0-9 0,-1-1 102,-5 1 0,4 0 1,-3-1-1,3-1 113,2-4 0,0 4 1,0-3-1,0 2 120,0 3 1,0-2 0,0-2 0,0-2 196,0 2 0,0 2 0,2 2-91,3-1 0,-1 6 0,7 0 161,1-1 0,-2 4 0,0 3 0,3 3-425,2 2 0,-4 2 0,-1 2 1,3 3-223,2 2 0,-4-5 1,0 3-3047,1 0 1,-3 0 901,2 4 1,-7-2 2296,1-3 0,-3-4 0,-2 5 0</inkml:trace>
  <inkml:trace contextRef="#ctx0" brushRef="#br0" timeOffset="51">4086 3368 7882,'-16'0'-165,"-1"1"1,1 3 0,0 3 2451,-1 2-432,8-5-777,2 3 0,9-7 0,3 0 100,6 0 1,-2 0 0,2 0-626,2 0 0,-4 0 0,2 2 0,3 2 0,4 1 134,4-1 1,5-2-1,-3-2 1,3 0-386,8 0 1,-3 5-1,8 0 1,0-1-21,4-2 0,0-2 0,1 0 0,4 0-10,2 0 1,-4 0 0,6 0 0,-4 0-97,0 0 0,-7 0 0,8 0 0,-1 0 4,-3 0 1,-1 0-1,2 0 1,-1 0-181,-3 0 0,-6 0 0,1 0 0,-5 0 0,-6 0 0,-2 0 0,-5 0 0,2 0 0,0 0 0,-6 0 0,-5 0-3227,0 0-4604,-7 0 7831,3 0 0,0 0 0,2 0 0</inkml:trace>
  <inkml:trace contextRef="#ctx0" brushRef="#br0" timeOffset="52">12046 2877 9567,'-11'0'7470,"0"0"-6093,7 0 690,-3 0-219,7 0-1558,0 0 0,2 6 1,2 1-1,3 2 1,0 5-1,2 6 1,0 8 204,4 3 1,-4 10-1,2 7 1,2 6-242,1 4 1,-3 9 0,-2 8 0,0 3-98,0 4 0,-5-10 1,1 8-1,-1-5-238,2-6 0,-5-15 1,5-7-1,-4-7-86,-2-9 1,0-3 23,0-7 0,0-2 49,0 2 0,0-8 0,-2-4 0,-2 0 14,-1 0 1,-1 2 0,4 4 0,-1-3 272,-3-1 0,1 0 0,5 6-149,0-1 1,-2-5 0,-1 0-19,-3 1-621,1-4 1480,5-1 273,0-7-1031,0 0-127,0 7 0,0-5 0,0 7 0,0-3 0,0-3 0,0 8 0,0 0-17,0 5 0,0 1 0,0-1 34,0 0 0,0 1 0,0-1-17,0 0 0,0 1 0,0-1 0,0 0 0,0-5 0,0 0 0,0 2 0,0 1 0,0-3 0,0 0 0,0 2 0,0-4-50,0 2 1,0-6-116,0 6 231,0-7 0,1 3 0,5-7 0,5 0-66,3 0 0,3 0 0,1 0 0,4 0 0,5 0 0,11 6 0,6-1 0,3-1 0,2-2 0,7-1 0,2 3 0,4 1 0,3-1 0,-1-2 0,10-2 0,3 0 0,3 0 0,-6 0 0,11 0 0,1 0 0,-3 0 0,-5 0 0,-5 0 0,-2 0 0,-2 0 0,-6 0 0,6 0 0,-3-2 0,-1-3 0,-5 3 0,13-4 0,3 5 0,0 1 0,-10 0 0,-3 0 0,-3 0 0,-2 0 0,-10 0 0,-1 0 0,-4 0 0,-1 0 0,-11 1 0,2 3 0,-2 3 0,-1 2 0,-1-5 0,1 1 0,2-3 0,3-2 0,-4 2 0,7 2 0,-2 1 0,2-1 0,-7-2 0,5-2 0,1 0 0,-3 0 0,-5 0 0,-3 0 0,-1 0 0,1 0 0,-5 0 0,5 1 0,-1 3 0,1 2 0,1-1 0,4-5 0,0 0 0,1 0 0,-8 0 0,7 2 0,-4 1 0,-2 3 0,-5-1 0,2-5 0,-4 0 0,-1 0 0,1 0 0,2 0 0,2 0 0,-2 0 0,-2 0 0,-2 0 0,0 0 0,1 0 0,-1 0 0,1 0 0,-8 0 0,-2 0 0,-7 0 0,0 0-820,7 0 679,2 0 1,2 0-5,0 0 0,-6-5 184,6-1 1,-5-4 0,3 2 4,-2-1 1,4-2 0,-4-3 0,1 1-76,-1 2 0,0 6 1,-3-6 241,1-2 1,2 6-1,-3 0 64,2-1 1,-1 5-276,-5-8 0,0 0 0,0-7 0,0-4 0,0 4 0,0-6 0,0-1 0,0-8 0,0-3 0,0-12 0,0-6 0,0-8 0,0-1 0,0-14 0,0-3 0,0-5 0,0 0 0,0-6 0,0 2 0,0 3 0,0 8 0,0 8 0,0 2 0,0 5 0,0 17 0,0-8 0,0 5 0,0 2 0,0 8 0,0 3 0,0-2 0,0-2 0,5 2 0,1-2 0,-2 2 0,-3 1 0,1 14 0,2-4 0,1 7 0,1 12 0,-6 8 0,-2 2 0,-4 9 0,3-7 0,-6 3 0,1 0 0,-4-5 0,1 5 0,-4 1 0,-1-7 0,0 5 0,-3-4 0,-2-2 0,-5 5 0,-6 1 0,-3-3 0,-3-1 0,-6 3 0,-8 1 0,-3-2 0,2-3 0,-1-1 0,0 0 0,-6 0 0,-2 0 0,4 0 0,-15 0 0,-1 0 0,-8 0 0,4 0 0,-8 0 0,1-1 0,2-5 0,4 4 0,7-3 0,1 3-169,2 2 0,5 0 0,-6 0 0,1-2-52,-2-3 0,2 3 1,-4-5-1,4-1 0,6-3 1,6 2 0,1 0-1,3 2-254,6 3 1,3 3 0,-1 1-1,1 0 183,-1 0 0,1 5 0,-3 2 0,-4 2 131,1 4 1,-9 2-1,1 1 1,-2 0 138,0 1 0,11-6 1,-3-1-1,-3 1 70,-1-2 1,12 4-1,1-7 1,1-1 19,4 2 1,-2-3 0,-5 5 0,3-2-368,4-3 0,5-2 1,-9-2-1,0 0-301,1 0 1,2 0-1,-2 0 1,1-2 60,3-3 1,1 1 0,2-5 0,-1 2-68,4 3 0,9 0 1,1 1-1,2-3-2785,3 3 3391,7 1 0,2 2 0,7 0 0</inkml:trace>
  <inkml:trace contextRef="#ctx0" brushRef="#br0" timeOffset="53">11425 3253 8213,'-11'16'400,"0"1"1,7-6 0,-3-2 0,2 0 1941,-1 0-1479,1-5 1,5 1 0,-2-10-238,-4-6 0,3 2 0,-8-2 0,-2-2-134,-1-2 1,3-6-1,0-3 1,-4-1-226,-5-4 0,2 3 1,-5-1-1,1-4-186,0-5 0,-2-1 0,4-4 0,-3-1-93,-3 0 0,12 0 0,-2-1 1,1 5-103,1 3 0,4 8 1,5 1-1,3 3-150,2 3 0,0 7-181,0 2 0,7 7 0,4-1 27,4 3 0,1 2 0,2 0 0,2 0-11,2 0 0,5 0 0,-5 0 0,0 0-227,2 0 1,-6 2 0,4 3 0,-4 5-196,-2-1 0,-7 7 1,-3-1 850,-5 5 0,-1 9 0,0-4 0</inkml:trace>
  <inkml:trace contextRef="#ctx0" brushRef="#br0" timeOffset="54">11016 3106 7922,'0'9'3235,"0"6"1,2-14 0,3 5-3072,6-4 0,4-2 0,3 0 0,4-2 0,5-4-939,4-4 0,3 0 0,3 0 0,3-3-102,1-2 1,-10-1 0,2 0-2776,-2-1 3652,-7 1 0,6 7 0,-4 2 0</inkml:trace>
  <inkml:trace contextRef="#ctx0" brushRef="#br0" timeOffset="55">11425 2975 7922,'-11'11'2627,"0"0"1,7 0-1696,-1 5 0,3-5 0,2 0-512,0 2 0,2-1 1,2 1-1,3-2-188,2 2 1,2 0 0,3-1 0,-1-3-150,-2-1 0,0-1 1,5-4 169,1 3 0,-1-1-180,0-5 1,1-5 0,-3-2 0,-3-2-380,-6-4 0,3 4 0,-3-2 1,1-2-657,1-1 0,-5-3 0,3 1-524,-3 0 1,3-1-1,1 1 269,-3 0 1,-1-1 1216,-2 1 0,0 0 0,0-1 0</inkml:trace>
  <inkml:trace contextRef="#ctx0" brushRef="#br0" timeOffset="56">11621 2893 8158,'-9'-1'3230,"3"-5"-2507,5 4 0,1-3 0,1 9 0,3 3-275,1 2 1,6-4 0,-5 6 0,-1 2 186,3 2 0,-7-5 1,7-1-1,-3 1-191,1-1 1,-1-4-1,-3 4-492,3-2 4,-3 6 1,5-9-438,-7 7 1,0-9 0,0-2 470,0-10 0,0-4 0,0-4 0,0-2 38,0-2 0,0-5 1,0 5-1,0 2 80,0 2 0,0 1 0,2 1 1,2 0 38,1-1 0,1 6 1116,-6 1 1,7 8-939,4 2 1,-4 2 0,0 8 0,-1 3-288,-1 2 0,6 1 1,-4 0-1,1 1-160,-1-1 0,0-3 0,-3 1-602,1 5 1,6 1 0,-5-4-644,-3 0 1,1-7 0,0-1-4993,1-1 3677,0-5 2682,-5 5 0,8-14 0,1-2 0</inkml:trace>
  <inkml:trace contextRef="#ctx0" brushRef="#br0" timeOffset="57">11981 2681 10610,'0'-9'5380,"0"0"-4192,0 3 0,0 3-36,0-8 0,-6 5-602,1-5 1,-3 8 550,3-3 0,1 5-444,-7 1 1,2 1 0,-3 5-318,1 5 1,5 3 0,-5 3-145,-1-1 1,4 0-1,3 1 1,3-1 61,2 0 0,0 1 1,0-1-224,0 0 1,0-5-1,0 0 1,2 0-623,3-2 1,4 4-1,8-8 210,-1-1 0,0-2 0,1-2-1818,-1 0 0,1 0 1,-1 0 164,0 0 0,-5-6 0,-2-1 2030,-2-2 0,6-2 0,-4-5 0</inkml:trace>
  <inkml:trace contextRef="#ctx0" brushRef="#br0" timeOffset="58">8581 7552 7823,'-17'0'251,"1"0"0,0 0 262,-1 0 0,1 6 1,0-1-294,-1-1 1,1-2 0,0 0 0,-1 1 0,1 3 166,0-3 0,5 1-108,0 1 0,2 4 0,-2 8-191,5-1 0,5 2-79,1 4 1,0-2 0,0 7 0,0 2 0,1 0 0,5 2 139,5 2 0,-2-8 0,2 12 0,1 1-19,3 2 1,3-7 0,2 1 0,4-1-215,1-4 0,-3-7 1,5-1-1,2-4-266,2-6 0,-4-4 0,1-7 0,2 0 169,7 0 1,-3-9 0,4-7 0,-1-10 45,1-5 1,-7-3 0,3-3 0,-3-1 9,-7 2 0,-2 1 0,-4 3 0,0-1 84,-4 0 1,-3 6-1,0 2 1,-5 1 4,-5 4 1,-1 2 0,0 2 0,-1-1 293,-5 1 0,-3 5 0,-7 0 0,-2-2 76,-4-1 0,4 3 0,-4 0 0,2 0-177,-2 2 1,2-4-1,-5 8 1,-1-1-29,1-1 1,3 5 0,-5-3-1,-2 3-168,-2 2 0,4 0 0,1 0 0,3 0-634,3 0 0,1 6 1,3 1 672,0 2 0,-8 9 0,-1 7 0</inkml:trace>
  <inkml:trace contextRef="#ctx0" brushRef="#br0" timeOffset="59">12520 3269 7822,'0'-10'2390,"0"-1"-278,0 7-828,0-11 720,0 14-879,0-7-626,0 8 0,0 2 1,0 4-328,0 5 1,0-2-1,0 2 1,0 1-1,0 3 0,0 1 1,0 2-1,0 2 1,0 2 34,0-2 1,0 4 0,0-3 0,0 1-137,0 2 1,0-6 0,0 4 0,0-2-69,0 2 1,0-4-1,0 4 1,2-2-22,3 1 1,-3-1 0,3 6 0,-3-1-26,-2 1 0,0 1 0,0 4 0,0-2 41,0-2 1,0-7-1,0 2 1,0-4-24,0-2 0,0 1 230,0-1-52,0-7-644,0-2 654,0-21 1,2 10 2,4-7 0,3 2 1,7 4-1,0 1 40,1 2 0,1 2 0,2 0 1,3-1-56,3-5 0,-4 4 1,5-3-1,2 3-257,2 2 1,1 0 0,-1 0 0,0 0 57,2 0 1,-10 2 0,8 1-1,-3 3-243,-3-2 1,-9 3 0,4-2-25,0-1 0,0 3 0,-3-1 446,-1-3 1,-5 1 192,0 1 1,-6-3 56,6 4-102,-7-5-106,3-1-505,-7 0 218,0 0 245,-7 0 1,5-1-44,-3-5 0,3 2-37,2-6 1,0-1 0,0-6-3,0 1 1,2-6 0,1 0 0,3 1 128,-3-3 0,-1-1 0,-2-8 0,0-2-24,0-3 0,0 4 1,2-4-1,1 1 31,3-1 0,-1 4 1,-5-3-1,0 6 2,0 4 1,0 0 0,2-4 0,2 2-79,1 2 1,1 7-1,-6-4 1,0 2-191,0 1 0,0-1 0,0 5 164,0 1 0,0 0 138,0-1 333,0 8-274,0 2 275,0 7 205,0 0-697,-8 0 1,5 0-1,-8 0 1,-2 0-150,-1 0 1,-3 0 0,1 0 0,-2 0-52,-4 0 1,2 0-1,-7 0 1,-2 0 52,-2 0 0,-2 0 1,1 0-1,-1 0-164,0 0 1,0 5 0,3 1 0,1-2-87,1-3 0,8 5 0,-1-1 0,2-1-2090,3-2 1,0 5-3958,-1 4 3098,8-4 3283,9 8 0,17-14 0,8 7 0</inkml:trace>
  <inkml:trace contextRef="#ctx0" brushRef="#br0" timeOffset="60">13484 3498 7804,'-11'0'3247,"0"0"0,6 2-1829,-6 4 0,6-5-443,-6 5 1,7-3-403,-1 3 1,3-2-264,2 6 0,0 1 0,0 6-352,0-1 0,2-5 0,1 0 0,5 0-203,1-2 1,2 4 0,5-8 0,0-1 131,1-3 1,-1-1 0,0 0-1,1 0 51,-1 0 0,-5-5 1,0-2-1,1-2-39,3-4 1,-4-2-1,-2-1 1,-2 0-49,-3-1 1,3 6 0,-1 1 288,-3-3 0,-1-2 773,-2-1 461,0 7-320,0 2-651,0 7 1,0 1-145,0 5 1,0 3-1,2 7 38,3 1 0,-1-1 0,5 0 0,0 1-79,0-1 0,-5 0 1,3 1-1,-1-1-89,-1 0 1,2 3-1,-3 1 1,1 1-6,-1-1 1,-2 0-1,-2 0 1,0 2-50,0-2 1,0-2-1,-2-1 1,-2-1-2,-1 0 1,-8-5 0,4 0-1,-2 0-367,0-2 0,0 4 0,-5-6 1,0 0-440,-1 1 1,1 2 0,0-4-716,-1-2 1,1-3 0,0-1-494,-1 0 0,6 0 1,0-1 1939,-1-5 0,-3-3 0,-1-7 0</inkml:trace>
  <inkml:trace contextRef="#ctx0" brushRef="#br0" timeOffset="61">12716 3466 25933,'16'-9'0,"1"3"158,-1 4 1,6 2 0,1 0 0,3 0-189,3 0-98,-5 0 1,5 0-1,-8 0 1,-1 0-1,-1 0 1,-3 0-891,0 0 809,1 0 0,-7 0 172,1 0 325,-7 0 1,1 0 0,-10 2 42,-6 4 1,2-3 0,0 8-1,0 2-4,0 1 1,-2 3 0,-4-1 0,3 2-111,1 4 0,0-2 0,-5 5 0,1 1-217,4-1 0,-3-3 0,3 5-321,-4 2 0,6-5 0,2-2-865,0-4 0,5-7-827,-4 0 586,4-8 1,4 3-1785,4-12 1,-3 3 129,8-8 3081,-7 7 0,10-10 0,-5 5 0</inkml:trace>
  <inkml:trace contextRef="#ctx0" brushRef="#br0" timeOffset="62">7257 2174 7944,'-11'-16'341,"0"-1"0,6 7 0,-4-1 0,-1 0 3140,1 2-1540,6 1-858,-5 8 0,8 2-343,0 4 0,0-3 1,0 8-1,0 4-382,0 5 0,-5 7 1,-2 9-1,-2 4 103,-4 2 1,-2 7-1,-1 6-459,0-3 1,1-1-1,2-4 1,3-3-896,-3-6 1,6-5 0,1-6-4072,4-5 3349,2-11 1,0-11-1,0-11-1236,0-4 2851,0-1 0,8-8 0,1-1 0</inkml:trace>
  <inkml:trace contextRef="#ctx0" brushRef="#br0" timeOffset="63">6946 2501 14951,'-9'0'2233,"2"2"0,7 3-1661,0 6 1,0 6 0,0 3 0,2 3-353,3 3 1,-3 3-1,3 7-103,-3 2 0,-2 6 0,0-6 0,0-2-42,0-1 0,0-4 1,0-4-1,0-5-466,0-4 0,2-4 14,4-3 0,3-5 0,7-12 878,0-5 0,1-3 1,-1-4-1,2-2-154,4-2 0,-4 0 1,4 6-1,-2-1-374,2 1 1,-8 0 0,6-1-1595,0 1 1,0 5 0,-4 2-5230,1 2 6850,-8 1 0,5 6 0,-4 0 0</inkml:trace>
  <inkml:trace contextRef="#ctx0" brushRef="#br0" timeOffset="64">4331 4169 8467,'-7'9'916,"5"0"1,-5-6 0,3 3-83,4-3 0,-2-1 1,13-2-1,2 0 2536,1 0-2987,3-7 0,-1 3 0,0-5 0,1 0 0,-1 2 0,1 0 0,-1 1 264,0-1 0,1 5 1,-1-3-1,0 3-221,1 2 0,1-2 0,2-2 25,2-1 0,5 0 0,-4 5 0,3 0 0,5 0 35,5 0 0,0 0 0,8 0 0,1 0-486,3 0 0,2 0 0,5 0 0,5 0 0,3 0 0,-8 0 0,-3-2 0,1-2 0,-2-1 0,0-1 0,-2 6 0,-13 0 0,-3 0 0,-6 0 0,0 2 0,-3 2 0,0 1 0,-12 8 0,3-2 0,-6 3 0,2-3 0,-6 0 0,3-7-3056,-3 1 242,-3-3 1,7-2 2813,-4 0 0,12-7 0,8-2 0</inkml:trace>
  <inkml:trace contextRef="#ctx0" brushRef="#br0" timeOffset="65">14318 3318 7865,'-11'2'394,"0"2"2112,-2 1-1318,6 1 1,0-4-317,7 3 0,0-1-360,0 7 0,0-6 1,0 6-1,0 2 72,0 1 0,0 4 0,0 4-255,0 5 0,5 4 1,1 2-1,-3 2 0,-1 1 12,-2 2 0,0 6 1,0-6-1,0 0-194,0 2 0,0-6 0,0 4 0,0-5-62,0-6 1,0-3-1,0-8-689,0 1 577,0-8 1,0-4 0,2-8 0,3-5 295,6-1 1,-2 4-1,2-6 1,2 0 68,2 2 1,-5 0 0,1 5-1,2-1-21,2 1 1,6-3 0,1 1 0,0 3-443,2 1 0,-4 2 0,5 0 1,0 0-103,1 0 1,-4 2 0,3 1 0,0 3 7,1-2 1,-4 3 0,3 0 0,-1 0 314,-4 1 1,-2 2-1,-2-4 1,-1-1 360,-4 3 0,1-5 697,-6 8-847,-1-7-871,-5 3 1,-2-7-243,-3 0 603,3 0 166,-5 0 1,7-2 38,0-3 0,0-4 0,0-8-109,0 1 1,0 0 0,0-2 0,0-4-2,0-6 0,0 1 0,2-4 0,1-5 78,3-4 1,-1-4 0,-5-5-1,0-1-10,0-5 0,0 10 0,0-4 0,0 3 108,0 4 1,0 2 0,0 10-1,0 2 305,0 7 0,0 2 303,0 3 0,-7 7 30,-4 4 1,2 3 0,-2 2-466,-2 0 0,4 0 1,-2 0-1,-1 0-178,-3 0 0,-1 0 0,-1 0 0,1 0-62,0 0 0,-1 5 0,1 1 0,0-3-108,-1-1 0,1-2 0,-2 0 0,-2 0-256,-2 0 1,0 0-1,6 0 1,0 2-461,-1 3 1,1-3-1,0 4 1,-1-3 239,1 3 0,0-5 0,1 7 1,2-3-801,2 1 0,6-1 1,-4-3-4519,2 3 5901,1-3 0,6 13 0,0-6 0</inkml:trace>
  <inkml:trace contextRef="#ctx0" brushRef="#br0" timeOffset="66">15102 3694 9909,'-11'6'8624,"1"-1"-4089,6 1-3284,-3-6 1,12 2 0,2 1-823,2 3 0,2 6 0,6-2 0,-1 0-403,0 1 0,1 0 1,-1 6-1,0-1 1,1 0-27,-1 1 0,0-6 0,1-2 0,-1 0-1726,1 0 0,-7-4 1,1 4-2106,2-1 1,2-5 1231,1-8 0,-7-4 2599,-4-8 0,5-6 0,-1-3 0</inkml:trace>
  <inkml:trace contextRef="#ctx0" brushRef="#br0" timeOffset="67">15331 3580 7873,'-16'0'4915,"0"0"0,5 0-3898,0 0 0,0 5 1,-4 3-1,3 1-288,1 4 0,5 1 1,-5 4-1,-1 4-288,-3 5 0,-1 4 1,-1 4-302,1 3 0,-6 2 0,0 5 0,4-5 0,4-4-1903,3-5 1,5-7 0,-3 1 383,2-1 0,3-9 0,10-10 1379,5-3 0,3-9 0,3-3 0</inkml:trace>
  <inkml:trace contextRef="#ctx0" brushRef="#br0" timeOffset="68">14432 3564 14305,'0'-9'2065,"2"-4"-974,4 7-908,-5 1 43,7 5 1,-1 0-135,4 0-43,3 0 1,-5 2 0,-1 1 0,-3 5 0,1 1 0,-1 2 0,0 0 98,1-1 1,1 1-1,-3 6 84,1-1 1,1 0 0,-6 1 0,1-1 0,3 0 8,2 1 0,-1-1 0,-5 1 1,0-1-152,0 0 1,-5-5 0,-1 0 0,1 0 5,-3-2 1,5 4-1,-8-6-1367,-2 2 0,4-5 234,-2 1 1,0-3 706,-5-2 0,5-2 0,0-1 178,-2-3 1,6-1-176,2 1 386,-4 5 1,7-9 58,-4 5 1,6 1 87,6-7 0,3 8 0,5-4 13,-3-1 1,4 6 0,-4-3-22,3 3 1,3 2 0,-1 0-117,0 0 1,1 0 0,-1 0-1195,0 0 1,-5 6-97,0-1 0,-5 6-703,4-6 1911,-6 1 0,11-6 0,-6 0 0</inkml:trace>
  <inkml:trace contextRef="#ctx0" brushRef="#br0" timeOffset="69">14661 3449 16929,'0'11'930,"0"0"0,0 2 0,0 1-751,0 3 0,6 1 0,-1 2 1,0 3-74,3 3 0,-6 1 0,3 6 1,-1-1-947,1 1 1,-3-6 0,3-1-2377,-3-3 0,0-3 3216,3-9 0,-3 4 0,5-6 0</inkml:trace>
  <inkml:trace contextRef="#ctx0" brushRef="#br0" timeOffset="70">13599 4250 8596,'-8'-9'5031,"7"2"-1161,-7 0-2126,8 5 422,0-5 722,0-1-1917,0 7 1,0-5-417,0 12 1,0-3 0,0 8 0,2 2-504,4 1 1,-5 10-1,5 1 1,-4 3-53,-2-1 0,5 0 0,1 6 0,-3-1 0,-1 1 0,0 0 0,1 0 0,3-3 0,-2-2 0,-3-5 0,1-6 0,4-1 0,-5-7 0,14-2 0,-6-9 0,0-3 0,6-2 0,-6-6 0,2 2 0,0-2 0,-1 4 0,7 0 0,1 0 0,4 0 0,-4 4 0,5-4 0,-1 1-111,0 5 0,2-1 1,-4 0-1,1-1 112,-1 1 0,4 3 1,-2 1-1,-2 0 145,-2 0 0,-7 0 0,0 0-146,1 0 0,-2 5 0,-1 2 0,-2 2 0,-2-5 0,-5 10 0,0-12 0,0 6 0,0-8 0,0-2 0,2-2-219,4-1 1,-5-8-1,5 2 67,-4-3 1,0-5-1,1-1 1,3-1 69,-3 1 1,-1 0 0,-2 0 0,2-2 138,3 2 0,-3-4 1,4 1-1,-5-1 21,-1 0 1,0 1-1,0 3 1,0-2 63,0 2 0,0-4 0,0 3 0,0 1 57,0 2 0,0 1-121,0 1-78,0 7 0,-1 1 0,-5 8 0,4 0 0,-7 0 0,6 2 0,-3 4 0,-1-4 0,1 3 0,-4-3 0,0 3 0,0 1 0,-3-3 0,-2 1 0,-1 0 0,0 1 0,-1-1 0,1-2 0,0-1 0,-3 3 0,-2 1 0,2 1 0,-2-4 0,3 1 0,1 3 0,1-1 0,-1-5 0,1 0 0,0 0 0,-1 0 0,1 0 0,0 0 0,-1 6 0,1-1 0,0-1-5020,7-2-4416,-6-2 5700,13 0 3736,2 0 0,9 7 0,8 2 0</inkml:trace>
  <inkml:trace contextRef="#ctx0" brushRef="#br0" timeOffset="71">14383 4381 10158,'-9'2'3098,"4"3"1,1-3-2389,-1 4 1,3-3-125,-4 3 1,5 3 0,1 7-242,0 0 1,1 1 0,3-1-262,1 0 0,1 6 0,-4 0 0,1-2 0,3-2-135,-3-1 0,1-7 0,0 1-1368,1 2 0,1-4 812,-6 2 0,0-9 1,0-2-1,0-9 384,0-6 0,0-1 0,0-2 0,0-4 441,0-5 1,0 1 0,0 1 0,0-1 373,0 1 1,1 3 0,3-3-1,3 1-56,2 4 1,-3 2 0,5 2-108,1-1 0,-3 3 0,2 3 44,2 5 0,-4 5-253,2 1 0,-5 5 1,3 2-1,-2 2-52,-3 4 0,-3 2 0,-1 1 0,0 0-13,0 1 0,0-1 0,0 0 0,-1 1-276,-5-1 0,4 0 0,-5-1 1,2-2-608,-1-2 1,-1-8-1,3 4 1,-3-1-1782,-2-1 1,3 1 397,-5-6 1,6-7 0,-4-4 2110,2-4 0,1-8 0,6-3 0</inkml:trace>
  <inkml:trace contextRef="#ctx0" brushRef="#br0" timeOffset="72">14579 4185 12965,'0'9'2977,"0"6"0,8-6 0,1 7-2223,0 0 1,0 1 0,-6-1-680,3 0 1,5 1 0,-6 1-1,-1 2-704,-2 2 0,3-1 0,1-4 0,-3-1-2905,-1 0 3534,-2 1 0,0-1 0,0 0 0</inkml:trace>
  <inkml:trace contextRef="#ctx0" brushRef="#br0" timeOffset="73">14579 4348 9227,'0'17'9830,"2"-8"-8559,4-4 1,-3-3-1,8-4-2341,2-3 1,1-2 0,3-6 0,-1 4 182,0 1 1,-5 1 0,0 4-316,2-3 0,1 1 1,3 5-1,-1 0-327,0 0 1,-5 0 0,0 0 1935,2 0 0,2 7 1,-1 4 438,-3 3 0,2 3 0,-6 1 0,0 2 5,0 2 1,1-1 0,-5-2 0,3 1-63,-3 1 1,-1 1 0,-2-5 0,0-1 384,0 0 1,0-5 1345,0 0-2160,0-7 1,-5 1 0,-2-10-252,-3-6 0,5-4 0,-4-1 1,2 0 0,3-1 0,2 1 0,2-1 0,0 1-134,0 0 1,0-1 0,0 1-1,0 0 136,0-1 1,2 1 0,3 0 0,5-1 136,-1 1 0,5 1 0,-5 3 1,2 3 67,0 1 1,0 1 0,5 4 0,1-3-510,-1 2 0,0 3 0,1 1 0,-1 0-817,0 0 0,-5 0 0,-2 1 1,0 3-1845,0 2 1,-5 1 2852,2-2 0,3-3 0,0 5 0</inkml:trace>
  <inkml:trace contextRef="#ctx0" brushRef="#br0" timeOffset="74">7290 4790 7722,'-17'7'238,"3"4"0,1 2 1534,2-2 1,6-2-153,-6-4 1,9-3 0,4 3-847,12-3 1,4-2 0,10-2 0,1-1-67,2-3 0,1-1 0,1 3-433,0-1 0,5-2 0,2 3 0,1-1 0,5 1-223,1 2 0,-3 0 0,-3-1 0,-1-3-510,-3 3 1,-3 1 0,-1 2-1194,0 0 1096,-15 0 1,-5 0 528,-19 0 1,-5 0 0,-9 0 0,-3 0 228,-3 0 0,-1 2 0,-6 1 0,-1 4-315,-4 3 1,1-5-1,-5 4 1,1 0-90,-1 0 1,4-5 0,-4 3 0,0-1-24,0-1 1,10 0-1,-3-5 1,3 0 618,3 0 0,12 6 310,1-1 0,12 1-483,4-6 1,15 0-1,12 0 1,4 0 81,2 0 0,1 0 1,2 0-1,3 0-674,-3 0 0,6 0 0,-2 0 1,0 0-3719,-2 0 4088,0 0 0,11 7 0,0 2 0</inkml:trace>
  <inkml:trace contextRef="#ctx0" brushRef="#br0" timeOffset="75">13582 4463 8280,'-9'7'4455,"2"-5"-3814,7 5-337,0-7 83,0 0-11,-7 0 0,-1-2-130,-2-3 0,-3-4-69,7-8 1,-5 7-1,6-1-22,1-2 0,1 6 0,-1-1-112,-1 1 0,-1-2 0,6-7 85,0-1 0,0 6 1,0 1 127,0-3 0,0-2 1,2-1 111,4 0 1,-5-1 0,7 1 0,-3 0 0,0-1 1,6-1-1,-3-2 1,1-4-95,3-1 1,1 3-1,0-3 1,-2-1-144,1 1 1,3 3-1,1-3 1,1-1 108,-1 1 0,0-2 0,-1-4 0,-2 2-70,-2 1 1,-1 7-1,5-5 1,-2 1-12,-2-1 1,-1-1-1,5-4 1,-2 2-24,-2 2-1,-6 0 1,4-4 0,0 2-19,0 2 1,0 1-1,2-3 1,-3 2-82,-1-2 0,0 3 0,4 1 0,-4-1 53,0 1 0,-3 5 0,5-4-139,-2 1 1,4 10 0,-3-3 0,-1 1 16,0 1 0,0 3 1,-1 0-5,5-2 0,-2 0 0,0 1 1,0 1 168,0-2 0,0 4 0,4 0 0,-2 0 17,1 0 0,-2-2 0,0-4 0,3 3 11,2 1 1,1 0 0,0-4-1,1 3-120,-1 1 0,0 0 1,1-4-1,-1 3 52,0 1 1,1 5 0,-1-5 0,0 0-72,1 2 1,-1-3-1,1 6 1,-1 1 25,0-3 0,-5 7 0,0-7 33,2 1 0,1 5 0,3-3-73,-1 3 1,-2 0 0,-1-1 0,-2-3-10,2 3 0,1-1 0,3 0 0,-1-1 33,0 1 1,1 2-1,-1 1 1,0-3 46,1-2 1,-1 1 0,0 3-80,1-3 0,-1 3 0,0-4 0,1 5 0,-1 1 0,0 0 0,-5 1 0,0 5 0,-5 1 0,3 6 0,-2-2 0,0-2 0,-3 4 0,1-3 0,3 0 0,-5 2 0,3-1 0,-1 0 0,-5 5 0,6 1 0,-1-1 0,-1 0 0,-2 1 0,-2-1 0,0 1 0,0-1 0,-6 0 0,1 1 0,1-1 0,0-2 0,1-1 0,-3-2 0,-1 0-395,2 5 1,3-5-1,-5 0 26,-1 2 1,6-4 0,-3 2-8,3 1 1,0-2-16,-3 0-1850,3-6-763,-5 3 943,7-7 1372,0 0 1551,-7 0-91,5 0 1,-7 2 1065,3 4-1494,4-5 1,-10 9-2005,6-5-1003,1-3-1118,5 5-726,0-7 4508,0 0 0,-7-7 0,-3-2 0</inkml:trace>
  <inkml:trace contextRef="#ctx0" brushRef="#br0" timeOffset="76">14612 3024 14695,'-9'0'9830,"2"0"-7757,7-7 0,2 5-2073,3-3 0,-1 3 0,6 2 0,-4 0 0,5 0 0,0 5 0,5 1 0,-5 7 0,-2-3 0,0 5 0,0 1 0,-3-5 0,3 0 0,-2 2 0,0 1 0,-3 3 0,1-1 0,-1 0 0,0-1 0,-1-2 0,3-2 0,-1-1 0,-3 1 0,3 0 0,-3-7 0,13 3 0,-6-7 0</inkml:trace>
  <inkml:trace contextRef="#ctx0" brushRef="#br0" timeOffset="77">14792 3237 7810,'16'0'9830,"-1"-2"-4915,-4-4 0,-2 5-4315,-4-5 1,-1 4-601,7 2 0,-6 0 0,6 0 0,-7 0 0,3 0 0,-7 0 0,0 0 0,7 0 0,-3 0 0,7 0 0,1 0 0,3 0 0,1-5 0,1-2 0,1-2 0,4-4 0,-2 4 0,5-2 0,0 0 0,1 2 0,-1-6 0,3 6 0,-5-2 0,1 1 0,-6 0 0,4-2 0,-4 3 0,-2 1 0,-5-3 0,0 4 0,2-2 0,-6 6 0,0-5-1178,-7 8-959,0 0 0,-7 8 0,-2 1 0</inkml:trace>
  <inkml:trace contextRef="#ctx0" brushRef="#br0" timeOffset="78">13844 4299 8097,'-9'-1'121,"1"-3"1,3-3 1,0-2 1,-3 5 253,3-2 0,1 5-168,-7 1 1,6 0-156,-6 0 1,0 0 23,-5 0 0,-1 7 0,3 4 1,1 3-3,2 3 1,8-5-1,-5 3 1,3 3 5,-1 0 1,1 2 0,5 0-1,0 4 8,0 1 1,0-3 0,0 3 0,0 1-42,0-1 1,2-5 0,3 2 0,4-4-10,0-1 0,6-1 1,-4-2-1,5-1 15,6-2 1,-4-7-1,6 3 1,-1-2 30,5 1 0,-3-1 0,2-5 1,1 0-55,-3 0 1,6-1 0,-6-3-1,3-3 65,-1-2 1,-7-2 0,2-8 0,-2 0 3,1-3 1,-6-2 0,3 2 0,-2-5-175,-3-4 1,0 4 0,1 2-1,-1-1-14,-2 1 0,-6-1 1,4-3-1,-1 4 50,-5 1 0,-1 2 1,-2 6-1,-2 1 24,-3 5 0,-2-5 0,-6 6 0,2 0 37,-2 3 0,-7-3 0,-1 0 0,1-2-43,1 0 0,3 6 0,-2-4 0,-2 2-58,-2 3 0,0-3 1,6 1-1,-2 1 19,-4-2 0,4 5 0,-4-4 1,4 5-33,2 1 0,-1 0 0,1 0 0,0 0-74,-1 0 1,-1 5 0,0 2 0,-2 2 48,0 4 0,5 2 0,-6 1 0,2 0-42,3 1 1,5-5-1,0 5 37,-1 6 0,4-1 1,3 0-1,1-4 112,-1-2 0,3 1 0,-3-1 0,5 0-25,5 1 1,-1-1 0,6 0 0,1 1-24,-2-1 0,8 0 0,-3 1 1,6-3-81,0-3 1,-2 2 0,1-6-1,1 1 78,1-1 1,3 4-1,-4-6 1,4-1-33,1-2 0,-3 3 0,5 0 68,2-1 1,-5-9 0,-4-6-1,-6-4-12,-3-1 1,0-2-1,4-2 1,-5-4-69,-4-1 0,-2-3 1,-1-2-1,3 1-24,-3 1 0,-1 3 1,-2-4-1,0 2 97,0-3 0,-7 7 0,-4-1 0,-5 2 51,-6 1 1,2-1 0,-6 7-1,1 4-34,-1 6 1,-1 3 0,-5 2 0,-1 2-96,0 3 0,6 6 107,0 11 0,7 4 0,-4 6 0</inkml:trace>
  <inkml:trace contextRef="#ctx0" brushRef="#br0" timeOffset="79">13304 1667 6154,'-9'0'8195,"2"0"-7162,7 0-473,0 0 362,-7 0 95,5 0-382,-5 0-369,7 0-2724,0 0 0,7 0 1,2 0-1</inkml:trace>
  <inkml:trace contextRef="#ctx0" brushRef="#br0" timeOffset="80">3416 8043 8424,'0'-16'3733,"0"5"-18,0 0-2828,0 7 276,0-3 1,2 7 0,5 0 0,7 0-130,6 0 0,9 0 1,-1-2-1,3-2-932,1-1 1,6-2 0,2 3 0,0-3-245,0-2 0,-2 3 0,-5-3 0,0 2-632,-1 3 0,-6 1 1,-4-1-1,-4-1-3973,-2 1-63,1 2 1047,-8 2 3763,-2 0 0,-7 0 0</inkml:trace>
  <inkml:trace contextRef="#ctx0" brushRef="#br0" timeOffset="81">3906 7634 8015,'0'18'1734,"0"4"0,-5-9 0,-1 3 1,3-1 109,1-1 0,2-3 0,2 0-1576,3 2 1,4-6 0,7-2-1,3-3-309,2-2 0,-1 0 0,6 0 0,-1 0-281,1 0 0,-5 0 0,5 0 0,-1 0 81,1 0 1,-4-2 0,3-1 0,-1-3 138,-4 3 0,-8 1 1065,-1 2 0,-2 2 0,2 3-549,-5 6 1,-10 4-1,-3 3 1,-2 2 195,-4 2 1,-2 5 0,-1-4 0,0 3-599,-1 3 1,1-4 0,0 1 0,-1-1-1483,1 1 0,0-1 0,1 2 0,2-7 1470,2-7 0,8 2 0,-4-6 0</inkml:trace>
  <inkml:trace contextRef="#ctx0" brushRef="#br0" timeOffset="82">13304 1618 8256,'-16'0'3036,"5"6"1030,0-1-2213,8 1 1379,-5-6-874,8 0-402,0 0 1,6 2 0,1 1-1957,2 3 0,2 6 0,5-1 0,1 4 0,-1 1 0,0 0 0,1 3 0,-1 2 0,1-1 0,-1 8 0,0 1 0,1 2 0,1 3 0,0 2 0,2 3 0,0-3 0,-6 0 0,6-1 0,-3 1 0,-1 0 0,-9-10 0,10 7 0,-3-4 0,1-4 0,1 6 0,0-6 0,1 3 0,-1-1 0,6-5 0,0 3 0,-2 0 0,-2 1 0,-2-6 0,0 3 0,1-1 0,-1 0 0,1 2 0,-3-4 0,-1 1 0,-2-1 0,0-1 0,5-3 0,0 2 0,1 4 0,-5-4 0,1 6 0,2-3 0,-3 1 0,6 0 0,4-6 0,-2 3 0,-2 2 0,-1-2 0,-3 2 0,1-2 0,1-3 0,-9-5 0,10 0 0,-5 1 0,-2 3 0,2-4 0,-5 0 0,3 1 0,-5-3 0,6 2 0,-6-2 0,4 4 0,-1-2 0,-1 0 0,-2 5 0,-3-5 0,5-2 0,1-1 0,-6-1 0,3-2 0,-3-3-1023,-2 5-6036,0-7 5038,0 0 0,0-7 0,0-4 2021,0-3 0,0-10 0,0-1 0</inkml:trace>
  <inkml:trace contextRef="#ctx0" brushRef="#br0" timeOffset="83">14318 2861 7843,'-11'0'8253,"0"0"-6341,7 0 0,-5 0 3130,4 0-1333,3 0-3709,-5 0 0,12 2 0,1 3 0,-3 6 0,6 2 0,0-1 0,2-1 0,0 2 0,-5 3 0,3 4 0,0 2 0,0-2 0,-4-2 0,6-1 0,0 1 0,-2 4 0,4-4 0,-8 4 0,1-4 0,1-2 0,-5 0 0,5-1 0,-1-2 0,-1-2 0,1-6 0,-6 6 0,0-8 0,0 5 0,-2-8 0,-4 0 0,-5 0 0,-3 0 0,-2 0 0,-1 0 0,1 0 0,0 0 0,-3 0 0,-2 0 0,2 0 0,-4 0 0,1 0 0,0 0 0,-1 0 0,3 0 0,-2 0 0,2 0 0,2 5 0,1 1 0,1-3 0,0-1-1247,-1-2 1,10 0 1246,7 0 0,15 0 0,10 0 0</inkml:trace>
  <inkml:trace contextRef="#ctx0" brushRef="#br0" timeOffset="84">11654 3662 11061,'20'3'273,"7"8"0,20 18 0,-7-2 0,4 5 0,12 7 0,6 3 0,-12-7 0,2 0 1,2 2 15,6 5 1,2 1 0,-1 0-330,-4-3 1,-1 1 0,0 1-1,5 5 1,0 1 0,-3 1 0,-8-6-1,-3 0 1,-1 0 0,19 16 0,-2 0-1,-3-4 1,-1-3 0,-7-9 0,-2-3-1,-4-3 1,-1-3 135,-6-4 0,-2-2 0,21 18-239,2 8 0,-14-14 0,-10 2 0,-9-11 0,-9-11-403,-5-8 256,-9-4 0,3-10 0,-11-5 0,-5-10 0,-9-10 131,-6-9 0,-3-10 1,-5-10-1,-5-8-112,-6-3 1,-1 4 0,-12-10 0,28 36 0,-1 0 136,0-4 1,-1 0 0,-3 1 0,0 0 0,-2-5 0,-1-1 0,-2-3 0,0-2-29,-2-3 0,0-1 0,-2-3 0,1-2 1,-3-7-1,0-2 0,-2-6 0,-2-1 120,14 23 0,0-2 0,0 1 0,0 2 0,1 0 0,-1-2 0,-2-2 0,1-2 0,0 2 0,2 2 0,-1 2 0,1 0 31,-14-23 0,4 3 0,9 13 0,4 3 0,6 6 1,3 2 180,-7-25 0,17 37 0,22 38 1,11 25 8,7 24 0,18 18 0,-18-25 0,1 3 0,5 4 0,4 1-93,6 6 1,3 1-1,-2-2 1,2 2-1,4 7 1,1 2-1,2 0 1,-1-1-26,1-1 0,-1 0 0,3 2 0,1-1 0,2-1 0,1-2 1,4 2-1,1-3-147,3 0 0,0-2 1,-4-7-1,-1-3 1,3 1-1,-1-2 1,-8-6-1,-2-3 48,-5-3 0,-2-3 1,25 20-1,-5-10 0,-9-7-85,-7-7 0,-2-7 1,-6-1-1,-7-3-1084,-10-5 1012,-8-10 1,-11-1 0,-6-13 0,-6-11 490,-8-9 0,-11-4 1,-5-16-1,-6-9-325,-5-9 0,2-10 0,14 34 0,0-1 0,-1-3 0,-1 0-26,-2-4 1,-1 0 0,1 2 0,0 0 0,-3-5 0,-1-1-1,1-4 1,0 0-51,0-3 0,0-2 0,-2-5 1,-1-1-1,-4-2 0,-1 0 1,-2-3-1,-2-1 99,-1-2 1,1 0 0,5 11 0,1 2 0,-1-2 0,3 1 0,6 11 0,5 3 24,-7-30 1,16 38-1,26 35 1,14 22 202,13 18 0,11 20 1,7 18-1,-24-28 1,1 3-81,3 5 0,2 2 0,2 2 0,1 1 0,6 10 1,2 1-1,3 4 0,1 0-69,-14-19 1,1 0 0,0-1 0,1-1 0,0-1 0,2 0-1,5 4 1,1 1 0,1-1 0,-2-2 0,0-1 0,0-1-106,-2-4 1,0 0 0,-2-2-1,16 15 1,-2-3 0,-8-11-1,-1-4 1,-6-4 0,-1-3-160,33 18 0,-19-20 0,0 4 0,-9 0-27,-6 3 1,-12-7 0,0 2 0,-7-6-338,-10-5 593,3-9 0,-17-11 1,1-12-1,-6-10-2,-4-11 0,-9-3 0,-9-13 0,-6-8 12,-5-4 1,0-8 0,-10-4-1,22 33 1,0-2-43,-2-2 0,-1-1 0,0 0 0,-2-1 0,0-7 0,-1-3 0,0-1 0,0-2-118,-1-5 1,1-1-1,0 2 1,0-1-1,-4-8 1,0-1 0,0-1-1,1-1 88,0-1 0,1 1 0,6 11 0,1 1 0,1 1 0,2 2 0,-5-25-57,21 34 1,25 44 0,21 23 0,16 33 130,-20-13 0,-1 4 1,3 4-1,-1 3 1,5 10-1,0 3 0,4 3 1,1 1-6,5 4 0,0 0 0,0-1 0,2 0 0,-14-18 0,2-1 0,0 1 0,19 20 0,0 0 39,-2-4 0,0-3 0,-8-12 0,-2-2 1,3-2-1,-1-1 0,-8-7 0,-1-2-59,24 20 1,-17-19 0,-11-6 0,-5-6-25,-4-5 0,-7-2-244,2-1 1,-13-10 0,-7-9 129,-5-12 1,-12-12-1,0-10 1,-6-6 19,-5-5 1,4-2-1,-3-13 1,0-3 34,-1-3 1,-1-4 0,11 29-1,-1-1 1,1-3 0,0-1 44,-1-2 1,1-2 0,2 1 0,1-1 0,-1-2 0,0-1 0,1 0 0,-1-1 0,1 0 0,1 1 0,-1 5 0,2 0 0,3-2 0,2 1 0,-3-36 74,9 16 1,21 34 0,17 14-1,11 17 42,11 19 1,6 25-1,-25-9 1,1 2 0,5 5-1,1 3-47,3 3 0,1 1 0,-2-1 1,0 0-1,4 1 0,-1-1 1,-4-3-1,-1 0 9,-4-3 0,-3-1 0,17 25 0,4-7 0,-13-6-57,-15-4 0,-6-17 0,-10-1 387,4-3-396,-4-9 0,13 1 0,-6-5 0</inkml:trace>
  <inkml:trace contextRef="#ctx0" brushRef="#br0" timeOffset="85">8336 8958 8763,'-17'0'6386,"1"0"-5502,7 0 0,0 0 4767,3 0-2180,4 0-2155,-5 0 0,9 0-1316,3 0 0,-1 0 0,7 0 0,2 0 0,3 0 0,4 0 0,4-2 0,1-3 0,2 3 0,8-3 0,3 1 0,6-1 0,-1 1 0,6-7 0,7-2 0,6-1 0,4 3 0,-3 0 0,-1-2 0,-2-1 0,-7 3 0,-1 2 0,-6 0 0,-8 0 0,-9 5 0,-2-1 0,2 3 0,-11 2 0,-1 0 0,-3 0 0,1 2 0,1 1 0,0 3 0,-5-1 0,0-5 0,2 0 0,-4 0 0,2 0 0,0 0 0,0 0 0,-1 0 0,-6 0-1464,3 0-268,-7 0 1732,0 0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04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8205 5280 8072,'0'-11'6155,"0"0"-4099,0 8-1131,0-5-401,0 8 0,0 10-268,0 6 0,2 0 1,1 8-1,3-1-97,-3 5 1,-1 1-1,0 0 1,2-2 0,1 2-147,-1 2 1,-2 0-1,-2-2-451,0-2 1,5-7 0,0 2 0,-1-4 0,-2-2-1227,-2 1 1,0-6-749,0 0 955,7 0 1,-5 5-99,3 0 586,-3-7 969,-2 6 0,-7-13 0,-2 5 0</inkml:trace>
  <inkml:trace contextRef="#ctx0" brushRef="#br0" timeOffset="1">8139 5640 7884,'-9'-7'3522,"0"5"-1951,4-4-128,3 4 2507,-5 2-1827,7 0-1848,0 0 1,5 8-1,1 3 1,-1 3-1,1 2-27,-1 1 0,6-1 0,-4 2 0,0 2-142,1 2 0,3 2 1,-4-4-1,0 3 66,0 3 1,4-10 0,-5 4 0,-1 0-328,2-2 1,-3 0-160,7-1 0,-6-3 0,6-3 401,2-5 1,-4-5 0,2-1 292,2 0 1,-1-7-1,1-4 1,-2-3 48,2-3 0,1 1 0,1 0 0,-2-1-271,-3 1 1,1 5 0,4 0 0,-2-1-211,-3-3 1,0 4 0,2 2-583,-1 2 1,0-4-577,5 5-3935,-7 1-434,-1 5 5579,-8 0 0,0-7 0,0-2 0</inkml:trace>
  <inkml:trace contextRef="#ctx0" brushRef="#br0" timeOffset="2">3596 7193 9684,'-10'0'9830,"3"0"-673,7 0-9157,0 0 0,6 2 0,1 1 0,2 3 0,2-1 0,5-5 0,1 0 0,-1 0 0,0 0 0,1 0 0,-1 0 0,0 0 0,1 0 0,-1 0 0,0 0 0,-5 0 0,0 0 0,2 0 0,1 0 0,3 0 0,-1 0 0,0 0 0,-5 0 0,0 2 0,2 3 0,1-3 0,3 4 0,-6-5-5296,0-1-1570,-8 0 5030,5 0 1,-8-1 0,0-5 1835,0-5 0,0-3 0,0-3 0</inkml:trace>
  <inkml:trace contextRef="#ctx0" brushRef="#br0" timeOffset="3">3890 7029 10952,'-9'2'9830,"3"4"-7606,4-5 1,4 7-1367,4-8 0,3 0-703,7 0 1,0 0 0,1 0 0,-1 0-184,1 0 1,-1 0 0,-2 1 0,-1 3-404,-2 2 1,0-1 144,5-5 0,-1 2 0,-3 1 396,-1 3 1,-5-1 0,3-3 828,-2 4 1,-1-3-701,-6 8 0,0-5 1,0 5-240,0 1 0,0 3 0,0 1 0,0 0 0,0 1 0,-2-1 0,-2 0 0,-1 1 0,1-1 0,-3 1 0,1-1 0,1 0 0,-2 1 0,5-1 0,-4 0 0,3 1 0,-3-1 0,4-5 0,-3 0-278,3 1-9184,2-4 6206,0-1 3256,0-7 0,7 0 0,3 0 0</inkml:trace>
  <inkml:trace contextRef="#ctx0" brushRef="#br0" timeOffset="4">1160 13110 8120,'0'-10'1232,"0"-1"0,0 5 1199,0-5-1895,0 0 0,0 1 786,0-1 1,-2 7 0,-3-1 1299,-6 3-2347,-4 2 0,-1 0 0,0 0 1,-1 2-1,-1 3 0,-3 6 0,-7 3 44,-3 3 0,-1-1 0,-1 0 0,-2 3-187,-3 2 1,4-1 0,-4 8 0,3 1-66,3 2 0,-1 1 0,2 1 0,4 0-78,5-1 0,9 1 0,2 0 0,0-1 234,2 1 0,2 0 0,7-2 0,0-2 11,0-2 1,7-5-1,4 3 1,4 1-9,1-1 0,2-3 0,4 5 0,5 2-8,4 2 1,4-4-1,-1-1 1,3-1-112,-1 1 0,-3-5 0,8 3 1,-1-4-108,-3-5 0,-7-3 0,0 3 0,0-4 0,-1-6 0,-7 2 0,0-1 0,-2-2 0,2-3 0,-8-1 0,6 0 0,0 0 0,-2 0 0,2-7 0,0-4 0,2-5 0,-2-6 0,4 2 0,-1-7 0,1-2 0,0-2 0,5-4 0,-4-1 0,1-2 0,-5 2 0,-3-1 0,-1 1 0,-1-2 0,0 1 0,-5 3 0,-2 1 0,-1 1 0,-5-1 0,-1 0 0,-4 2 0,-3 2 0,-6 2 0,-4 0 0,-1-4 0,-2 2 0,-4 2 0,4 5 0,-6-4 0,1 3 0,-4 3 0,1 2 0,-1 3 0,-2 2 0,-2 2 0,-2 8 0,1-3 0,-3 4 0,-3 2 0,7 4 0,-5 5 0,-1 8-959,3 1 1,1 5-1,4 1 1,4 0-6652,1-1 7610,10-1 0,-1 2 0,6 1 0</inkml:trace>
  <inkml:trace contextRef="#ctx0" brushRef="#br0" timeOffset="5">13337 1063 7836,'-2'-10'0,"-1"3"1105,-3 0 1,1 3 1861,5-7 1,0 10-630,0 1 1,2 14 0,1 13-1900,3 4 1,5 15-1,-6 6 1,0 8-1,1 13-96,-1 10 1,3 6 0,-6-34 0,-1 1 0,3 3-1,0 0-207,0 6 1,1-1 0,-3-3 0,1 0 0,2 2 0,-1 1 0,0-1 0,-1-1-92,-1-1 1,0-2-1,1-4 1,1-2-1,0-5 1,0 0 0,3 43-46,0-8 0,-1-16 0,-6 4 0,0-13 0,0-7 0,0-14 0,1-7-346,5-4-2551,-4-4 1,5-15 0,-7-9 1357,0-12 1,0-12 0,0-12 0,0-6-2458,0-3 3996,0-9 0,-7-17 0,-2-10 0</inkml:trace>
  <inkml:trace contextRef="#ctx0" brushRef="#br0" timeOffset="6">13304 948 7824,'-9'7'1123,"-3"-3"1,4 5 2279,-1-2-2311,6-1 0,-3-6 0,12 0 1,6 0-1,7 0 628,2 0 1,8-6 0,-1-1-1,3-2-1070,1-4 1,3 4 0,1-2 0,4-1-589,2-3 1,5-1 0,11 1 0,9 3-63,6 1 0,5 2 0,7-4 0,4 4 0,2 1 0,-4 3 0,1 5 0,-5 0 0,-3 0 0,-16 0 0,10 0 0,-1 0 0,-1 0 0,-6 0 0,3 0 0,2 0 0,1 0 0,4 5 0,3 3 0,-5-1 0,-3 0 0,-6 1 0,10-5 0,-1 4 0,1 3 0,-5-5 0,5 6 0,1 2 0,4 1 0,-7 2 0,5 1 0,-7-1 0,-8 0 0,-5 1 0,4-1 0,3 1 0,3-1 0,-1-7 0,13-4 0,5-3 0,4-2 0,-2 0 0,2 0 0,-2 0 0,-1 0 0,-10-5 0,9-2 0,3-1 0,1 1 0,-8 2 0,1 5 0,-2 0 0,-2 0 0,-11 0 0,6 0 0,-10 0 0,-3 0 0,-12 0 0,13 1 0,3 3 0,1 1 0,-5 1 0,9-6 0,2 0 0,2 0 0,-3-2 0,3-2 0,-2-1 0,-2 1 0,-16-3 0,5 0 0,-4 0 0,-3-1 0,-6 3 0,-5 5 0,-1-2 0,-3-3 0,-5 3 0,7-4 0,-4 4 0,-14 4 0,-3 4 0,-12-4 0,2 7 0,-7-4 0,0-3 0,0 5 0,-1-7 0,-5 0 0,4 7 0,-5-5 0,7 6 0,0-7 0,0 5 0,0-3 0,0 8 0,0 0 0,0 6 0,0-1 0,0 0 0,0 10 0,0 5 0,0 9 0,0 7 0,6 7 0,1 15 0,0 8 0,0 8 0,4 4 0,-8-36 0,0 1 0,-1 0 0,1-1 0,1 1 0,-1-1 0,-2-3 0,0-1 0,2 1 0,0-1 0,-2-1 0,-1-1 0,0 36 0,0-4 0,0-14 0,0-3 0,0-10 0,6-10 0,-1 0 0,-1 0 0,-2-1 0,-2-8 0,0 2 0,0-3-266,0-3 1,0-7 0,0 0-5032,0-4 3586,0-9 1,-2-1 0,-3-10-1,-8-6-1948,-7-8 3659,-6 0 0,-28-15 0,-6 5 0</inkml:trace>
  <inkml:trace contextRef="#ctx0" brushRef="#br0" timeOffset="7">13484 2763 10878,'0'11'2466,"0"-1"-1624,0 3-568,0 2 1,0 1 0,0 2-1,0 2 1,0 4 0,0 1 0,0 4 2050,0 2-2052,0 2 1,0 0 0,0 1 0,0 4 0,0 6 0,0 1 0,0 1 309,0-3 0,0-5 1,0 4-1,0-2-374,0-4 1,0-8-1,2-8 1,2-6-90,1-3 1,8-7 101,-2 1 0,3-3 0,3-4-48,-1-3 0,2 3 1,2-4-1,4 5 147,1 1 1,4 0 0,8 0 0,4 0-157,7 0 1,1 0 0,16 0 0,8 0 8,5 0 0,0 0 0,0 0 0,4 0-67,1 0 0,1 0 0,-38 0 1,2 0-1,2 0 0,0 0-75,3 0 0,-1 0 0,0 0 0,0 0 0,8 0 0,2 0 0,0 0 0,1 0-85,0 0 0,-1 0 1,-6 0-1,-1 1 1,-1 1-1,1 0 0,-1 1 1,1 0 52,0-2 0,-1 1 0,-3 2 0,1-1 0,5 1 0,-1 0 0,-2-1 0,-1 1 0,-2-1 0,-2 1 0,27 9 0,8-4 0,-4 2-28,-4 0 0,-2 0 0,6 3 0,6-3 28,3-5 0,-2 1 0,2-2 0,-2-1 0,-2-2 0,-8-2 0,6 0 0,1 0 0,-1 0 0,-5-6 0,10 1 0,1 1 0,-2 2 0,-13 2 0,1 0 0,-12 0 0,-8 0 0,-8 0 0,-2 0 0,3 0 0,-3 0 0,-3 0 0,7 2 0,7 2 0,6 1 0,9 1 0,-1-6 0,1 0 0,2 0 0,-10 0 0,5 0 0,-5 0 104,-6 0-1,-3 5 1,-5 1 0,0-3-104,-2-1 0,-12 0 0,8 2 0,-4 1 39,-1-1 0,-11-1 1,0 1-40,-7 1 0,-5 3 0,-4-3 0,-4-1 0,-7 7 0,0-8-244,0 5-1309,0-8 1437,0 0-43,7 0 1,-5-2-45,3-4 1,3 3 0,-1-6-278,2 1 1,-5-4-1,3 2 160,0 1 1,-5 0 0,5 4 216,0-6 0,-5 2 0,4-2 0,-4-2 252,-2-1 1,0-3 0,0 1 0,0-2 295,0-4 1,0-3-1,0-8 1,0-2-60,0-3 1,0-3-1,-2-10 1,-2-2-475,-1-1 0,-1-8 1,6 5-1,0 1-121,0 2 0,0 8 0,0-1 0,0 13-1623,0 10 0,-7 11 0,-4 4 0,-4 2-4193,-1 3 6025,-7-5 0,-10 7 0,-9-5 0</inkml:trace>
  <inkml:trace contextRef="#ctx0" brushRef="#br0" timeOffset="8">13746 474 7974,'0'-16'1081,"0"5"1,0 0 3454,0-2-2766,0 6 1,2 1-1234,3 12 1,-3 3 0,3 7-1,-1 3-260,1 2 1,-3 3-1,5 5 1,-1-2-360,-1 2 0,1-5 0,-6-2 0,2-4-146,3-2 0,-3 1 0,3-1-1904,-3 0 1689,-2-7 1,0-3-1,0-12 1,0-5 358,0-3 0,0-8 0,2-1 1,2-1 10,1 0 0,2-3 0,-3 3 0,3 1-25,2-1 1,-3 1-1,5 3 276,1-2 0,-3 2 0,2 9 179,2 5 0,-4 6 1,0 6-1,-2 7 48,-3 7 0,-2 3 0,-2 6 0,0-3-272,0-3 0,2-1 0,1-5-757,3-1 1,-1-5-6,-5 0 1,6-10 0,1-1 680,2-9 0,0-5 0,2-2 0,-4 1 8,1 4 0,-1-3 0,6 4 0,-4 0 88,-2-1 0,6 7 0,-3-1 511,5 3 0,-4 2 1,-2 2-1,0 3-660,0 6 1,0-2-1,2 2 1,-4 2-558,1 1 0,-5 1 1,6-3-4705,-1-1 2695,-3 0 2567,2-2 0,-5-1 0,5-8 0</inkml:trace>
  <inkml:trace contextRef="#ctx0" brushRef="#br0" timeOffset="9">14432 409 7871,'-16'0'654,"0"5"1,-1 2 0,1 1 714,0-1 1,-1 6 0,1-2-1,-1 3-537,1 2 1,5 1 0,2-1 0,2 0-801,3 1 1,2-1-1,2 1 1,0-1-328,0 0 0,2-5 0,4-2-640,5-2 1,3-1 0,2-6 362,1 0 1,-1 0-1,1 0 432,-1 0 0,-5-6 1,-2-1-15,-2-2 1,4 4 0,-6-6 97,-1-2 0,3-1 1,-1-3 156,-3 1 1,-1-1-1,-2 1 1,2 0 663,4-1 0,-5 1 1,5 0 2351,-4-1-1749,-2 8 1,0 4-1,0 10-1021,0 6 0,1 6 0,3 3 1,1 3-886,-1 3 1,-2-6-1,-2 1 1,2-2-1231,3-3 1,-3 0-1,5-1-3535,1-4 5303,-7-4 0,14-7 0,-6 0 0</inkml:trace>
  <inkml:trace contextRef="#ctx0" brushRef="#br0" timeOffset="10">14579 474 7871,'0'11'3661,"0"0"1,0 2-2657,0 1 1,0-1 0,0 1-1,0 5-735,0-1 1,6 5 0,-1-1-1,-1-2-1381,-2-2 0,3-1 0,1-1-1002,-3 0 0,1-7 2113,1-3 0,-3-12 0,5-3 0</inkml:trace>
  <inkml:trace contextRef="#ctx0" brushRef="#br0" timeOffset="11">14547 245 8388,'-17'0'7104,"1"0"-2698,0 0-7545,7 0 208,1 0 1,10 0 2930,4 0 0,3 0 0,7 0 0</inkml:trace>
  <inkml:trace contextRef="#ctx0" brushRef="#br0" timeOffset="12">14710 441 7871,'0'19'1348,"0"1"0,0 3-902,0 3 0,-5-6 0,-1 1 0,3-2 3358,1-3-3622,2-7-147,0-2 0,0-20 0,2-5 177,3-5 0,-3 3 1,5-4-1,0 2 74,4 1 0,-2-3 0,2 4 515,2-2 0,1 2 0,3 7 0,-1 4-31,1 2 1,1 2 0,2 6 0,1 5-336,-1 5 1,4 3 0,-2 4 0,-2 4-484,-2 6 1,-3-3-1,-3 0 1,-3 1-2608,-1-1 1,-3-3-1,-5 3 2655,0-1 0,-7 5 0,-2-3 0</inkml:trace>
  <inkml:trace contextRef="#ctx0" brushRef="#br0" timeOffset="13">14187 1635 7942,'0'-17'452,"2"3"1,2 1 1301,1 2 2632,0 0 3566,-5-5-6702,0 7 1,-1 3-1,-3 12-786,-1 5 1,-1 3 0,4 3 0,-1-1-435,-3 0 1,-1 3-1,3 1 1,-1 3-31,1 3 0,2 1 0,2 6 0,0-1 0,0 1 0,0 7 0,0 2 0,0 1 0,0 1 0,0-6 0,0 4 0,0 0-28,0-1 0,0-8 0,0 1 0,0-3 56,0-7 0,0-4 0,0-4 0,0 1-28,0-1 0,0-7 0,0-2 0,2-8 0,4-5 0,-3 4 0,6-5 0,-1 0 0,-1 5 0,-2-5 0,6-1 0,4 7 0,1-7 0,0 3 0,1-1 0,-1-1 0,2 4 0,4-3 0,5 2 0,-1-3 0,1 2 0,4-1 0,5-1 0,1 5 0,6-5 0,1 1 0,-3 1 0,7 0 0,-7 5 0,3 0 0,0 0 0,-3 1 0,3 3 0,-4 3 0,0 2 0,-11-3 0,4 3 0,-4 0 0,-4 0 0,-1-3 0,-8 3 0,0-2 0,1 0 0,-1-3 0,0 1 0,-5 2 0,0-1 0,-7-4 0,5 5 0,-4-7 0,-3 0 0,5 0 0,-7 0 0,0 0 0,8 0 0,-6-2 0,3-3 0,-3-4 0,0-6 0,3 4 0,-3-3 0,3 3 0,-3-4 0,-2-1 0,2-2 0,2-2 0,1-2 0,1-7 0,-6 2 0,0-6 0,0-5 0,-2 2 0,-2-8 0,-3-3 0,-2-6 0,5 2 0,-3-3 0,1 1-29,1-1 0,-6 10 0,6 0 0,-1 8-217,-1 3 0,5 2 0,-3 4 0,1 5 535,-1 4 1,3 7-30,-4 0 1,3 8-261,-3-3 0,4 5 0,-7 1 0,4 0 0,3 0 0,-12 0 0,3 0 0,2 0 0,-2 0 0,-2 0 0,4 0 0,-2 0 0,-2 0 0,-1 0 0,-8 0 0,0 0 0,0 0 0,-1 0 0,-3 0 0,-5 0 0,1 0 0,-3 0 0,7 0 0,-10 0 0,0 0 0,1 0 0,-1 0 0,1 0 0,-1 1-397,0 5 0,10-4 0,-6 5 1,3-2-891,3 1 1,3 6-1,6-2-5667,1-1 3689,7 5 3265,2-12 0,14 5 0,2-7 0</inkml:trace>
  <inkml:trace contextRef="#ctx0" brushRef="#br0" timeOffset="14">15397 1913 8873,'0'-9'3785,"0"1"0,0 10-3389,0 4 1,0 3 0,1 9 0,3 4 1623,1 5-1953,1-4 0,-6 8 0,2-2 0,1 4 1,3 2-1,-3-5 0,-1 0-1497,-2-5 892,0-1 0,2-10 0,2-1-594,1-2 1,1-15 0,-6-1 0,0-10 1100,0-7 0,-2 2 0,-2-7 0,-1-2-31,1-2 0,2-2 1,2 1-1,0-1 818,0 0 1,2 1-1,2-1 1,3 2 36,2 4 0,-3-4 1,4 7-1,3 3-130,2 4 1,1 6-1,0 0-253,1 6 0,-1 3 0,0 4 0,-1 3-257,-4 6 0,2 0 0,-8 4 0,-1 3-327,-3 0 0,-1 2 0,0 0 1,0 2-41,0-2 0,-7 0 0,-4 0 1,-1 2-84,1-2 1,-4-4 0,4-3 0,-1-2-333,1 1 0,-4-5 0,4 1-1793,-3-1 1,5-7-1923,3 0 4344,-3-7 0,7-10 0,-5 1 0</inkml:trace>
  <inkml:trace contextRef="#ctx0" brushRef="#br0" timeOffset="15">15805 1537 8362,'-9'0'6233,"2"1"-5540,7 5 1,0-2 0,0 8-144,0 6 1,0 1 0,2 8 0,1 4 281,3 5 0,1 0 1,-3 8-1,1 1-692,-1 3 1,-1-5 0,1-1-1,1-4-1138,-1-7 0,-2-4-7277,-2-5 8275,0-11 0,0-11 0,0-18 0</inkml:trace>
  <inkml:trace contextRef="#ctx0" brushRef="#br0" timeOffset="16">15723 1782 12839,'-9'0'4727,"9"-6"1,11 1-5492,4 1 0,1 1 0,1-1-1366,-1-1 0,0-3 0,1 5 2130,-1-3 0,8-6 0,1 2 0</inkml:trace>
  <inkml:trace contextRef="#ctx0" brushRef="#br0" timeOffset="17">16018 1766 7821,'0'16'0,"0"0"490,0 1 1,0-5-1,0 3 1,0 3 453,0 0 1,0-5-1,0-2 1,0 1-44,0 3 0,0 1 1,0 1-355,0-1 1,0 0 0,0 1-153,0-1 1,0 0-154,0 1 1,0-6 93,0 0-318,0-8 1,0 3 0,0-12-1,0-5 182,0-3 1,0-3 0,0 1 0,0 0 333,0-1 0,2-1 1,1-2-1,3-3-178,-3-3 1,-1 6 0,-2-3-1,2 1-128,3 0 1,-3-2-1,5 6 1,-1-2-107,-1 0 1,6 6 0,-4-8-1,3 4 132,2 1 1,3 7 0,1 0 0,0 1 22,1 0 0,-1 6 0,1-3 1,-1 4-708,0 2 1,1 2 0,-1 4-2115,0 5 1,-5-2 844,0 2 0,-6-2 1699,6 2 0,-7 3 0,3-5 0</inkml:trace>
  <inkml:trace contextRef="#ctx0" brushRef="#br0" timeOffset="18">14498 1439 17643,'-11'5'1969,"0"0"0,5 1 1,-5-6-1447,-1 0 1,3 5-1,-2 3-377,-2 1-72,-1-6 0,3 5 1,0-7-1,-2 3 1,-1 1-1,-3-1 150,1-2 1,-1-2-1,1 0-414,0 0 0,-1 0-59,1 0 0,0-2 467,-1-3 1,1 3 5,0-4 1,5 5 144,0 1-789,7 0 303,-3 0 138,7 0-21,0 0 0,7 0 0,2 0 0</inkml:trace>
  <inkml:trace contextRef="#ctx0" brushRef="#br0" timeOffset="19">14187 1667 7942,'-2'19'2457,"-3"2"1,3-1-1,-5 6 1,1-1-1750,1 1 0,-2-5 1,3 7-1,-3-1-1429,-2-2 1,5 1-1,-3-6-327,-1 2 0,7-1-3505,-5-4 4553,12-8 0,3-2 0,7-7 0</inkml:trace>
  <inkml:trace contextRef="#ctx0" brushRef="#br0" timeOffset="20">14873 4970 28066,'46'0'605,"47"-2"-605,-6-4 0,-2 4 0,-7-3 0,-5 3 0,-8 2 0,-8 0 0,1 0 0,2 0 0,3 0 0,-10 0 0,9 0 0,-1 0 0,-1 0 0,-5 0 0,8 7 0,-5 3 0</inkml:trace>
  <inkml:trace contextRef="#ctx0" brushRef="#br0" timeOffset="21">16394 4953 7887,'40'-7'2579,"3"5"0,10-3 1,5 3-123,6 2 1,-3 0-1,10 0 1,-4 0-1654,-1 0 0,-12 0 0,-1 0 0,-1 0-804,-1 0 0,0 0 0,-4 0 0,-45 0 0</inkml:trace>
  <inkml:trace contextRef="#ctx0" brushRef="#br0" timeOffset="22">8859 5215 7919,'-8'16'0,"7"0"0,-7 1 0</inkml:trace>
  <inkml:trace contextRef="#ctx0" brushRef="#br0" timeOffset="23">15004 7812 28671,'24'-2'0,"-15"1"0</inkml:trace>
  <inkml:trace contextRef="#ctx0" brushRef="#br0" timeOffset="24">16623 7748 28342,'34'-2'0,"13"-1"0</inkml:trace>
  <inkml:trace contextRef="#ctx0" brushRef="#br0" timeOffset="25">15952 5035 7858,'-9'7'3032,"2"-5"0,16 3 1,6-10-1953,5-6 0,7 2 0,-4-2 0,3 0 0,5 0 1859,5 0-2507,-1 8 1,10-12-1,-5 6 1,0-2-1,2 2 1,-2 0-1,1 2-345,1 0 1,0 1-1,1 6 1,-4 0-835,-5 0 0,-1 7 0,-2 3 1,-4 0-207,-5 1 0,-10 0 1,-2 6-4667,-3-1 5619,-2 0 0,2 1 0,3-1 0</inkml:trace>
  <inkml:trace contextRef="#ctx0" brushRef="#br0" timeOffset="26">13991 6506 28671,'0'17'0,"0"-1"0,2-7 0,1-2 0,3 1 0,-1-7 0,3 7 0,2-8 0,0 0 0,0 0 0,3 0 0,2 0 0,1 0 0,2 0 0,4 0 0,-4 0 0,6-2 0,-2-2 0,-1-1 0,8-1 0,-3 6 0,1 0 0,0 0 0,1-5 0,2-1 0,-1 3 0,-23 3 0</inkml:trace>
  <inkml:trace contextRef="#ctx0" brushRef="#br0" timeOffset="27">15593 6604 28671,'0'2'0,"0"20"0,-8-4 0,-2 4 0,-3-4-284,2-2 1,-4-5 0,5-2 0,-5 0-609,-1 1 0,-1-7 0,1 1 0,-2-6 297,-4-3 1,4-14 594,-4 3 0,-3-11 0,-1 1 0</inkml:trace>
  <inkml:trace contextRef="#ctx0" brushRef="#br0" timeOffset="28">16760 6571 28553,'4'1'7,"16"6"30,-2-5 0,-1 5 0,-1-2-37,0 1 0,1-1 0,-1-5 0,-1 2 0,-5 4 0,5-5 0,-4 5 0,-4-4 0,0-2 0,-7 0 0,-1 0 0,-5 0 0,4 0 0,-5-8 0,7-3 0,0-3 0,0-2 0,0 15 0</inkml:trace>
  <inkml:trace contextRef="#ctx0" brushRef="#br0" timeOffset="29">16835 5558 28671,'0'-25'0,"0"1"0,0 6 0,0-2-104,0-2 0,2 4 1,1 3 404,3-3-291,-1 6-10,-5 4 0,-2 10 0,-3 2 0,-6 1 0,2 6 0,-2-6 0,-2 1 0,-1 1 0,-2-5 0,-1 3 0,1-1 0,0 2 0,-3-5 0,-1 5 0,-3-4 0,-3-2 0,1 1 0,-4 3 0,0 2 0,-6-3 0,6 4 0,-7 1 0,0-1-16,1 0 0,1 4 0,3-5 0,3-1-2631,7 2 1,3-3-1,1 5-3485,1-2 6132,7-1 0,2 1 0,7 2 0</inkml:trace>
  <inkml:trace contextRef="#ctx0" brushRef="#br0" timeOffset="30">17979 5656 7774,'-11'0'2112,"0"0"149,-1 0 0,3 0-927,-2 0 1,7 7 0,-1 4-569,3 3-52</inkml:trace>
  <inkml:trace contextRef="#ctx0" brushRef="#br0" timeOffset="31">18780 5688 26950,'0'-3'5,"-5"-20"39,-1-3 0,2 3 206,3 3 0,-1 1 0,-2 3 486,-1 0-665,-1 7 0,4 1-71,-3 8 0,1 0 0,-6 0 0,4 0 0,-5 0 0,-2 0 0,-1 0 0,-2 0 0,-1 0 0,1 0 0,-2 0 0,-4 0 0,-7 0 0,-7 0 0,-1 0 0,-5 2 0,1 2 0,-1 1 0,-2 6 0,-3-5 0,4-1-692,4 2 0,5-3 0,3 5 0,2-2-1983,2-3 0,7 3-619,-2-1 3294,11-1 0,4 2 0,7 2 0</inkml:trace>
  <inkml:trace contextRef="#ctx0" brushRef="#br0" timeOffset="32">13617 4381 26405,'5'-33'-131,"-1"8"-1,5 3-2401,-2 4 0,6 9 1353,-2 3 0,3 5 0,1 2 0,-2 3 437,-2 2 1,-1 4 0,5-2-581,-4 1 1,-4-6 610</inkml:trace>
  <inkml:trace contextRef="#ctx0" brushRef="#br1" timeOffset="33">15985 6817 7830,'-11'0'2803,"0"0"0,6 0-1828,-6 0 1,5 0-279,-4 0-467,6 0 0,-5 0 0,5 2-232,-1 3-227,-1-3 0,6 12 1,0-3 54,0 4 1,2-1 0,2-1-1,3-4 145,2-2 1,2 4 0,5-5 16,1-3 1,-6 5 0,-1-3-222,3-1 0,2-2 117,1-2 1,0 0-1,-1-2 97,-4-4 0,2 3 1,-6-8 35,2-2 0,-5 4 1,1-2 86,-3-2 0,-2-1 0,0-3-178,0 1 0,0 0 0,-2 1-115,-3 4 1,3 2 0,-6 6-456,1-3 0,-2 1-1101,-7 5 1,5 0-505,0 0 2249,7 7 0,-10-5 0,5 5 0</inkml:trace>
  <inkml:trace contextRef="#ctx0" brushRef="#br1" timeOffset="34">16148 6817 11879,'0'9'5302,"2"0"-4660,4-4 1,1-1 0,6 5-502,-2-2 0,0 6 0,5-4-150,0 0 1,-5 4 0,-2-6-1,0 1-659,0-1 1,-5 0 0,3-3-798,0 1 0,-5 2 0,6-3-2280,-1 1 2857,-5 1 0,7-12 888,-4 1 0,-3-8 0,5 4 0</inkml:trace>
  <inkml:trace contextRef="#ctx0" brushRef="#br1" timeOffset="35">16312 6784 12316,'-9'2'2104,"3"3"0,5-1-1882,1 7 1,-6-6-144,1 6 1,-1 0-1,4 5-510,-3 1 1,3-1 0,-5 1-347,0-1 0,5 0 0,-5-1-448,-1-4 0,6 3 390,-3-3 1,3-2-1,2 2-892,0 2 1727,0-6 0,0 8 0,0-14 0,0 7 0</inkml:trace>
  <inkml:trace contextRef="#ctx0" brushRef="#br1" timeOffset="36">16394 6784 11112,'-8'9'805,"7"0"0,-5-3-418,4 5 1,0-2 0,-1 2-160,-3 1 1,1 3 0,5 1-832,0 1 1,0-1-1251,0 0 1,0-5-1040,0 0 2892,0-7 0,7 3 0,2-7 0</inkml:trace>
  <inkml:trace contextRef="#ctx0" brushRef="#br1" timeOffset="37">16475 6817 7832,'-1'11'922,"-5"0"0,2-6 1,-5 6-243,2 2 1,0-6 0,3 0-300,-1 0 0,-1-3-447,6 7 1,0 0-1,0 5 125,0 1 0,0-7 34,0 1 0,8-2-69,2 2 0,0-3 0,0-8 0,3 0 1,-4 0 0,2 0 0,0-2-250,-2-4 0,0-1 0,-5-6 211,1 2 0,6 1 0,-5-7 94,-3 1 0,-1 5 0,-2 0-26,0-2 0,-2 4-218,-3-2 0,1 8 0,-5-5-484,2 1 0,-6 5-431,2-3 1,2 3-1418,-2 2 2496,8 0 0,-5 0 0,8 0 0</inkml:trace>
  <inkml:trace contextRef="#ctx0" brushRef="#br1" timeOffset="38">16672 6849 14389,'-11'6'813,"0"-1"1,5 6 0,-3-3-463,2 1 1,0-4 0,3 6-147,-1 2 0,-1-4 0,6 2-494,0 1 1,0-3-68,0 2 0,0-5 0,2 3 31,3-2 1,4-1-10,8-6 1,-1 0 203,1 0 1,-1-8 62,0-3 0,-5-1 0,-2-1 106,-2 2 0,-1 6 0,-6-6 406,0-2 1,0 4 268,0-2 0,0 6-1278,0-6 1,-7 7-361,-4-1 0,2 3 924,-2 2 0,0-7 0,-5-3 0</inkml:trace>
  <inkml:trace contextRef="#ctx0" brushRef="#br1" timeOffset="39">18094 5574 16276,'-8'-9'648,"6"-5"0,-3 3-78,3-4 1,2-1 0,-2 0 99,-3-1 1,3 1-433,-3 0 0,-3-1 1,1 1-1,0 0 1,-2-1-1,2 1 226,-1 0-415,-4-8 0,4 6 0,-4-4 0,1 4 0,-2 1 0,-2 1 0,-1 2 89,0 3 1,-1-4-1,-1 4-55,-4-3 0,4 3 1,-4 2-1,2 1-39,-1 5 0,3-1 0,-6 1 0,2-3 33,0 3 1,-5 1 0,5 2 0,1 0-94,-3 0 0,4 0 0,-6 0 1,3 0-79,3 0 1,2 0 0,1 0 0,1 0 72,0 0 0,-2 0 0,-2 0 0,-2 0 13,2 0 1,0 5-1,0 2 1,-2 1 60,2-1 0,-4 6 0,3-2 0,-1 3 36,-2 2 0,4-5 0,-5 0 0,1 2-55,4 1 1,0 3-1,0-1-61,-1 1 0,-1-3 1,5-1-380,1-2 0,7-6-2967,4 6 848,3-7 1,4 3 1857,3-7 0,4 0 0,6-2 1,-3-2-3282,-1-1 3948,-7 0 0,18-3 0,-4-1 0</inkml:trace>
  <inkml:trace contextRef="#ctx0" brushRef="#br1" timeOffset="40">16998 5117 11345,'-9'0'4860,"-5"0"0,10 0-3884,-7 0 1,6 0-129,-6 0-622,7 7 0,-5-3 0,6 6 0,-5 1 166,-1-2 1,6 6-201,-3-4 1,-1 3 0,1 3-210,3-1 0,-1 0 0,1 1 1,-3-1 29,2 1 1,3-7-1,-1 1 1,-2 2-146,-1 2 1,-1-5 0,6 1-95,0 2 1,-2 2 226,-3 1 1,3-5 246,-3 0 0,3-6 239,2 6 1,2-7-242,3 1 1,-1 2 0,7-1 37,1-2 0,3-3 1,1 1-1,1 2-273,-1 1 0,-3 1 0,1-6 1,4 0-77,1 0 1,-1 5 0,-2 1 0,0-3-556,1-1 0,-1-2 0,0 0 0,1 0-1302,-1 0 1,1 0 0,-1 0-301,0 0 1,1 0-1,-1 0 2222,0 0 0,1-7 0,-1-2 0</inkml:trace>
  <inkml:trace contextRef="#ctx0" brushRef="#br1" timeOffset="41">3563 6392 16580,'-7'0'2017,"7"0"1,9-2 0,11-2-2010,1-1 0,9-6 0,-3 4 0,4-2 0,1-2-2177,1 2 1558,-8-6 0,6 8 0,-5-6 0,-1 4 0,-1 0 0,-2 0-5458,-1-4 5043,-6 6 1026,-8 0 0,0-1 0,3-1 0</inkml:trace>
  <inkml:trace contextRef="#ctx0" brushRef="#br1" timeOffset="42">3857 6130 8536,'-9'7'4915,"-6"-5"0,15 11-4371,0-8 1,8 1 0,8-6 0,2 0-637,4 0 0,-2 0 1,5-2-1,1-2-140,-1-1 1,-5-2 0,2 3 0,-2-1-306,2 1 1,-9 2 0,3 2 719,-2 0 1,-6 2 0,-3 5-1,-3 8 421,-2 5 1,-2 9 0,-3-2 0,-8 6-260,-7 5 0,2-4 0,-4 5 0,4-5-537,2-1 1,-1-6-1,1-2 1,1-1-3794,4-4 3985,-3-2 0,12-1 0,-5-1 0</inkml:trace>
  <inkml:trace contextRef="#ctx0" brushRef="#br1" timeOffset="43">14351 1815 12601,'0'-10'851,"-2"3"1,-2 9-465,-1 3 0,-3 5 1,5 6 18,-3 0 1,1 1-226,5-1 1,-6 0 0,1 1-1,1 1 1,2 2 0,2 2 30,0-2 1,0-2-169,0-2 0,0 0 1,0 1-1,2-1-536,4 0 1,-3-6 0,6-3 0,1-2 353,-1 1 1,-4-1-1,6-5 1,0-2 139,-2-3 0,4 1 1,-6-7-1,2-1 5,4-3 0,-6-1 0,0-2 0,-1-2-144,-1-2 0,1 0 1,-6 6-1,0-2 107,0-4 1,0 4 0,0-4 0,0 4 8,0 1 0,0 1 1,-2 0-1,-2-1-92,-1 1 1,-3 7 0,3 2-130,-6-1 0,2 6 0,-2-3-857,-2 3 0,6 4 1,0 2-626,0 1 1724,5 8 0,-5-4 0,7 7 0</inkml:trace>
  <inkml:trace contextRef="#ctx0" brushRef="#br1" timeOffset="44">14498 1896 7847,'0'9'2919,"0"6"0,1-8 1,5 6-2672,5-2 1,-2-6-1,2 6-605,1 2 0,1-4 0,0 0 0,-4 0-707,-2 0 0,1-5 0,-5 3-1997,3 0 3061,6-5 0,-3 5 0,8-7 0</inkml:trace>
  <inkml:trace contextRef="#ctx0" brushRef="#br1" timeOffset="45">14628 1798 11906,'-9'2'2215,"4"3"0,3-1-1930,2 7 0,0 0 0,0 5-232,0 1 1,0-7-1,0 1 1,0 2-455,0 2 0,-2 1 1,-1 2-1,-3 2-29,3 2 0,1 0 0,2-6-1847,0 0 1,0 1 2276,0-1 0,-8 0 0,-1 1 0</inkml:trace>
  <inkml:trace contextRef="#ctx0" brushRef="#br1" timeOffset="46">14759 1716 8741,'-9'10'2601,"2"-1"-1459,7-4 0,0-1-104,0 7 1,0-6-464,0 6 1,0 0 0,0 5 0,0 1-282,0-1 0,0 2 1,0 2-1,0 2-394,0-2 0,0 0 0,0 0 0,0 2-1744,0-2 0,0-2-1150,0-2 1,0-5 2086,0 0 1,5-9 0,3-1 906,1-4 0,-6-17 0,4 2 0</inkml:trace>
  <inkml:trace contextRef="#ctx0" brushRef="#br1" timeOffset="47">14890 1782 8180,'0'-9'4186,"0"2"1,-2 7-3696,-3 0 0,3 1 0,-5 3-276,-1 1 0,6 8 0,-3-2 1,1 4 24,-1 1 1,3 2-1,-3 2 1,1 2-116,-1-2 1,3-2 0,-4-2-1,5 1-700,1-1 1,0 0-272,0 1 0,7-3 492,4-3 0,3-4 0,3-8 243,-1-5 1,-2-3-1,-3-7 1,-3-1 272,-1 1 1,-4 0 0,7-1 0,-3 1-183,-4 0 0,-1-1 0,-2 1-117,0 0 0,0-1 1,-2 1-108,-3 0 1,1 5-1435,-7 0 0,1 7-203,-7-1 1,8 5 1880,4 5 0,-4-3 0,0 5 0</inkml:trace>
  <inkml:trace contextRef="#ctx0" brushRef="#br1" timeOffset="48">15037 1782 18701,'0'16'276,"0"1"1,0-1 0,0 0 0,-2 1 0,-1-1-268,-3 0 1,1 1 0,5-1-1,0 0-347,0 1 0,0-6 1,0-1-106,0 3 1,5 2 0,2-1 165,2-3 0,-3-4 288,5-7 1,0 0 50,5 0 1,-5 0-1,-2-1 1,0-3-135,0-1 0,-5-8 0,3 4 0,-1-2 25,-1 0 1,0 0 0,-5-5 0,2-1 5,4 1 1,-4 0 0,3-1 0,-3 1 212,-2 0 0,0-1 0,-2 1 0,-2 0 295,-1-1 1,-6 6-1,4 2 1,-2 2-695,-4 3 0,4-3 1,-2 2-1,-2 1-383,-1 2 1,3 2 0,0 2 609,-2 3 0,-1 5 0,-3 6 0</inkml:trace>
  <inkml:trace contextRef="#ctx0" brushRef="#br1" timeOffset="49">15200 2354 8205,'-10'5'2422,"-1"1"-2298,7-1 0,4-5 0,9 2 243,0 4 1,6-5-1,-6 7 1,2-1 43,0 4 0,-1 3 0,7 3 1,-1 1 234,1 4-558,6-4 1,-5 13 0,4-4 0,-2 2-1,0 2 1,2 0-37,-2 3 1,3 4 0,1-1 0,0 1 0,-1 0-110,-3 2 1,0-5-1,0 3 1,4-4-62,1-1 0,-5 1 0,2 1 1,-2-1 61,2-3 0,-4-3 0,4 1 1,-4-2 29,-2 2 0,1 2 0,-1 0 0,0-2 78,1-2 1,-6 0 0,-1 4 0,3-2-24,2-2 0,-4-1 1,-1 3-1,3-2-86,2 2 0,-4 2 0,-1 2 0,3-1-58,2 1 1,-4 0 0,0-2 0,-1-2 122,-1-2 1,4 0-1,-6 4 1,3 0-37,2 2 1,-4-10-1,-1 10 1,-2-2-67,1 0 0,5 2 0,-6-1 0,0 1 16,3 0 0,-5 1 0,6 2 0,-1 3 89,-5-3 0,5-2 1,-1-1-1,0 0-29,0-1 1,1 1 0,-5-2 0,3-2 227,-3-2 1,1-1 0,0 1 0,1-3 1,-1-1 1,-2-3 0,-2 6 0,0-3-130,0-3 0,0-7 0,0-2 0,1 0-303,5-2 282,-4 5 1,5-10 1227,-7 7-723,0-7 1,0 10-198,0-3 1,0-2 0,2 0 339,3-2-1014,-3-1 0,5-4 858,-7 3-110,0-3 0,0 7 126,0-4 0,0-1 600,0 7-1077,0-7 1,0 10-191,0-3 0,0-2 1,2 0 107,3-1 0,-3 4 219,4-1 1,-4 4 0,-2 1 99,0 0 1,1-5 0,3 0-1,1 2-208,-1 1 0,-2 3 0,-2-1 200,0 0 0,5 1-497,1-1 1,-1 0-323,-5 1 0,0-6 0,2-2-1710,4-2-647,-5 6 1123,7-11 0,-8 3-843,0-10 0,0 1 2574,0-7 0,-8 0 0,-1-5 0</inkml:trace>
  <inkml:trace contextRef="#ctx0" brushRef="#br1" timeOffset="50">16426 4921 9903,'-9'7'8489,"2"-5"-4764,7 5-2077,0-7 1,0 7-119,0 4 0,0-2-1465,0 2 1,0 0 0,0 5-66,0 1 0,0-6 0,0-1 0,0 3 0,0 2 0,0 1 0,0 0 0,5-5 0,1 0 0,-2 2 0,-3 1 0,-1-3 0,0 0 0,0 2 0,0 1 0,0 3 0,0-1 0,0 0 0,0 1 0,0-6 0,0 0 0,0 1 0,0 3 0,0-4 0,0 0 0,0 1 0,0-3 0,0 2 0,-1-7 0,-5 1 0,2-3 0,-6-2 0,0-2 0,-2-1 0,3-4-70,1-3 1,-2 5 0,2-4-186,-1 2 0,-2-6 1,-5 2 261,0-3 0,5 3 0,0 0-58,-2-2 1,4 0-1,0 1 1,0 1 262,0-2 1,3 4-1,-5-2-83,-1-2 0,4 4 0,1 0 0,2 0-129,-1 0 0,-5 3 0,4-3-179,-2 2 1,-2-4 106,-5 6 0,5-2-223,0 1-2310,7 4-2,-3-5-4137,7 7 6744,0 0 0,0 7 0,0 2 0</inkml:trace>
  <inkml:trace contextRef="#ctx0" brushRef="#br1" timeOffset="51">16050 5950 7850,'-16'0'1006,"0"0"0,5 2-118,0 4 0,5-5 1612,-4 5-1121,6-4 1,-3-4-17,7-4 1,0 3 0,0-8 26,0-2 0,7 4 0,4 0 0,3 2-683,3 3 1,-1 2 0,0 2-708,1 0 0,-1 0 0,0 0 0,1 0 0,-1 0 0,0 0 0,1 2 0,-3 4 0,-3 5 0,2-2 0,-6 2 0,0 1 0,1 3 0,-1 1 0,-3 2 0,1 2 0,-1 2 0,-2 0 0,-2-6 0,-2 1-217,-4-1 1,3 2 0,-6 2 0,-1 0-30,1-5 0,-1 1 0,-7-5 0,1 3-55,-1 3 1,7-6 0,-1-2 0,-2-2-191,-2-3 1,5-3-1,-1-1-28,-2 0 1,4 0 280,-2 0 1,7-1 206,-1-5 1,3 2-1,2-6 363,0-3 0,6 4 1,1 0-1,2 0 324,4 0 1,-4 3 0,2-3 0,3 0-172,6 0 1,-2 5 0,4-1 0,-4 3-430,-1 2 1,4 0 0,1 2 0,0 3-57,1 6 0,-4-2 0,2 2 0,-4 2 0,-6 1 0,1 3 0,-4-3 0,-1-1-2996,0-2 0,-1-6-1156,-6 6 0,0-9-1518,0-2 5670,0 0 0,0-22 0,0 4 0</inkml:trace>
  <inkml:trace contextRef="#ctx0" brushRef="#br1" timeOffset="52">16508 5869 11200,'0'-11'7819,"0"0"-5495,7 7 0,-3-3-2324,7 7 0,-8 7 0,5 2 0</inkml:trace>
  <inkml:trace contextRef="#ctx0" brushRef="#br1" timeOffset="53">16622 6212 7833,'2'53'1709,"4"-4"1,-3-9 0,6 0 0,1-4 3205,-1-5 0,-4-17-7976,6-3 0,0-9 3061,5-7 0,1-12 0,-1-8 0</inkml:trace>
  <inkml:trace contextRef="#ctx0" brushRef="#br0" timeOffset="54">13206 4986 8233,'0'-16'267,"0"5"0,0 0 0,0-2 0,0-1 0,0-3 1363,0 1 0,0 5 0,0 0 905,0-2 0,0 4-1266,0-2 1,0 10-1,0 4 1,0 17-673,0 16 1,8 35-1,1 20 1,-4-34 0,-1 2-464,-1 9 1,-1 2-1,2 2 1,0 2 0,-1 10-1,-1 2 1,0 0 0,0 1-243,-1 3 1,-1 0 0,1-8 0,-2-1 0,1 1-1,0-2 1,1-5 0,0-3 107,2-8 0,0-3 0,-3-3 0,1-3 0,3-8 0,0-1 0,3 41 0,4-5 0,0-13 0,2 11 0,3-4-128,2-2 0,-9-12 128,7-2 0,-5-15 0,0-6 0,2-7 0,-8-5 0,-1-5 0,-2-4 0,0-8-610,3-5 1,-3-5-1,3-7 1,-3-10-690,-2-8 0,0-10 1,0-6-1,-2-12-703,-3-9 0,1-9 0,-5-14 0,0-6 2002,5 43 0,-1 0 0,0-2 0,-1-2 0,-2-5 0,0 0 0</inkml:trace>
  <inkml:trace contextRef="#ctx0" brushRef="#br0" timeOffset="55">13206 4986 8056,'-14'2'1119,"1"1"1418,2 3 1,6-1 3600,-6-5-4668,7 0 0,4 0 1,11 0-1,6 0-870,4 0 1,12-2-1,11-1 1,3-4-601,2-3 0,7 0 0,6-5 0,9 2 0,10 2 0,5 2 0,-39 4 0,2-1 0,2 3 0,0-1 0,1 0 0,1 1 0,1 2 0,1 0 0,0-2 0,1 1 0,-2 0 0,1 2 0,0-1 0,-1 2 0,-8 1 0,0 1 0,5 0 0,0 0 0,-3-1 0,0 1 0,1 1 0,-1-1 0,37-1 0,-39 1 0,1 0 0,42-1 0,-8-2 0,-6 0 0,-3 1 0,-3 3 0,-5 1 0,-8 1 0,2-6 0,2 2 0,4 3 0,-6-1 0,9 5 0,-1 0 0,-5 0 0,1-4 0,0 5 0,-4-3 0,-4-4 0,-10 5 0,9-3 0,-1-1 0,-1-2 0,4-2 0,1 0 0,8 0 0,3 0 0,0-2 0,9-2 0,0-3 0,-3-2 0,-11 3 0,5-3 0,-3 2 0,-8 3 0,-9 3 0,-5 1 0,1 0 0,5 0 0,-3 0 0,8 0 0,-4 1 0,0 5 0,-2-4 0,13 3 0,2-3 0,1-2 0,-3 0 0,-2 0 0,2 0 0,4 0 0,-8-6 0,8-1 0,-4 0 0,-2 0 0,-2 1 0,6 6 0,1 0 0,-1 0 0,-6 0 0,1 0 0,-3 0 0,-1 0 0,-4 0 0,7 0 0,-3 0 0,-6 0 0,-5 0 0,5 0 0,6 0 0,3 0 0,-7 0 0,4 0 0,1 0 0,3 0 0,-8 6 0,1-1 0,-1-1 0,-3-2 0,-6-1 0,2 3 0,-2 1 0,-4-1 0,-7-2 0,-4-2 0,-1 0 0,-4 0 0,-7 0 0,-2 0 0,1 0 0,-3 0 0,2 0 0,2 0 0,-4 0 0,2 0 0,2 0 0,1 0 0,2 0 0,-6 0 0,-3 0 0,-7 0 0,0 0 0,0 7 0,0-3 0,2 7 0,3 1 0,-3 5 0,3 5 0,-3 7 0,-2 9 0,0 11 0,0 14 0,-2 15 0,-1 8 0,0-40 0,0 0 0,-2 4 0,-1 0 0,3 3 0,-1 0 0,0 1 0,-1 1 0,-1-2 0,-1-1 0,3-1 0,-1 0 0,1-4 0,-1 0 0,1 0 0,1-1 0,1 1 0,0-1 0,0 30 0,1 9 0,-3-9 0,-1-7 0,-1-5 0,6-2 0,-2 0 0,-3-6 0,3-2 0,-5-3 0,1 0 0,1-4 0,-6-3 0,6 1 0,-1-1 0,-1 1 0,5-8 0,-5-3 0,1-1 0,1-4 0,-1-7 0,6-1 0,-1-2 0,-5-3 0,4-5 0,-3 0 0,-4-8 0,5 5 0,-7-8 0,-1 0 0,-3 5 0,-1 1 0,-1-1 0,1 2 0,-2-3 0,-4 7 0,-3 0 0,-1-2 0,-5 5 0,4-5 0,-6 2 0,-5 0 0,2 0 0,-8 4 0,-1-3 0,-2-1 0,-4-5 0,-2 3 0,-3-2 0,-2-3 0,-2 3 0,-6-2 0,-1 1 0,-4 1 0,-5-3 0,-9 7 0,-6 0 0,43-7 0,0 1 0,-36 9 0,-5-5 0,6 0 0,5-3 0,7 1 0,2-2 0,3-1 0,1-2 0,-4-2 0,-13-2 0,-3-3 0,39-1 0,-1 1 0,-42-4 0,39 3 0,-1 1 0,0-1 0,0-1-47,1 0 1,0 0-1,-4 1 1,-1 1-1,0 0 1,-1 1-1,-3 0 1,-2 0 46,-3 2 0,-1 1 0,7 3 0,0 1 0,-6 2 0,-1 1 0,7 1 0,2 1 0,3 0 0,2 0 0,-38 6 0,6-1 0,1-4-5,4-2 1,-2-1-1,-2-6 1,1 0 4,1 0 0,11 0 0,-11 0 0,2 0 0,-2 0 0,4 0 0,-13 0 0,-4 0 0,0 0 0,2 0 0,-1 0 0,1 2 0,8 3 0,10-1 0,2 7 0,2 1 0,-2 3 0,15-4 0,-2 0 0,5 0 0,8-2 0,3-2 0,11-5 0,2 1 0,2 3 0,5-1 0,-5-5 0,-2 0 0,-2 0 0,4 0 0,1-1 0,1-3 92,-1-2 1,-3 1 0,-7 5 0,-4 0-93,-2 0 0,4 2 0,-4 5 0,0 8 4,1 5 1,10 3 0,0-3 0,6 2-5,5-2 0,9-7-2116,5-2 0,12-8 0,8-1 2116,12-11 0,8-9 0,15-15 0</inkml:trace>
  <inkml:trace contextRef="#ctx0" brushRef="#br0" timeOffset="56">13778 4888 14188,'0'-11'1145,"0"0"1,0-3-552,0-6-438,-7-6 1,4-8 0,-7-5 0,1-4 0,0-4 0,-2-2-1,1-2 805,-1-4 1,5 4-777,-5-3 0,6 10 1,-4 6-1,1 4 1,5 3-1,1 4-160,2 5 1,7 5 0,4 5-1,4 1-209,1-2 1,8 6 0,3 1 0,4 5-424,1 1 0,8 0 1,0 0-1,0 0-597,-2 0 1,-8 0 0,2 0-1,-8 0-234,-6 0 0,-9 1 1438,-3 5 0,-12 3 0,-3 7 0</inkml:trace>
  <inkml:trace contextRef="#ctx0" brushRef="#br0" timeOffset="57">13599 4545 7978,'-17'16'4915,"1"0"0,9-1-3892,7-4 1,9-4 0,11-9-1,3-2-1220,3-1 0,3-8 0,5 4 0,3-2-20,-1 0 0,-5 2 0,7-3 0,-2 3-2150,2 1 1,-8-3-1,2 6 1,-3 1 2366,-3 2 0,5-5 0,-6-2 0</inkml:trace>
  <inkml:trace contextRef="#ctx0" brushRef="#br0" timeOffset="58">14040 4512 8162,'0'16'395,"0"1"1,-2-1 0,-3 0 537,-6 1 0,4 1 1,1 4 955,4 5 0,2-7 1,0 2-1371,0 3 0,8-9 0,2-1 1,5-4-283,1-2 1,1-4 0,-1 4 0,0-1 136,1-5 1,-1-1-1,0-2-217,1 0 0,-1-2 1,0-1-155,1-3 1,-6-5 0,-2 4 0,0-2 132,0-4 0,-5-1 0,3-3 0,-2 1-768,1 0 0,1-1 1,-3 1-1,3 0-2404,2-1 1,-4-1 0,6-4 3035,2-5 0,2 3 0,1 1 0</inkml:trace>
  <inkml:trace contextRef="#ctx0" brushRef="#br0" timeOffset="59">14432 4479 7978,'0'16'0,"0"1"1625,0-1 0,0 1 0,0-1 0,0 0-851,0 1 0,0-1 0,0 0 0,-2 1 284,-3-1 1,3-5 0,-3 0-1085,3 1 0,2-2-439,0 0 1,2-8 196,3-2 0,-3-7 0,3-9 0,-1-3 52,2-2 1,-3 3 0,6-4 0,0 2 248,0-2 0,-3 4 0,3-4 0,0 4 313,0 1 0,0 7 1,4-1-1,-2 0 190,1 2 1,3 1-1,1 10-167,1 4 0,-6 3 0,-1 7 0,1 2 500,-2 4 0,4-2 1,-6 6-1,1-3-949,-1-3 1,-2 4 0,-5-2-2266,0-3 0,0 0-5660,0-3 8005,0-7 0,8-16 0,1-11 0</inkml:trace>
  <inkml:trace contextRef="#ctx0" brushRef="#br0" timeOffset="60">14988 4348 12731,'-16'0'1566,"5"0"1,0 0 0,0 2-1032,2 4 1,-6-5 0,4 5 0,-3-2-6,-2 1 0,5-1 0,0 7-546,-2 1 1,4 3-1,0 1 1,2 0 147,3 1 0,2 5 0,2-1 1,0-1-66,0-1 0,7-1 1,4 2-1,4 1 23,1-1 1,1-1 0,-1-5 0,2-1-389,4-2 1,-4-8 0,4 3-1,-4-4-856,-2-2 1,1 0 0,-1 0 0,0-2-4120,1-4 5273,-8-3 0,5-7 0,-5 0 0</inkml:trace>
  <inkml:trace contextRef="#ctx0" brushRef="#br0" timeOffset="61">13746 5542 8171,'0'-11'344,"2"0"1,1-2 711,3-1 1,6 3-1,-3 0 1,2 0-1,0 0 1,2 2 541,1 2 0,-3-4 0,-2 7-623,-1 6 0,-3 5 0,-5 11 1,0 4-207,0 5 1,0 6 0,0 5 0,0 6-346,0 3 1,-2 2-1,-1 0 1,-3 2-425,3 4 0,-1-3 0,0 6 0,-1 2 0,1 4 0,2-11 0,2 8 0,0-1 0,0-5 0,0-10 0,2-9 0,2-5 0,1-3 0,8-8 0,-2 1 0,-2-10 0,2-5 0,-6-3 0,6 3 0,-5-3 0,5 8 0,-2-5 0,3 3 0,-1-2 0,2-3 0,2-2 0,1-2 0,2 0 0,4 0 0,3 0 0,8 0 0,0 0 0,-1 0 0,1 0 0,0 0 0,-2 0 0,-4 0 0,-2 0 0,-5 0 0,2 0 0,-2 0 0,-2 0 0,-1 0 0,-1 0 0,0 0 0,1 0 0,-1 0 0,0 0 0,1 0 0,-1 0 0,0 0 0,1-2 0,-1-4 0,-5 5 0,0-5 0,-6 4 0,6 2 0,-7 0 0,3 0 0,-7 0 0,0-2 0,0-3 0,0 1 0,0-7 0,0-1 0,0 3 0,0-4 0,2-3 0,3-4 0,-3-9 0,4-1 0,-5-6 0,-1-7 0,0-5 0,0-1 0,0-2 0,0-3 0,-5 1 0,-1-5 0,3 0 0,1 0 0,-3 5 0,-1 1 0,3 3 0,1-1 0,2 16 0,0-8 0,0 4 0,0 4 0,0-1 0,0 4 0,0 4 0,0 5 0,0 4 0,0 2 0,-2 7 0,-4 3 0,5 4 0,-8 2 0,5 2 0,-2 4 0,-1-5 0,2 7 0,-6-1 0,-4-4 0,-1 7 0,0-3 0,-1 0 0,-1-3 0,-2 1 0,-2-1 0,-1 3 0,3 0 0,-4 1 0,-1-1 0,-3 0 0,-2-3 0,1 3 0,1 2 0,1-5 0,-4 1 0,2-1-1294,2 1 1,7-3-1,-2 4 1,4-5-7413,2-1 8706,7 8 0,9 1 0,9 7 0</inkml:trace>
  <inkml:trace contextRef="#ctx0" brushRef="#br0" timeOffset="62">14808 5836 8436,'-9'0'9456,"-5"0"-8153,12 0 1,-6 7-956,8 4 0,0 4 0,0 1 0,2 0 0,2 1-134,1-1 0,8 0 0,-4 1 0,2-3-278,0-3 0,0 2 1,5-8-1,1 1 110,-1 1 1,0-5-1,1 3 1,-1-5-37,0-5 0,1 1 1,-3-7-1,-1-1-70,-2-3 0,-6-3 0,4-2 0,-1-2-190,-5 2 1,-1 2-1,-2 2 154,0-1 1,0 1 1341,0 0-88,0 7-1045,0 1 0,0 10 1,0 4 269,0 4 0,5 5 1,3 1-1,-1 2 81,0 4 0,4-4 0,-5 4 0,-1-2-302,2 2 1,-5-2 0,4 5 0,-5-1-163,-1-4 0,0 0 0,0 0 0,-1 2-86,-5-2 0,2-8 1,-6-1-1,-3 2-225,-2 2 1,-1-6-1,0-2 1,-1-2-2105,1 1 1,-2-1 0,-2-5-1,-2-2-2725,2-3 5140,2-4 0,-6-7 0,-1-1 0</inkml:trace>
  <inkml:trace contextRef="#ctx0" brushRef="#br0" timeOffset="63">14220 5754 10404,'-11'0'4628,"0"0"1,7 2-3176,-1 3 0,3-1 0,2 7 0,0 2-654,0 1 1,6 10-1,1 3 1,0 6-800,0 5 0,1 0 0,-5 9 0,3 4 0,-1 7 0,-3-1 0,2-1 0,1 0 0,-1-3 0,-1-9 0,1-6 0,1-6-991,-1-4 0,0-7-1023,1-10 1,-1-3-1,5-10 1,0-6 2013,0-8 0,-5 0 0,3-8 0</inkml:trace>
  <inkml:trace contextRef="#ctx0" brushRef="#br0" timeOffset="64">6342 6670 8047,'-26'0'241,"4"0"1,4-2 137,2-4 1,-2 5 0,-4-5 0,-4 4 0,1 1 0,3-3 427,4-2 0,4-1 0,1 4 1,2-5-1,-2 1-38,-1 0 0,-3-4 0,1 4-220,0-3 1,-1 7 0,1-3 0,-2 5-133,-4 1 1,2 0 0,-5 1 0,-1 5 39,1 5 1,-3 5 0,-2 6 0,1 5-105,1 4 1,8-4-1,-3 1 1,1 1-206,0 1 0,6 1 1,7-3-1,1-5 68,5 1 0,1-6 0,2 4-202,0-4 1,2-5 0,1 1-1,5 4-115,1 1 1,2 6 0,5 0 0,0 4 235,1 4 1,-1-2 0,0 9 0,3-2 12,2-2 1,-2-10 0,4 7 0,-1-4 14,0-4 1,1-1-1,-1-10 1,5-1-254,4-2 1,2-8 0,1 3-1,3-4 137,1-2 0,0-2 0,-5-4 0,-1-4 21,1-5 0,0-3 1,-2-2-1,-4-2 65,-5 2 0,-4 2 1,-4 0-1,-1-2-72,-2-2 0,-2-2 1,4 4-1,-4-3-177,-2-3 0,4-1 0,-6-4 0,-1 2-44,-2 2 1,3 0 0,1-6 0,-3 0-15,-1 1 1,-2 4 0,-2 3-1,-1 1-6,-3 4 1,-5 0 0,4 0-1,-2-1 288,-4 1 1,4 1-1,-2 3 1,-1 2-47,-3 3 0,-1-4 0,-2 6 0,-2-2 243,-2 0 1,-2 6-1,3-4 1,-7 1-184,-3 5 1,4 1 0,0 2-1,-2 0-233,-2 0 0,-2 0 0,1 0 0,1 2-256,4 3 0,-4-1 1,5 7-1,1 1 44,3 3 1,4 1 0,1 1-1,1-1 23,0 0 1,5 1 0,2-1 0,2 0-5,3 1 1,2 1 0,2 4-189,0 5 1,2-2-1,3 1 1,6-1-647,4 1 1,1-6 0,2 0 1137,4-8 0,11 3 0,9-6 0</inkml:trace>
  <inkml:trace contextRef="#ctx0" brushRef="#br0" timeOffset="65">15723 5640 8117,'-16'5'5418,"0"1"-1271,7-1-2117,1-5 17,8 0 2453,0 0-4011,0 7 0,6 2 0,-1 10 1,-1 1-377,-2 1 1,-2 14 0,2-1 0,1 6-114,3 6 0,5 1 0,-6 2 0,0 0 0,3 0 0,-5 0 0,6 0 0,-1 0 0,-5 0 0,1-5 0,0-2 0,1-2 0,-1-4 0,-2-3 0,-2-4 0,1-4 0,5-1 0,-4-8 0,3-5 0,-3 2 0,-2-6 0,0 0 0,0-7 0,2 0 0,3 0 0,4 0 0,8-2 0,-1-1 0,0-3 0,2 1 0,2 5 0,4 0 0,1 0 0,-3 0 0,5 0 0,3 0 0,0 0 0,1 0 0,-2 0 0,-1 0 0,1 0 0,-4 5 0,0 1 0,1-1 0,-1 3 0,-3-7 0,4 5 0,-1-3 0,0 3 0,-3-4 0,4 3 0,-1-3 0,0-2 0,-5 2 0,2 1 0,-2 3 0,2-2 0,2-3 0,3 1 0,-5 2 0,-4 1 0,-2 1 0,1-6 0,-1 1 0,0 5 0,-5-4 0,0 3 0,2-3 0,-4 0 0,2 3 0,-6-3 0,6 4 0,-7-5 0,3-1 0,-5 0 0,3 0 0,4 0 0,8 0 0,-6 0 0,-1 0 0,-4 0 0,5 0 0,-8 0 0,6 0 0,-3 0 0,-4-1 0,3-5 0,-1 4 0,1-3 0,-3 1 0,4-1 0,-5-4 0,-1-8 0,0 1 0,0 0 0,0-1 0,0 1 0,0 0 0,0-3 0,0-1 0,0-3 0,0-3 0,0-3 0,-1-7 0,-3-2 0,-2 2 0,1-1 0,3 1 0,-1-4 0,-3-2 0,-1 4 0,3-4 0,-1 0 0,1 1 0,0 3 0,1-4 0,-3 0 0,3 0 0,1 11 0,2-1 0,0 1 0,0 0 0,-2 5 0,-1 5 0,-3 1 0,2-2 0,3 9 0,1-3 0,0 1 0,0 1 0,0-3 0,0 1 0,0 0 0,0 5 0,0 0 0,0-2 0,0 4 0,0-2 0,0 8 0,0-5 0,0 8 0,0-7 0,0 5 0,0-5 0,0 7 0,0 0 0,-8 0 0,-3 0 0,-3 0 0,-2 0 0,-3 0 0,-1 0 0,-1 0 0,-8 0 0,1 0 0,-3 0 0,-1 0 0,-3 0 0,-1 2 0,-2 1 0,1 3 0,3 5 0,1-4 0,1 2 0,-1 4 0,0-4 0,2 0 0,2 0 0,2 0 0,5-3 0,-5 3 0,0-2 0,1-3 0,1-3 0,3-1 0,-5 0 0,3 0 0,2 0 0,4 0 0,2 0 0,0 0 0,-1 0 0,1 0 0,0 0 0,-1 0 0,6 0 0,0 0-341,-1 0 1,4 2 0,1 2-2021,0 1 0,-2 1-428,-7-6 0,5 2-161,0 3 2950,7-3 0,-3 5 0,7-7 0</inkml:trace>
  <inkml:trace contextRef="#ctx0" brushRef="#br0" timeOffset="66">16443 5885 14176,'9'0'614,"-2"2"1,-7 3-1,0 6-594,0 4 0,5 3 1,1 2-1,-2 5-75,-3 6-17,7-2 0,-7 13 0,5-6 0,-4 4 0,-2 0 0,2 0 0,1-3-1385,3-3 698,-1-9 1,-5-1 0,0-8-740,0 1 1,2-8-1,2-6 113,1-6 1385,0-6 0,3-8 0,1 1 0</inkml:trace>
  <inkml:trace contextRef="#ctx0" brushRef="#br0" timeOffset="67">6685 1553 7229,'-11'0'-1093,"0"-2"1045,-2-3 8,6 3 1,0-7 0,5 5 0,-2-3 0,-1-2 69,1-4 103,2 6 0,4 0 0,4 7 0,5 0 0,3 0-170,2 0 37,1 0 0,-1 0 0,0 0 0</inkml:trace>
  <inkml:trace contextRef="#ctx0" brushRef="#br0" timeOffset="68">6799 1798 7486,'9'-7'-237,"-1"5"207,-8-5 1,1 7 175,5 0-50,-4 0-578,5 0-285,-7 0 767,0 0 0,7-7 0,2-2 0</inkml:trace>
  <inkml:trace contextRef="#ctx0" brushRef="#br0" timeOffset="69">7044 1700 7182,'-16'7'0,"0"2"0</inkml:trace>
  <inkml:trace contextRef="#ctx0" brushRef="#br0" timeOffset="70">15952 6032 9212,'-16'0'2975,"5"0"-1736,0 0-25,8 0 1,-5-2 3357,8-3-3463,0 3 0,8-11 0,1 6 1,2 0-1,-1-2-210,3 0 0,-4 5 1,2-3-900,2-1 0,-4 7 0,2-5 0,2 4 0,1 2 0,2 0 0,1 0 0,-1-1 0,0-5 0,3 4 0,1-3 0,1 3 0,-1 2 0,-1 0 0,-3 0 0,0 0 0,1 0 0,-1 0 0,0 2 0,1 2 0,-1 1 0,-5 0 0,-2-3 0,0 2 0,0 1 0,-5 8 0,1-2 0,-3 3 0,-2-3 0,0 0 0,0 2 0,-2 1 0,-3 3 0,-4-1 0,-6 1 0,4-1 0,-3-5 0,3 0 0,-4 1 0,-1 1 0,1 0 0,3-4 0,1-2 0,0 6 0,-5-2 0,5-4 0,2 0 0,1 1 0,-4-7 0,8 7 0,-7-8 0,6 5 0,-6 1 0,5-1 0,-3-3 0,2 3 0,0-3 0,1 4 0,4-5 0,-5-1 0,9-1 0,3-3 0,6-2 0,9-1 0,4 4 0,1-5 0,4-1 0,-3 6 0,1-5 0,0 3 0,-1-1 0,3 1 0,-7 5 0,-3 0 0,0 0 0,-3 0 0,0 0 0,1 0 0,-8 7 0,-4 4 0,-3 4 0,-2-4 0,0-1 0,0 3 0,0 2 0,0-4 0,-2-2 0,-1 0 0,-3 0 0,-5-4 0,6 6 0,-1 0 0,-1-2 0,3 0 0,-6-3 0,-3 5 0,4-2 0,-2 0 0,-2 0 0,-1 0 0,1-4 0,-2 6 0,-3 2 0,-2-4 0,4 0 0,0-2 0,-1-3 0,1 3 0,0-1 0,-1-3 0,1-1 0,-1-2 0,1 0 0,0 0 0,-1 0 0,1 0 0,0 0 0,5 0 0,0 0 0,7-2-2278,-1-3-1791,3 3 1,2-12 3123,0 3 0,6 2 0,1 0 1,2 1-613,4 5 1,1 1 0,2 2 0,1 0-457,-1 0 2013,0 0 0,8 7 0,2 2 0</inkml:trace>
  <inkml:trace contextRef="#ctx0" brushRef="#br0" timeOffset="71">16312 6441 7895,'-9'7'218,"-4"-3"872,8 7-402,-8-8 1,11 6-1,-5-5 3397,0 1-2644,5 1 183,-5-6 1,14 0-290,4 0 0,3-6 1,3-1-1,-1 0-350,0 0 0,1-6 1,-1 2-876,0-4 0,1 5 1,-1-1-111,0-2 0,-1-2 0,-2 1 0,-4 1 0,-2 2 0,4 0 0,-6-5 0,-1 0 0,-2-1 0,-2 1 0,0 0 0,0-1 0,0 1 0,-6 5 0,-1 0 0,-2-2 0,-4-1 0,4 3 0,-2 2 0,0 0 0,2 0 0,-5 5 0,3-3 0,-4 0 0,-1 5 0,0-4 0,-1 5 0,1 1 0,0 0 0,-1 0 0,1 0 0,0 0 0,-1 0 0,3 7 0,1 2 0,2 2 0,-2 0 0,1-6 0,-1 6 0,2 0 0,-2-2 0,4 4 0,-2-6 0,0 2 0,2 4 0,0-6 0,6 0 0,-3 1 0,-1-7 0,3 7-870,-1-1 402,-1-5 375,6 5 1,2-7-39,4 0 1,-5-2 0,7-1 86,-1-3 0,-3-7 0,7 2 154,1-3 1,-1 3 0,4 0 0,3-2 112,0-1 1,0-2 0,-1-1-1,1 1-46,3 0 0,-2-1 0,2 1 1,-2-1-178,-3 1 0,0 5 0,1 0 0,-1-1 0,-5 3 0,0-2 0,-8 5 0,3-5 0,-6 6 0,-6-6 0,3 7 0,-6-3 0,1 0 0,-4 3 0,1-7 0,-4-1 0,4 4 0,0 3 0,-1 1 0,-3-1 0,4 3 0,0-5 0,-1 1 0,-3 1 0,2-1 0,-3 6 0,-7 0 0,6 0 0,1 0 0,1 0 0,1 0 0,-3 0 0,1 0 0,0 0 0,-1 0 0,7 0 0,-1 0 0,-2 0 0,4 0-1313,-2 0 1,5 2-469,-4 4 1,8-5 1780,2 5 0,14-4 0,12-2 0</inkml:trace>
  <inkml:trace contextRef="#ctx0" brushRef="#br0" timeOffset="72">17734 5738 7867,'-6'-11'9137,"1"0"-3052,0 7-4985,5-3 1,1 7-1,5 2-530,5 3 0,-2 6 0,0 11 1,0 5-571,0 4 0,2 11 0,5 7 0,-1 11 0,-4 9 0,1 7 0,-4 8 0,-1 1 0,0 1 0,1-21 0,-5 0 0,3-12 0,-3-9 0,1-12 0,1-10 0,-1-11 0,7-5 0,-6-6 0,6-6 0,0 4 0,5-3 0,1 3 0,-5 0 0,3-1 0,3-5 0,0-1 0,6 4 0,0-4 0,1 0 0,4-1 0,4 0 0,3-5 0,4 2 0,2 2 0,1 6 0,6-4 0,0 2 0,0 3 0,-1 2 0,-5 2 0,-3 0 0,0 0 0,-11 6 0,2 1 0,-5 0 0,-7 0 0,-6 4 0,-4-3 0,0-1 0,0 0 0,-3 0 0,5-1 0,-8-3 0,3 8 0,-4-7 0,0 3 0,3-7 0,-3-2 0,3-3 0,-1 1 0,1-7 0,-3 1 0,4-7 0,-5 1 0,-1 0 0,0-1 0,0-1 0,0-4 0,0-5 0,0-6 0,0-3 0,0-6-92,0-5 0,0 5 0,-1-10 0,-5-3-53,-5-1 1,4 7 0,0-2 0,1 2 174,1 3 1,-6 3 0,5-1 0,3 6 103,1 4 1,-3 12-1,-1 2 1,2 0-41,3 2 1,-1 7 0,-2 3-95,-1 1 0,-8 5 0,2-5 0,-3 0 0,-3 5 0,-1-3 0,-4 3 0,-5 2 0,0 0 0,-4 0 0,-5 0 0,-4 0 0,2 0 0,-2 0 0,1 0 0,3 0 0,5 0 0,-7 0 0,4 2-604,1 3 1,8-3 0,3 5 0,4-1-1096,1-1 0,1 2 0,0-1-725,-1 5 0,8-2 2424,4 2 0,-4 7 0,-1 7 0</inkml:trace>
  <inkml:trace contextRef="#ctx0" brushRef="#br0" timeOffset="73">17963 6048 11870,'9'2'879,"-4"4"1,3 3 0,-1 7 0,0 2-743,0 4 1,4-2-1,-3 7 1,-1 2-58,0 2-343,-2 2 0,1-2 0,-1-4 1,-1-5-1,-2-4 0,-2-2-3518,0 1 3374,0-8 0,0-4 0,0-10 0,0-6 1,-2-4-1,-2-3 0,-1-4 1,-1-1-1,5-6 1,-3 2 491,-1-3 0,-1 0 0,6-3 0,0 0 313,0 1 0,0 4 0,0 1 0,0 0 209,0 1 1,0 3-1,0 6 1,2 1 36,3 0 0,-1 7 0,7 3 38,2 4 1,-4 2-1,2 2 1,0 4-247,-2 5 1,3 3-1,-6 4 1,-3 2-313,-1 2 1,4 0 0,-1-4 0,-1 2-205,-2 2 1,-2 0 0,0-6 0,-2 0-357,-4 1 0,4-7 0,-5 1-432,0 2 1,0-4 0,-6 0-55,2-1 922,7-3 0,-10-12 0,5-2 0</inkml:trace>
  <inkml:trace contextRef="#ctx0" brushRef="#br0" timeOffset="74">18175 5852 7841,'0'11'2701,"0"0"1,0 0 0,0 5-2114,0 1 0,0-1 0,2 2 0,2 2-377,1 2 1,8 2-1,-4-4 1,2 3-677,0 3 0,-8-6 0,5 1 0,-3-2-1566,1-3 1,-1-5 0,-5 0 2030,0 1 0,0 3 0,0 1 0</inkml:trace>
  <inkml:trace contextRef="#ctx0" brushRef="#br0" timeOffset="75">18143 6114 7841,'1'-11'832,"5"0"1,-4 6-1,5-4-199,0 1 0,-3-3 1,7 6-1,1-1-539,3-1 0,7 4 0,0-6 0,-1 1-684,3 5 1,-6-1-1,4 0 1,-4-1 589,-2 1 0,1 2 0,-1 2 0</inkml:trace>
  <inkml:trace contextRef="#ctx0" brushRef="#br0" timeOffset="76">18420 6065 7960,'0'16'649,"0"1"1,0-1 44,0 0 0,0-5 1,-1-2 105,-5-2-556,4 6 0,-5-9 618,7 7-654,0-8 1,0-3 0,0-11-78,0-3 1,0 3-1,0-2 1,0-3-253,0-4 0,0-4 0,0 4 0,0-1-279,0 1 1,2 0 0,2-2 22,1-5 1,8 8-1,-2 3-197,3 2 1,-3 6-1,0 3 1,0 5-1553,-2 5 2126,5-3 0,-5 13 0,8-6 0</inkml:trace>
  <inkml:trace contextRef="#ctx0" brushRef="#br0" timeOffset="77">18976 5983 11694,'-2'9'3978,"-3"-3"0,3 3-3360,-3 2 1,3 3 0,4 4-1,1 4 481,3 5-1100,6 4 0,-8 9 1,5 4-1,0 1 1,-2 1-1,1-6 1,-3-4-974,2-5-1586,-5-2 0,11-4 1448,-8-3 1,1-20 0,-8-13-1,-2-13 866,-1-7 1,-2-1 0,3-1-1,-1-1 334,1-5 1,2 5-1,2-6 1,0 2 268,0 0 0,0 0 0,0 5 0,0 0 392,0 0 1,2 6 0,3 4 0,5 3 151,-1 5 0,3 8 0,-4-2-339,1 1 1,0 12 0,3 11-353,-1 5 1,-7 7 0,1-4 0,-3 1-201,-2 0 0,-2 5 1,-1-4-1,-4 2 119,-3 1 1,5-8-1,-6 1 1,0-2-1156,2-3 1,-4-5 0,6-2-908,-2-2 1,4-1 0,-4-8 1932,1-4 0,-4-10 0,2-9 0</inkml:trace>
  <inkml:trace contextRef="#ctx0" brushRef="#br0" timeOffset="78">19156 5705 7949,'16'0'2403,"-5"2"1,-2 3-505,-1 6 1,-3 6 0,-5 4 0,2 7-1645,3 3 0,-3 3 0,3 4 0,-1 4-811,2 0 0,-5 0 0,5-8 0,-4 1-475,-2-4 1,0-8 0,0 3 1030,0-3 0,-8-8 0,-1-8 0</inkml:trace>
  <inkml:trace contextRef="#ctx0" brushRef="#br0" timeOffset="79">19123 6032 7898,'0'-9'7072,"8"0"-6836,2 4 0,5 3 1,3-6-1,2 3-522,2 0 1,7-6 0,-4 5 0,3 1-478,-1-3 1,-2 7 0,2-5 0,-5 6 382,-4 6 0,-1 3 0,-3 7 1,-3 2 928,-5 4 0,-5-2 0,-1 7 1,0 1 471,0-3 0,-1 4 0,-3-7 0,-1-2 237,1-2 1,-3-2-1404,1 1 0,-5-10-255,6-7 1,-1-7 0,6-10 0,0 1 219,0 0 1,0-3-1,0-1 1,0-1-383,0 1 0,2 2 0,2 1-284,1 1 0,6-1 1,-3 1-72,1 0 1,-4 5 0,6 2 136,2 2 1,1-1 0,3 5 779,-1-3 0,7 1 0,3 5 0</inkml:trace>
  <inkml:trace contextRef="#ctx0" brushRef="#br0" timeOffset="80">18126 6604 7903,'17'-11'0,"-1"2"592,0 2 1,-5 2 0,0 3 939,2-4 1,-1 6-990,-1 0 1,-3 2 0,-7 7-1,3 0 677,2 0 0,-1 2-349,-5 6 1,0-1 0,0 0-117,0 1 1,0-1 0,0 0-318,0 1 1,-2-6 0,-1 0 0,-5-1-155,-1-1 0,4 6 0,-6-4-485,-2 3 0,6-3 0,0-2-145,-1-1-612,-1 4-830,-7-10-34,7 5-153,2-7 0,7-1 1,0-5 1974,0-5 0,0-10 0,0-5 0</inkml:trace>
  <inkml:trace contextRef="#ctx0" brushRef="#br0" timeOffset="81">16982 5362 7862,'-16'0'149,"5"0"0,0 0 1,-2 0-260,-1 0 1,3 0-1,0 2-112,-2 3 0,4-3 0,-2 3 222,-2-3 0,-1 6 0,-2 1 0</inkml:trace>
  <inkml:trace contextRef="#ctx0" brushRef="#br0" timeOffset="82">5900 3384 8022,'11'14'540,"-2"-1"0,0-4 0,-1 0 24,-1 0 0,6-5 1,-3 3-1,5-1-412,1-1 1,-5 1 0,0-6 0,2 0 152,1 0 1,3 1 0,1 3-1,4 2 375,5-3 1,6 1-1,5-1 1,9 3 173,11-3 0,4-1 1,14-2-1,6-2-553,9-3 0,-44 0 1,2-1-1,5-3 0,1-2 1,0 0-1,1-1-349,0-1 1,-2 0 0,-6 0 0,-1-1 0,4-2 0,-1-1 0,-3 2 0,-1-1-737,39-11 0,-19 2 0,-10 6 0,-3 1-5683,-2 4 6467,-19 8 0,21-1 0,-18 7 0</inkml:trace>
  <inkml:trace contextRef="#ctx0" brushRef="#br0" timeOffset="83">3367 7111 7667,'9'2'-498,"-2"3"1,0 4 0,2 2 469,1 0 1,4-5-1,-3 3 1,3 0 135,3 0 1,-6-5 0,0 3-92,1 0 0,3-5 0,1 3-17,1-3 0,-1-2 0,0 0 0</inkml:trace>
  <inkml:trace contextRef="#ctx0" brushRef="#br0" timeOffset="84">3922 7373 7990,'-9'0'-257,"0"0"-534,4 0 329,3 0 0,-3 0 462,10 0 0,4 7 0,7 2 0</inkml:trace>
  <inkml:trace contextRef="#ctx0" brushRef="#br0" timeOffset="85">13059 4561 8062,'-23'0'247,"5"0"0,-4 0 0,4 0 262,1 0 0,1-2 0,0-2 4,-1-1 0,6 0 0,4 6 0,5 5-180,9 5 0,8 5 0,9 9 0,12 15-234,17 19 0,-20-19 0,3 5 1,9 10-1,2 4-72,5 9 1,0 4 0,-14-14 0,1 3-1,0 2 1,3 5 0,0 1 0,1 1 0,1 3-1,1 1 1,0 1 0,-8-15 0,0 0 0,1 2-1,-1-1-301,2 2 0,0 0 0,1 0 1,-1-1-1,9 12 0,-1-2 1,1 1-1,0 3 0,1-1 1,-2 0-1,-5-8 0,0-1 1,-1-1 158,-4-5 1,-2 0-1,0-2 1,10 16 0,1-1-1,3 4 1,2 0-1,-3-5 1,0-2 130,-3-7 0,-1-3 1,-7-10-1,-1-2 0,-5-4 1,-1-2-1,25 32 116,-8-12 0,-14-17 0,-2-1 1,-6-10 26,-5-8 0,-2-17 0,-2 2-317,1-7 1,-6-14 0,-2-4-1,-2-12 2,-3-10 0,-2-6 1,-2-21-1,-2-8 58,-4-7 0,-3 2 0,-7-15 0,7 41 1,0 0-86,-2-5 1,0 1 0,-1 1 0,-2 1 0,-2-7-1,-2-1 1,-1-3 0,-2-3-335,-3-2 0,-1-2 1,-4-3-1,-2-4 534,7 14 0,-2-1 0,0 0 1,0 5-1,-1 0 0,0-1-26,-5-10 1,-1-2 0,0 1 0,3 9 0,0 1 0,1-3 0,-4-8 0,1-4 0,1 1 0,0 0 0,0 0 0,2 0 10,-1 0 0,1 0 1,2 1-1,4 7 0,2 0 1,0 2-1,1 1 1,1 0-1,0 1 0,0 1 1,1 0-1,0 1 163,-7-29 0,0 3 0,3 16 1,2 2-1,3 3 0,3 4 0,-4-27-162,10 38 1,16 32-1,10 30 1,13 26 148,11 23 1,-17-21 0,0 5 0,4 12-1,1 4 1,3 9 0,3 2-106,2 9 0,2 2 0,-12-25 0,2 0 0,1 2 0,3 8 0,2 1 0,1 2 0,2 1 0,3 2 0,0-1-138,5 4 0,1 0 1,1-1-1,-1-4 1,0-2-1,3 2 1,-8-12-1,3 2 1,0 0-1,0-1 0,1 1 1,1 0-1,0-1 1,0 0 2,2-1 1,0 0 0,0-1 0,0-2 0,10 10 0,-2-2 0,2-3 0,-2-5 0,1-1 0,-2-3 0,-6-5 0,-2-1 0,-2-2-96,14 13 1,-5-3-1,-14-12 1,-3-1 0,-5 0-1,-2 0 1,22 30-72,-7-8 0,-16-17 1,9 6-1,-5-8-21,-6-8 0,-13-9 477,0-5 0,-10-13 0,-1-10 0,-5-14-220,-5-10 0,-1-8 0,-8-5 0,-4-8-4,0-6 0,-8-8 1,-1-9-1,-6-8 129,15 35 1,-2-1 0,0 1 0,-2-1 0,-2-8 0,-1-2 0,0-1 0,-1-1-63,-1-2 1,0 0 0,0-1 0,-1-2 0,-3-13 0,-1-3 0,-2-7 0,-1-1-19,11 24 1,0-1 0,-1 0 0,0 0 0,-1 0 0,-1 0 0,-1-6 0,0 0-1,1-1 1,-2-2 0,2-1 0,-1-1-45,1-1 0,0 0 0,1 1 0,4 10 1,2 1-1,0-1 0,2-2 0,0 0 1,2 1-1,-3-17 0,3 2 11,6 11 0,2 4 1,1-21-1,14 28 0,9 29 310,10 27 1,16 39-1,-16-3 1,0 5-1,7 9 1,1 5-236,5 10 1,1 3 0,2 1 0,3 3-1,-12-15 1,1 1 0,0 2 0,2 2 0,1 1-1,-1 1-6,3 4 1,1 2 0,-1-1 0,1-3-1,-1 0 1,2 0 0,6 5 0,2 1 0,1-1-1,1 1 1,2-1 0,1-1-189,1-2 1,1-1 0,0-1-1,-2-3 1,0-2 0,-1-1 0,-1-4-1,0-1 1,-1-1 0,-4-5 0,-1 0-1,-1-2-21,15 18 1,-2-4-1,-11-15 1,-2-2-1,0 3 1,-2-1 0,-6-4-1,-2 0 15,-3-2 1,-2-1 0,19 31 0,-13-7 0,-7-5 232,-7-5 0,-4-10 0,-3-6 40,-4-8 0,-4-15 100,-7-14 1,0-11 0,0-16 0,0-11-118,0-7 1,-2-13 0,-3-8 0,-8-12-75,3 33 0,0-1 0,-8-43 1,6 39-1,0-1 0,1-3 0,-1 0 16,-2-4 0,0 0 0,1 2 0,-1 0 0,-2-11 0,0-3 0,-4-3 0,-2-3-138,-3-4 1,-1-1 0,7 22-1,0 0 1,-1-1 0,-1-3-1,-1-1 1,1 0 0,0-3 0,1-1-1,-1 0 19,1-3 0,-1-1 0,3 2 0,1 5 1,3 1-1,-1-1 0,0-3 0,1 0 0,1 0 1,2 4-1,2 1 0,0 0-90,0-31 1,2 4-1,2 19 1,3 4 0,4 4-1,3 4 1,13-26 249,13 40 1,20 41-1,18 46 1,-26-6 0,1 6-35,9 12 0,-1 6 0,2 10 0,0 4 0,-12-16 0,3 3 0,-2 1 0,2 6 1,-1 1-1,0 1-4,2 8 0,1 1 1,0-1-1,-1-4 1,0-1-1,2 1 0,-11-15 1,1 0-1,1-1 1,-1 1-1,12 16 1,1 0-1,-1-2-143,-2-4 0,0-2 0,-3-1 0,-5-6 0,-2-1 0,-1-2 0,11 19 0,-3-3 0,-8-7 1,-2-1 30,-6-7 1,-3-2 0,-5-10 0,-1-1-1,2 6 1,0 0 0,0-5 0,0 0-208,-1-2 1,-1-2 0,15 21 0,-12-12 155,-4-13 1,-7-18 0,-12-22-34,0-12 0,0-13 0,0-15 0,-1-11 359,-5-9 0,2 2 0,-6-14 0,-3-8-20,-2-5 0,-3-4 0,8 43 0,0-2 0,-1-3 0,-1-1-104,-1-3 1,0-1 0,0 0 0,-1-2 0,-2-10 0,-1-1 0,1-2 0,0 0-168,-1-2 1,1 0 0,2 0-1,1 1 1,-1-5 0,2 0 0,1-2-1,0 0 28,3 2 0,2 2 0,0 4 1,3 2-1,3 8 0,2 3 1,0 7-1,1 2-50,8-32 1,13 39 0,6 11 0,9 23 241,2 13 0,5 17 0,8 16 0,8 17-99,-28-20 0,1 1 0,4 5 0,0 2 1,5 9-1,-1 2 0,2 2 0,-1 1-51,-1 4 1,-2 0-1,-7-5 1,-1 1-1,-1 6 1,0 0 0,-3-4-1,0 0-123,-2-3 0,-2-2 0,12 31 0,-10-14 1,-5-9-223,-1-9 1,-6-20 0,3 5 0,-2-9-1030,-3-7 1362,-7-9 0,8-4 0,-5-7 0</inkml:trace>
  <inkml:trace contextRef="#ctx0" brushRef="#br0" timeOffset="86">15070 1210 7818,'0'-17'97,"0"1"0,0 0 0,-2 1 1,-4 4-1,-4 4 0,-5 2 297,-1-1 1,-2 1 0,-4 5 0,-7 0-78,-8 0 1,-4 0 0,-8 0-189,-1 0 1,-4 0 0,0 1 0,-1 3 0,1 2 44,-1-3 0,1 4 0,6 1 0,1 1-348,-2 3 1,9 5-1,-9 3 1,2 5-101,0 6 0,3 7 1,2 19-1,4 8 112,7 9 1,6 10 0,10 5-1,9-41 1,1 0 205,2 2 1,1 0-1,4-4 1,3 1-238,2 5 1,3-1-1,21 33 203,-11-39 0,3-3 1,32 22-1,5-4 0,5-4-36,6-7 1,3-7 0,6-1 0,0 1 0,2 0 1,1-9 0,-34-15 0,2 0 0,3 0 0,1 0 8,2 0 1,1-1-1,-7-3 1,1-1 0,2-2-1,-1-2 1,-1-2 0,0-1-41,-3-3 1,0-1 0,-2 0 0,0-2 0,6-1 0,0-2-1,-1-1 1,1-2 55,1-4 0,-1-2 0,-3-3 0,0-1 0,6-2 0,1-2 0,-3-1 0,-1-2-60,-2 0 1,-1-1 0,-4 0 0,-3-1 0,-1 1 0,0-1-1,0 0 1,-1-1-11,2-1 0,-2-1 0,33-19 0,-34 22 1,-1-1-1,31-24 45,-6-1 0,-13 7 1,-2-9-1,-6-1 57,-8-2 1,-19 5-1,-5-6 1,-7-4 138,-4-5 0,-15 6 1,-7-7-1,-10 0 61,-12 0 0,-5 9 1,16 25-1,-3 0 0,-3 1 1,-2 1-114,-2-2 0,-1 2 0,0 3 0,-1 2 1,-2 0-1,0 1 0,-3-1 0,0 1-104,-3-1 1,0 1-1,4 4 1,-1 2-1,-6-2 1,-1 0-1,1 4 1,-1 2 23,-2 0 0,0 2 1,4 6-1,0 2 1,-9-1-1,0 1 1,2 2-1,-1 2-167,3 1 0,0 0 0,4 1 0,1 0 1,2 1-1,-1 1 0,-3 3 0,0 1-253,-3 2 1,2 2 0,5 1 0,0 1 90,-7 2 1,1 3-1,12 5 1,3 1-1,0 2 1,1-1 0</inkml:trace>
  <inkml:trace contextRef="#ctx0" brushRef="#br0" timeOffset="87">2026 13650 13654,'-9'7'4915,"2"-5"0,5 5-2322,-3-7 1,5 0-2594,0 0 0,2 0 0,9 0 0,-1 0 0,7 0 0,-1-2 0,0-3 0,1 3 0,-1-5 0,1 2 0,-1-1 0,6-5 0,-1 4 0,1 0 0,2-2 0,3-1 0,4 7 0,2-3 0,-1 5 0,6-5 0,2 1 0,0 1 0,2 2 0,0 2 0,-4 6 0,4-1 0,-2 1 0,-4 1 0,-7 0 0,-3 6 0,-3-4 0,-3-2 0,-2 6 0,-1-2 0,-8-4 0,-4 0-2233,-10-7 0,1 0 1,-7-2 2232,-1-3 0,-10-4 0,-4-7 0</inkml:trace>
  <inkml:trace contextRef="#ctx0" brushRef="#br0" timeOffset="88">2141 13437 8723,'-9'0'4915,"2"-7"0,7 4 3830,0-8-7372,0 7-1373,0-3 0,0 7 0,-2 0 0,-4 0 0,-5 0 0,2 7 0,-2 2 0,-1 2 0,-3 0 0,-1 2 0,-1 3 0,1 4 0,-2 2 0,-4-2 0,4 0 0,-4 0 0,4 1 0,2-1 0,-1-1 0,3-3 0,1 0 0,2 1 0,8-6 0,-3-1 0,3 1 0,-3-2 0,4 6 0,-3-4 0,10 2 0,6-1 0,4-1 0,1-7 0,0 1 0,3-1 0,2 1 0,5-3 0,5 5 0,-2-1 0,-2-1 0,0 3 0,6-5 0,0 4 0,-1 3 0,-5-7 0,-1 4 0,-1-1 0,1-1 0,-6 1 0,2-6-1715,-12 0 0,-2-2 1715,-8-3 0,-8-12 0,-1-8 0</inkml:trace>
  <inkml:trace contextRef="#ctx0" brushRef="#br0" timeOffset="89">6489 6653 7785,'-11'0'2457,"0"0"1,5 0-1,-3-1 1,0-3-579,0-2 0,-2-4 0,-5 2 0,-2-1-1348,-4-4 0,0-1 0,-9-2 1,-7-1-204,-7 1 0,-2 5 1,-13 0-1,-4 0-303,-5 2 1,2 0-1,-4 5 1,2-1-26,-2 1 0,8 3 0,-5 1 0,3 0-90,3 0 0,-1 0 1,-4 1-1,-3 3-30,1 1 0,6 8 0,-8-4 0,4 2 50,2 0 1,5 0-1,1 5 1,1 1 52,0-1 0,6 6 0,-1 0 0,4-1 85,0 3 1,9 0 0,-9 5 0,2-4-56,-1-1 1,12-3 0,5-6 0,4-2-6,2-2 0,3-2 0,-4 3 53,3-1 1,1-7 0,7 3-84,4 0 0,-1 3 0,6 6 20,3 0 0,1 1 0,4-1 1,3 2 133,6 4 0,5-2 0,6 7 0,7 2-85,8 2 1,1 2 0,9-1 0,7 1-48,8 0 0,0 0 0,9-1 0,-2 1 0,2 0 0,-1-8 0,10-3 0,6-4 0,3-2 0,-6-1 0,6-4 0,-42-7 0,1-1 0,1 1 0,0-1 0,41-1 0,-43 1 0,-1 0 0,39-2 0,-5-1 0,-9-5 0,13-1 0,-1 1 0,1-2 0,-13 5 0,5-3 0,0 3 0,0 2 0,-12 0 0,7 0 0,-9 0 0,-12 0 0,-8 0 0,0 0 0,-2 0 0,-4 0 0,-1-6 0,-3-1 0,3-2 0,3-4 0,-2-1 0,4-3 0,-1 1 0,-3 0 0,-5-8 0,7-1 0,-4-3 0,-1 1 0,-11 5 0,-4-3 0,-2 1 0,-3 4 0,-6 0 0,2-2 0,-1-5 0,-3 4 0,-7 1 0,-3 2 0,-6-2 0,2 2 0,-4-5 0,-3-1 0,-4 1 0,-9 3 0,2-5 0,-6-2 0,-5-2 0,0 4 0,-10 1 0,-4 1-102,-5-1 1,5 6 0,-3-2-1,3 4-239,-3 2 0,4 0 0,-3 1 1,3 4-186,2 6 1,-2 3 0,-2 2 0,-1 0-338,1 0 0,6 7 0,3 4 0,1 4-24,3 1 887,7 0 0,-7 1 0,8-1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13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brush xml:id="br2">
      <inkml:brushProperty name="width" value="0.05292" units="cm"/>
      <inkml:brushProperty name="height" value="0.05292" units="cm"/>
      <inkml:brushProperty name="color" value="#3165BB"/>
    </inkml:brush>
  </inkml:definitions>
  <inkml:trace contextRef="#ctx0" brushRef="#br0">13599 2272 9892,'0'-11'4452,"0"0"697,0-1-4688,0 4 0,0 5 1,0 14-1,0 14 1,-2 15 1142,-4 15-1404,5 21 0,-3-29 1,0 2-1,3 9 0,0 2 1,0 4-1,-1 1 1,-2 5-1,1 2 0,-1 3 1,0 1-1,0 2 1,-1 2-22,0 2 0,1 1 1,2-5-1,1 0 1,-2 3-1,0 0 0,2-1 1,0 0-180,1-5 0,0 0 0,0 1 0,0-1 0,0 0 0,0 1 0,0 1 0,0 0 0,0 1 0,0-1 0,3-11 0,0-1 0,0 4 0,-1 1 0,0-5 0,0-1-8,-1-1 1,0-2 0,-2-6 0,0-1-1,-1 1 1,0 1 0,-1-2 0,1 1 7,0-3 0,0-1 0,1-2 0,0-2 0,1 41 0,0-5-7,0-3 0,0-5 1,0 10-1,0-3 7,0-1 0,2-12 0,2 8 0,1-5 0,-1-6 0,-2-1 0,-1 2 0,3 1 0,2-5 0,-1-7 0,-3 3 0,1-1 224,3 0 0,-1-15 1,-3 1-1,2-4-224,1-7 0,1-8 0,-5-1 0,3-4 384,2-6-384,-1-8 31,-5 1-1300,0-7 0,2 0 639,3 0 0,-3-9 0,4-6 0,-3-8-2797,3-8 1,-3-7 3426,8-17 0,-7-3 0,3-7 0</inkml:trace>
  <inkml:trace contextRef="#ctx0" brushRef="#br0" timeOffset="1">13680 2419 8075,'-11'2'2087,"1"2"5570,-3 1-6477,6 8 0,7-17 1,12 3-1,8-7-545,8-4 1,4-3 0,6-1 0,6-1 261,3 1 0,9 5 0,4 0 0,6 0-897,5 2 0,5-3 0,11 6 0,-7 1 0,4 5 0,-3 1 0,-3 5 0,2 5 0,0 3 0,-2 3 0,0-1 0,4-1 0,2-5 0,-10 5 0,4-6 0,-5 0 0,-4-3 0,-15-5 0,6-1 0,-2 0 0,-3 0 0,-10 0 0,6 0 0,-2 0 0,-3 0 0,-8 0 0,0 0 0,-4 0 0,-14 0 0,-3 0 0,-12 0 0,2 0 0,-8 0 0,-5 0 0,4 0 0,-5 0 0,7 0 0,0 2 0,0 4 0,0-3 0,0 8 0,0 0 0,0 5 0,0 1 0,0-1 0,0 0 0,0 3 0,0 2 0,0 1 0,0 9 0,0 7 0,0 8 0,0 8 0,0 19 0,0 10-25,0-35 1,0 1 0,0 5 0,0 2 0,0 6 0,0 2-1,0 3 1,0 2-59,0 2 1,0 0 0,0-6 0,0 0 0,0 4-1,0-1 1,1-5 0,0-1 145,2 0 0,-1-2 1,-1-7-1,0-1 1,2 1-1,0-1 0,-2-1 1,1 0-64,1-1 0,0 0 0,-2-1 0,-1 0 0,3 4 0,0-1 0,-2 1 0,0 0 0,-1 1 0,0-1 0,0 40 0,0-42 0,0 1 0,0-3 0,0 0 0,0 0 0,0-2 0,1 42 0,3-1 0,2-1 0,-3-5 0,1-13 0,-1-2 0,3 0-55,-2 0 0,3-3 0,-2 7 0,1-2-91,1 1 1,-5-4-1,3 7 1,-3 1 136,-2-3 0,0-8 0,0-6 0,2-3 140,3-1 1,-3-11-1,4 7 1,-5-2-197,-1 0 0,6-5 0,-1-4 1,1-2 90,1 3 0,-5-5 1,3 4-1,-3-3-10,-2-3 1,0-4-1,0-3 1,0-1 280,0-4 0,0-8-146,0-1-151,0-7 0,0 3 0,0-7 0,0 0 0,-7 0 0,-4 0 0,-4 0 0,-1 0 0,-2 0 0,-4 0 0,-3 0 0,-8 0 0,-2 0 0,-3 0 0,-5-2 0,-10-1 0,-5-3 0,-6 3 0,6-5 0,-11 1 0,-2 0 0,-1 0 0,-1 1 0,-5 6 0,-4 0 0,-1 0 0,3 0 0,-9 0 0,0 0 0,-4 0 0,13 0 0,4 0 0,2 2 0,3 3 0,9-3 0,-5 4 0,2-5-416,3-1 1,5 6 0,-1-1-1,2-1-362,3-2 1,10-4 0,6-3-1,8-6-320,8-4 0,2-3 0,5-4 1098,3-5 0,-3-18 0,4-6 0</inkml:trace>
  <inkml:trace contextRef="#ctx0" brushRef="#br0" timeOffset="2">16214 2027 7286,'-7'9'3219,"5"-2"-1457,-5-7 1,5-5-138,-4 0-458,4-1 0,-7 6 0,4 0-548,-6 0 0,4 2 0,-1 3 0,3 6-150,0 4 0,-3 1 0,5 0 0,-3 1-274,3-1 0,1 6 1,2 0-1,0-2-379,0-2 0,7-4 0,2-1 0,2-4-70,0-2 0,0 1 0,5-5 0,2 3 98,4-3 1,-9-1 0,3-2 0,-1-2 43,-1-3 0,-3 1 0,0-5 114,2 2 0,-4-6 0,0 2 43,-2-3 1,-1-2 0,-6-1-1,0 1-24,0-1 1,0 1 0,-2 0-1,-2-2-415,-1-4 0,-8 2 0,2-7-351,-3-2 0,3 10 0,0 5 0,0 3-1513,2 2 1,0 5-2127,3-1 4384,-3 3 0,0 9 0,2 2 0</inkml:trace>
  <inkml:trace contextRef="#ctx0" brushRef="#br0" timeOffset="3">16426 2043 18927,'17'0'830,"-1"0"0,0 2 1,1 2-1,-1 3-495,0 2 1,3 0 0,1 4 0,1-2-674,-1 2 1,-2-1-1,-3 1 1,-2-2-229,-2 2 0,-2-4 0,3 0-3770,-1-2 1,-5-1 4335,5-6 0,-8 0 0,5 0 0</inkml:trace>
  <inkml:trace contextRef="#ctx0" brushRef="#br0" timeOffset="4">16655 1913 7985,'-11'0'0,"0"0"2577,-1 0 1,3 0-1737,-2 0 1,5 1-1,-3 5-440,2 5 0,-4 3 0,6 3 0,-1 1 75,-1 4 0,3 3 1,-5 6-1,2-2-410,3-2 1,1 0 0,-1 4 0,-1-2-1133,1-1 1,2-8-329,2 1 1,7-10 0,4-5 1393,4-4 0,1-10 0,0-1 0</inkml:trace>
  <inkml:trace contextRef="#ctx0" brushRef="#br0" timeOffset="5">16851 1766 8393,'-16'16'4164,"7"-5"-2887,3 0 0,5 0 0,1 7-1002,0 4 0,5-4 0,2 5 1,1 1-303,-1 3 0,6 2 0,-4 0 0,0-1-148,-4 1 1,2-6 0,-1-1 0,-2-4 74,-3-2 100,7 1 0,-7-1 0,7 1 0</inkml:trace>
  <inkml:trace contextRef="#ctx0" brushRef="#br0" timeOffset="6">16851 1847 9683,'2'-9'5514,"4"2"-5132,4 0 0,1 3 1,4-7-1,3 0-1034,0 2 1,0-4 0,-1 6 0,-1 0 699,0 0 1,-5-4-49,0 5 0,0 1 0,5 5 0</inkml:trace>
  <inkml:trace contextRef="#ctx0" brushRef="#br0" timeOffset="7">16917 2011 17664,'16'-2'-244,"0"-4"1,1 5 0,-1-7-1,0 3 1,1-2-505,-1-2 0,0 5 1,1-2-1,-1 3-407,0-3 1155,1 5 0,-1-7 0,1 8 0</inkml:trace>
  <inkml:trace contextRef="#ctx0" brushRef="#br0" timeOffset="8">17211 1749 7939,'-11'0'8657,"0"0"-7124,7 0 0,-5 0-775,4 0 1,3 2 0,-3 3-341,3 6 1,4 4 0,1 1 0,5 2-645,1 4 0,-4-2 1,4 7-1,0 2-68,0 2 0,-3 0 0,3-2 1,0-3-1298,0-3 1,-5-1-1,1-6-3896,-3 1 5487,-2-8 0,0-2 0,0-7 0</inkml:trace>
  <inkml:trace contextRef="#ctx0" brushRef="#br0" timeOffset="9">17146 1815 21463,'16'0'-109,"0"0"0,-5-6 0,0-1 1,2 0-1423,1-1 1,3-3 0,-1 6-2179,0 1 3709,1-5 0,6 0 0,3-7 0</inkml:trace>
  <inkml:trace contextRef="#ctx0" brushRef="#br0" timeOffset="10">17211 1896 13781,'2'9'1600,"3"-3"0,4-4 0,8-2-2574,-1 0 0,0 0 0,1 0 1,-1 0-4544,0 0 5517,-7 0 0,13-8 0,-4-1 0</inkml:trace>
  <inkml:trace contextRef="#ctx0" brushRef="#br0" timeOffset="11">17505 1651 8000,'-7'9'2450,"3"4"0,-5-6 2671,2 2-4789,1 2 0,6 5 0,0 3 0,0 1 0,0 3 0,0 3 0,0 5 725,0 5-1509,8-9 1,-7 11 0,7-11 0,-3 3 0,1-3 0,-1-5-3360,2-4 1,-3-4 3810,7-3 0,-7 4 0,3-6 0</inkml:trace>
  <inkml:trace contextRef="#ctx0" brushRef="#br0" timeOffset="12">17440 1618 14711,'0'9'2007,"7"-1"1,4-8 0,3 0-2137,3 0 0,-1-6 0,0 1 0,1 1-635,-1 2 1,0 2 0,1 0 0,-1 0-2691,1 0 0,-1 0 3454,0 0 0,1 0 0,-1 0 0</inkml:trace>
  <inkml:trace contextRef="#ctx0" brushRef="#br0" timeOffset="13">17472 1815 8034,'0'9'4240,"0"0"0,2-6-3197,4 3 1,3-1 0,7-5 0,0 0-927,1 0 1,1-2-1,2-1 1,2-4-2378,-2-3 0,0 5 2260,1-6 0,5 0 0,7-5 0</inkml:trace>
  <inkml:trace contextRef="#ctx0" brushRef="#br0" timeOffset="14">17783 1651 7923,'-5'11'3203,"-1"0"1,-5-6-1855,6 6 1,-1 0 0,6 5-1169,0 1 0,0 1 0,0 4 1,2 3-78,4 1 0,-3 5 0,6-6 0,0 2-951,0 0 1,-3-5 0,3 4-2351,-2-3 1,0-6 3196,-1-6 0,-4-8 0,5 4 0</inkml:trace>
  <inkml:trace contextRef="#ctx0" brushRef="#br0" timeOffset="15">17750 1651 18250,'8'-9'588,"-5"-4"0,8 8 0,2-1-746,1-1 1,3 5 0,-1-5-542,0 0 0,-5 5 0,0-3 699,2 3 0,1 2 0,3 0 0</inkml:trace>
  <inkml:trace contextRef="#ctx0" brushRef="#br0" timeOffset="16">17816 1766 9646,'0'9'3479,"7"3"0,4-6-2684,3-3 1,3-1-1,-1-2 1,0 0-988,1 0 0,-5-2 1,3-1-4031,3-3 4222,2 1 0,-4-2 0,1-2 0</inkml:trace>
  <inkml:trace contextRef="#ctx0" brushRef="#br0" timeOffset="17">16443 7160 11500,'0'-9'6664,"0"-6"-4448,0 6-924,0-7-824,0 7 1,-8 2-1,-1 9 461,0 3-928,-5 4 0,12 9 0,-5 2 0,1 2 1,1 0-1,1 0 0,2 1-434,2 3 0,2-5 0,2 5 0,3-3 275,2-3 1,4-7-1,7-2 1,2 0-198,-2-2 1,3-2 0,-1-7 0,0 0 240,1 0 0,-4-5 0,2-2 1,-3-2 111,-1-4 1,-6-2 0,-2-1 0,-2 0 163,-3-1 0,-2-5 0,-2 1 0,0 1 12,0 1 0,-2-2 0,-2-1 0,-3 0 55,-2-2 1,-2 12 0,-6-5 0,1 3-122,0-1 0,5 4 0,0 2 1,-2 2-837,-1 3 1,3 3 0,0 1-1135,-2 0 0,4 0 0,0 1 1862,2 5 0,-6 10 0,4 10 0</inkml:trace>
  <inkml:trace contextRef="#ctx0" brushRef="#br0" timeOffset="18">16835 7176 9223,'0'17'0,"-2"-3"2727,-3-3 0,3 4 0,-4-4-1437,5 3 0,8-3 1,4 0-1,3 0-947,3-2 1,-1 4 0,0-6 0,1 0-710,-1 0 1,0 1 0,1-5-2165,-1 3 1,0 5-3689,1-6 3298,-8 1 2920,-2-6 0,0 0 0,2 0 0</inkml:trace>
  <inkml:trace contextRef="#ctx0" brushRef="#br0" timeOffset="19">16998 7111 10480,'-16'7'3378,"5"1"1,2 4-2779,2-1 0,-4 0 1,5 5-1,3 1-274,1-1 1,-3 6 0,-1 0-1,1 0-123,-3 1 1,7-5-1,-7 6 1,3-2-1928,-1 0 0,1-6 0,5-5-5408,0 1 7132,0-4 0,15-8 0,3-9 0</inkml:trace>
  <inkml:trace contextRef="#ctx0" brushRef="#br0" timeOffset="20">17178 7144 8012,'-16'7'552,"1"4"0,3 2-309,1-2 1,5 3 0,-3-3 0,0 2 2051,0-2 0,5 3 1,-1-3-1014,3 4 0,2 1-1419,0 0 0,7-1 0,4-4-1,4-6 1,1 2-1,1-1 185,-1-3 1,0-3-1,1-3 1,-3-4 52,-3-3 0,3 5 0,-4-6 0,-1-2-121,-4-1 0,-1 3 1,-1 0-1,3-2-63,-3-1 0,-1 3 0,-2 0 0,-2-2-22,-3-1 0,1 3 1,-7 0-1,-1 0-379,-3 2 1,4-4-1,0 8 1,-1 1-917,-3 2 1,4 2-1,0 0-1651,-1 0 3052,4 8 0,-6 1 0,5 7 0</inkml:trace>
  <inkml:trace contextRef="#ctx0" brushRef="#br0" timeOffset="21">17423 7095 8467,'-16'7'1361,"0"-5"1376,-1 3 1,6-3 0,2 0-2055,2 3 1,0-3-1,3 5-465,-1 1 0,-1 1 0,6 7-164,0 0 1,2 1 0,2-1-99,1 0 1,8-6-1,-2-3 1,3-2-170,3 1 0,-1-1 1,0-5-1,1 0 178,-1 0 1,-5 0-1,0 0 1,2 0-545,1 0 0,-3 0 0,-2-2 241,-2-3 1,4-4-1,-5-8 289,-3 1 0,-6 0-1,-5-1 1,-1 3-160,-3 3 1,-1-4 0,0 6 0,2-1-1118,-1-1 1,3 5 1325,-2-5 0,0 0 0,-6-5 0</inkml:trace>
  <inkml:trace contextRef="#ctx0" brushRef="#br0" timeOffset="22">17718 7062 8071,'0'11'-11,"-2"-2"2471,-4-2 0,5 1-1606,-5-3 0,2 2 0,1 6-479,-3-2 0,1-6 0,5 6-13,0 2 1,0-4 42,0 2 0,7-2 1,2 4-254,0-2 1,6-8 0,-4 3 221,3-5 0,3-1 1,-1 0-460,0 0 0,-1-1 1,-2-3 66,-3-1 0,0-8 1,0 2 115,-4-4 1,-12-1-1,-6 0-770,-8-1 0,2 7 0,-4 0 0,2 3-4017,-2 4 4689,4 1 0,-13-6 0,6-1 0</inkml:trace>
  <inkml:trace contextRef="#ctx0" brushRef="#br0" timeOffset="23">13664 6261 16652,'11'0'1605,"0"0"0,-6 0 1,6 0-839,2 0 0,-4-2 0,2-1 0,3-3 132,6 2 1,6 3-667,6 1 1,3-6 0,3 1 0,8-1 0,6-1 0,10-4 699,7-3-933,5 5 0,6-6 0,0 4 0,-2-2 0,2 1 0,-5 3 0,-3 1 0,-3 5 0,-11 1 0,8 2 0,-3 0 0,1 0 0,-4 0 0,-4 2 0,-3 1 0,-6 3 0,-3-1 0,-1-3 0,-3 2 0,0 1 0,-11 1 0,4-6 0,-2 0 0,0 0 0,1 0 0,-1 0 0,0 0 0,2 0 0,-10 0 0,10 0 0,-4 0 0,-3 0 0,-1 0 0,-5 0 0,2 0 0,-2 0 0,-8 0 0,-1 0 0,2 0 0,2 0 0,1 0-151,0 0 0,-5 0-3397,0 0-240,-7 0 1,3-2-1331,-7-4 5118,0 4 0,0-12 0,0 5 0</inkml:trace>
  <inkml:trace contextRef="#ctx0" brushRef="#br0" timeOffset="24">14351 5722 15149,'-10'7'808,"-2"-4"-702,6 8-320,1-7 0,3 3 1,-2-5-711,-1 3 839,-1-3 0,6 7 0,2-3 110,4 5 100,3 3 1,2-3 0,0 0 0,1 2-1,3 1 287,1 3 0,-5-6 0,-2-1-255,-2 3 1,-1-4-1,-6 2-55,0 2 1,0-4-390,0 2 0,-2-2 0,-3 2-86,-6-6 1,2-3 0,-2-2-673,-2 0 1,-1 0 0,-1-2 1044,4-3 0,-3-4 0,4-8 0</inkml:trace>
  <inkml:trace contextRef="#ctx0" brushRef="#br0" timeOffset="25">14547 5574 13223,'-9'8'968,"1"-5"1,8 8-1,0 2-705,0 1 0,0 3 0,2 1-246,4 4 1,-3 1 0,6 6 0,0-1-1,-1 1-692,-1 2 1,4-6 0,-6-3 0,1-4-3375,1-2 4049,-5 1 0,5-1 0,-7 0 0</inkml:trace>
  <inkml:trace contextRef="#ctx0" brushRef="#br0" timeOffset="26">14514 5722 16138,'7'9'-1390,"4"-4"-773,4-3 1,1-2 2162,0 0 0,8 0 0,1 0 0</inkml:trace>
  <inkml:trace contextRef="#ctx0" brushRef="#br0" timeOffset="27">14236 5656 9316,'0'-9'9830,"0"2"-8292,0 7 0,2 0 0,2 2 0,3 3-982,2 6-492,2 3 0,0 5 0,0 1 0,1 1 1,3 1-1,-1 0 0,-1 2 108,-2 1 1,-7-5-1,3 2-411,0-4 1,-5-2 0,5-1-2707,0-4 1486,-5-4 1369,6-7 1,-8-7-1,0-4 1,0-4 151,0-1 1,0-2 0,0-2-1,0-2 135,0 2 1,5 0 0,2 0-1,1-2 88,-1 2 0,6 2 0,-3 2 170,5-1 0,-4 8 0,0 4 0,1 3-142,3 2 0,1 0 0,-1 2 0,-2 3-47,-3 6 1,0 6-1,2 3 1,-3 3-76,-1 3 1,-1 1 0,-4 4 0,3-2-655,-2-2 0,-3-7 1,-1 2-1,0-4-1536,0-2 1,0-5-817,0 0 1,0-9 0,0-2 2814,0-9 0,-7-6 0,-2-1 0</inkml:trace>
  <inkml:trace contextRef="#ctx0" brushRef="#br0" timeOffset="28">14726 5754 13501,'10'7'3314,"4"-5"-2646,-3 4 0,-2-4 1,2-2-287,2 0 1,-4 0 0,2 0-777,1 0 0,-3-2 1,1-4 93,-3-5 0,-2 2 1,-5-2 36,0-1 0,0 3 616,0-2 1,-2 7-1,-3-1 14,-6 3 0,-3 2 0,-3 0-100,1 0 1,5 5 0,2 3 0,2 1 195,3 3 0,-3 3 0,1 1-607,3 1 0,1-1 0,2 0-1111,0 1 0,2-1 1,3 0 44,6 1 0,3-6 0,3-2 0,-1-2 149,1-3 0,-1-3 0,0-1 1061,1 0 0,6-7 0,3-2 0</inkml:trace>
  <inkml:trace contextRef="#ctx0" brushRef="#br0" timeOffset="29">15102 5722 7903,'-7'-10'2295,"3"3"-864,-6 7 1,4 0 0,-5 0-134,-1 0 0,2 7 1,1 4-919,2 4 1,-4 1 0,6 1 0,1-1-151,2 0 0,2 1 0,0-1-1030,0 0 0,0-5-241,0 0 1,2-7-80,4 1 1,-3-5 636,8-5 0,-7-4 1,1-8 393,-3 1 0,3 0 1218,1-1 1,-1 1-145,-5 0 0,2 6-251,4 5 0,-5 5 0,7 4 0,-3 3-949,1 2 0,1-4 0,-4 6-1965,3 2 0,7 2-3390,-2 1 5570,-4-7 0,7-2 0,-5-7 0</inkml:trace>
  <inkml:trace contextRef="#ctx0" brushRef="#br0" timeOffset="30">15200 5738 9579,'11'5'2557,"0"3"-2179,2 1 1,-6-4 0,0 6-1,-1 2 486,-1 1 1,3 3 0,-5 1 0,3 2-243,-3 2 1,1-1 0,0-4 0,1-1-359,-1 0 1,-2 1-1,-4-3-557,-4-3 1,3-4-246,-8-7 0,2-7 0,-4-6-6,2-7 1,7 2-1,-1-5 1,3 1 355,2 0 1,0-5 0,0 3 0,0 1 654,0-1 1,6 0 0,1 4 0,2-1 140,4 1 0,-4 1 0,2 5 0,1 1 298,3 2 1,1 8 0,1-3-526,-1 4 1,-5 2 0,-2 2 0,-2 4 301,-3 5 1,-2 3 0,-2 2 0,0 3-470,0 2 0,0-2 1,-2 2-1,-4-2-901,-5-3 0,-1 0 1,-1-1-1,2-2-5677,-2-3 6364,-1-6 0,-10 3 0,-1-7 0</inkml:trace>
  <inkml:trace contextRef="#ctx0" brushRef="#br0" timeOffset="31">13582 3106 10416,'8'9'439,"-5"-2"1,10-7 0,3 0 0,8 0 343,7 0-412,-2 0 1,23-1-1,1-3 1,7-2 0,11 1-1,5 0 1,10-3 1539,3-1-1870,-4 6 0,-36-4 0,2 1 1,-3 2-1,0 1 0,1-2 1,0 0-1,3 0 0,1 0 1,1-1-1,0 1 0,2-1 1,2 1-8,1-2 1,-2 1 0,-8 2 0,-2 1 0,3-1 0,0 1 0,-2 0 0,-1 0-635,40-2 1,-18-1-1,-9 6 1,-2 0 112,-3 0 0,-5 2 1,7 2-1,-5 1-12,-4-1 1,-10 3-1,-2 0 1,-5 1-1031,-4-1 0,-14 0 1529,-2-1 0,-8 3 0,-3 7 0</inkml:trace>
  <inkml:trace contextRef="#ctx0" brushRef="#br0" timeOffset="32">14367 3351 7840,'-9'0'4004,"0"0"-3432,3 0-111,4 0 1,-7 0-148,4 0 0,1 0 0,-7 0-27,-1 0 0,4 2 0,1 2-299,0 1 1,3 6 0,-5-4-665,2 2 0,-4-3-138,6 5 1,-1 0 586,6 5 1,2-5 0,3-2 355,6-2 1,4 4 0,1-4 0,0 1 132,1-1 1,-1 0 0,1-1-58,-1 4 0,-5 0 0,-2 0 0,0 1-146,0-2 1,-5 6 0,1-4-365,-3 3 1,-2-3-1,-2 0-164,-3 2 0,1-6 0,-7-1 0,-2-5-177,-1-1 1,3 0 0,0 0 0,0-1-203,2-5 848,2-3 0,0-7 0,-3-1 0</inkml:trace>
  <inkml:trace contextRef="#ctx0" brushRef="#br0" timeOffset="33">14449 3286 12246,'0'11'2051,"0"1"-1940,0 7 1,5-7 0,2 8-207,2 0 0,-3 6 1,3-3-1,0 1 1,-2 0-551,1-5 0,-1 1 0,-4 0 645,3 2 0,-1 0 0,-5-6 0</inkml:trace>
  <inkml:trace contextRef="#ctx0" brushRef="#br0" timeOffset="34">14465 3449 13418,'16'0'-952,"1"0"1,6-7-1,3-2 1</inkml:trace>
  <inkml:trace contextRef="#ctx0" brushRef="#br0" timeOffset="35">14677 3417 8176,'-14'16'116,"3"0"0,-2-5 0,6 0 0,0 2 175,-1 1 0,1 1 0,4-2 0,-3-3 164,3 3 0,1-4 0,2 2-207,0 2 0,0-4 0,2 0 127,3-2 0,-1 4-756,6-5 1,-4-1 0,3-7-86,-2-3 0,4 1 1,-5-7-1,-1-1 45,2-3 1,-5 4 0,4 0-1,-5-1 246,-1-3 1,2 0 0,2 3 573,1 1 1,3 2 3507,-3-2-3571,-3 4 0,11 8 1,-6 3-770,2 2 1,-4 4 0,4-2 0,1-1-176,-1 0 1,-4 0 607,6-1 0,0-4 0,5 5 0</inkml:trace>
  <inkml:trace contextRef="#ctx0" brushRef="#br0" timeOffset="36">14857 3449 7652,'-9'0'3814,"0"0"-2929,4 0 1,1-2-262,-7-3 1,6 3-138,-6-3 0,5 8 0,-3 5-189,2 1 0,1 2 0,6 5-1009,0 0 1,2 1-370,4-1 0,3-1 1,7-5-87,1-4 1,-3-6 1165,-3-6 0,11-3 0,-4-7 0</inkml:trace>
  <inkml:trace contextRef="#ctx0" brushRef="#br0" timeOffset="37">14972 3220 12172,'0'11'1538,"0"0"0,0 2-1324,0 1 1,0 5-1,0 1 1,0 3-516,0 3 1,0-5 0,0 5 0,0-3-1158,0-3 0,0-1 1,0-3 1457,0 0 0,7 1 0,2-1 0</inkml:trace>
  <inkml:trace contextRef="#ctx0" brushRef="#br0" timeOffset="38">14988 3482 7845,'16'0'2991,"-5"0"-2418,0 0 1,0-2 0,5-1-260,1-3 0,-6-1 0,-1 3 1,3-3-819,2-2 1,1 3-1,-1-5 1,-3 1-1081,-1 0 0,-2-4-832,2 3 2416,4-3 0,-13-3 0,5 1 0</inkml:trace>
  <inkml:trace contextRef="#ctx0" brushRef="#br0" timeOffset="39">15102 3351 8268,'0'17'1609,"0"-7"1,0 1-600,0 2 0,0 2 0,2 1-575,4 0 0,1 1 0,6-1 0,-4 0-159,-2 1 1,6-1 0,-2 0-1217,3 1 0,-5-6 1,-2-2-1023,1-2 1962,-6-2 0,12 3 0,-5 1 0</inkml:trace>
  <inkml:trace contextRef="#ctx0" brushRef="#br0" timeOffset="40">13975 6719 8051,'0'16'-3,"0"0"-3,0 1 1,0-1 421,0 0 0,0-5 0,0 0 0,0 2 1,1 1-1,3 3 0,1-1 0,1-1 188,1-4 1,-5-2-564,3-4 0,-1-3-98,2 3 1,-5-5 62,5-5 0,-4 1 0,-2-7 0,-2-1 119,-4-3 1,5-1 0,-5-1 0,4-1-134,2-3 1,0 2 0,0-2 0,0 2-406,0 3 1,0 0 0,0-1 0,0 1-922,0 0 1,6 5 1333,-1 0 0,8 0 0,-4-5 0</inkml:trace>
  <inkml:trace contextRef="#ctx0" brushRef="#br0" timeOffset="41">14187 6768 7991,'9'0'2338,"0"2"-1082,-3 3-1851,-4-3 1,10 3 110,-6-10 1,-1 1 587,-5-7 1,-2 2 454,-3-2 1,-4 4-242,-8 7 1,7 0-1,0 2 1,1 3-180,0 6 1,4 2 0,-4 0 0,1-2-636,5 1 0,1 3 0,2 1-456,0 0 1,0-5 0,2-2 951,3-1 0,4 4 0,8-2 0</inkml:trace>
  <inkml:trace contextRef="#ctx0" brushRef="#br0" timeOffset="42">14334 6768 7959,'-7'9'141,"3"0"0,-7-5 578,-1 1 1,4 2-1022,3-1 0,3 3 295,2 7 0,2-1 0,2-3 47,1-1 0,2-7 0,-3 3-122,1 0 0,8-5-32,-2 4 0,-4-6 26,-1-6 0,1-3 101,-2-7 0,1-1 1,-4 3 571,3 3 1,-3-3 1896,3 3-2193,-3 3 0,0 1-1404,3 7 0,-1 6-356,7-1 1471,-7 8 0,10-11 0,-5 5 0</inkml:trace>
  <inkml:trace contextRef="#ctx0" brushRef="#br0" timeOffset="43">14530 6506 8897,'-9'11'2621,"4"0"-2390,3 2 0,2-4 0,0 2 0,0 3-3,0 6 1,5 0 0,3 6-54,1-3 0,-4 1 1,4-4-1,-1 2 0,-3-2-493,2-2 1,-5-2 0,5 0-969,1 1 867,-7-8 0,5-2-211,-12-7 1,-3 0 0,-7 0 459,0 0 1,1-2 0,2-1 0,3-3 940,-3 3 1,-2 3-154,-1 5 0,5-3 0,2 5 467,2 0 1,1 2-566,6 8 1,2-3 0,4-3-1115,4-5 0,-1-4 0,2-2 1,2 0-778,2 0 1,1 0 0,-1-2 1370,-5-4 0,5-3 0,-6-7 0</inkml:trace>
  <inkml:trace contextRef="#ctx0" brushRef="#br0" timeOffset="44">14726 6784 7920,'0'11'6856,"0"0"-8047,0-7 0,8 3-403,3-7 0,-2-2 1594,2-3 0,-8-5 0,4-6 0</inkml:trace>
  <inkml:trace contextRef="#ctx0" brushRef="#br0" timeOffset="45">14939 6719 7920,'-11'0'995,"0"0"1,6 0 0,-4 2-165,1 3 0,1-3-583,2 3 0,3-1 187,-4 1 0,5-1-206,1 7 0,0-6 0,0 6 49,0 2 1,0-4-1,0 2-139,0 2 0,1-1 0,3 1-314,1-2 0,8-2 0,-4 4 22,0-2 1,6-8 0,-4 3-8,3-4 0,-3-2 0,0 0 283,2 0 0,-4 0 1,0-2 52,-2-4 0,4-3 16,-5-7 1,-1-1 0,-5 1-451,0 0 0,-7 1 1,-2 3-1,-2 2-318,0 3 0,0-4 0,-4 4-71,5-2 0,-5 5 647,4-1 0,4-4 0,0 0 0</inkml:trace>
  <inkml:trace contextRef="#ctx0" brushRef="#br0" timeOffset="46">15135 6735 7920,'-9'16'1839,"-4"1"1,8-1-247,1 0 0,2 1-1341,2-1 1,0-5-1222,0 0 809,0-7 0,0-4 99,0-11 0,6-4 0,1-1 237,2-1 1,-3 1 58,5 0 1,-2 5 0,3 2 259,-1 2 0,0 1-478,5 6 1,-6 2 0,-3 2-1,-2 3-111,1 2 1,-1-4 0,-3 6-995,3 2 0,-3-4-2764,4 2 3852,-5-7 0,-1 3 0,0-7 0</inkml:trace>
  <inkml:trace contextRef="#ctx0" brushRef="#br0" timeOffset="47">15282 6523 11628,'-9'7'1569,"4"4"1,3-2 0,2 2-1311,0 1 1,0 3 0,0 1 0,0 1-219,0-1 0,0 2 1,2 2-1,1 2-804,3-2 1,-1 4 0,-3-5 0,2-2-1272,1-4 0,1-3 2034,-6 7 0,7-1 0,2 0 0</inkml:trace>
  <inkml:trace contextRef="#ctx0" brushRef="#br0" timeOffset="48">15380 6768 7869,'0'16'437,"0"0"0,0-5 0,0 0 511,0 2 0,0-4 1,2 2-772,4 2 1,-3-6-338,8-2 1,0-3 124,5-2 1,-5-2 0,-2-3-254,-1-6 0,2-4 0,-4-1-2,-2 0 0,-3 5 1,-1 0 358,0-2 1,0-1-1,0-3-76,0 1 0,0 5 542,0 0 0,2 8 1507,4-3-1525,-5 4 0,12 4 0,-7 4-149,-3 5 0,-1-2 0,0 2 0,1 1-28,3 3 0,-1 1 0,-5 0-627,0 1 0,0-1 0,0 0 0,-1 1-527,-5-1 0,4 1 1,-5-3 457,0-3 0,3 2 356,-7-8 0,0 8 0,-5-4 0</inkml:trace>
  <inkml:trace contextRef="#ctx0" brushRef="#br0" timeOffset="49">15642 6702 7905,'-9'2'3798,"1"2"328,1 1-2718,5 1 1,-5-4-1,9 1 147,3 3 0,-1 5-1351,7-6 0,0 0 1,5-5-1,0 0 1,1 0-1045,-1 0-70,0 0 1,1 0 0,-1 0 0,1 0-1395,-1 0 1,-5 0-1,-2-1 1450,-2-5 854,-1 4 0,1-5 0,2 7 0</inkml:trace>
  <inkml:trace contextRef="#ctx0" brushRef="#br0" timeOffset="50">15723 6621 11576,'-9'7'6509,"2"-5"-5779,7 5 0,0-5 578,0 3 0,0-1 0,0 7-710,0 1 1,0 3 0,0 3 0,0 2-514,0 2 1,2 2-1,2-4 1,1 3-512,-1 3 1,-3-6 0,-1 1-3086,0-2 0,2-5 3511,4-3 0,-4-4 0,5-7 0</inkml:trace>
  <inkml:trace contextRef="#ctx0" brushRef="#br0" timeOffset="51">14203 8909 8202,'0'-11'1857,"0"0"0,6 6-732,-1-6 138,1 7 0,-6-5 627,0 4 0,0 5-1719,0 0 0,0 7 0,0 10 0,0-1-95,0 0 0,0 8 0,0 1 0,0 4 90,0 4 0,0-4 1,0 11-1,0 0-133,0 4 0,0 5 1,0 5-1,0 4 95,0 0 0,0 8 1,0-4-1,0 5-26,0 2 0,0-9 0,0 11 0,0 1-47,0 1 1,2-4 0,1-7 0,3 1 53,-3-1 1,1-6 0,0 1-1,1-1-29,-1 2 1,-3-13 0,-1 14-1,2-3-50,4 0 0,-4-5 1,3 4-1,-3 1 59,-2-2 1,5-3 0,1 4 0,-3-4 24,-1-4 0,-2-13 0,0 12 0,0-6-20,0-2 1,0 0 0,0-5 0,0-1-29,0 1 0,0 2 0,0-1 0,0 1-121,0-5 1,0-1-1,0 4 1,0 2-29,0 3 1,0-7 0,0 3 0,0 1 110,0-1 0,2-8 1,2 6-1,1-1 92,-1 0 0,-3-4 0,-1-1 0,0-1 8,0 1 0,0 1 0,0 4 0,0-2 51,0-2 1,0-5 0,0 3 0,0 1 31,0-1 1,0-5 0,0 2-1845,0-4-2243,0-9-408,0-2 742,0-21 2236,0 10 0,0-12 0,2 9 1306,4-10 0,-4-6 0,5-10 0</inkml:trace>
  <inkml:trace contextRef="#ctx0" brushRef="#br0" timeOffset="52">14465 8713 9045,'-7'9'4083,"3"-2"-3451,-7-7 1,8 2-194,-3 4 3935,4-4-4374,2 5 0,-7 0 0,-2 2 0</inkml:trace>
  <inkml:trace contextRef="#ctx0" brushRef="#br0" timeOffset="53">14449 8762 8141,'16'0'1638,"-5"2"0,0 2 1,1 1-1,3-1 0,3-3 1,4-1 818,5 0 1,0 0-1,4 0 1,6 2-2241,3 4 1,0-4-1,7 3 1,4-3-218,-1-2 0,1 0 0,13 0 0,3 0 0</inkml:trace>
  <inkml:trace contextRef="#ctx0" brushRef="#br0" timeOffset="54">15249 8778 19465,'66'0'2301,"-1"0"1,-8-5-1,1-2 1,7-1-2302,6 1 0,2-4 0,5 4 0,3 0 0,3 0 0,-4-4 0,5 3 0,-5 1 0,-4 0 0,-10 0 0,3 3 0,2-3 0,1-2 0,1 5 0,3-1 0,0 1 0,-3-2 0,-8 5 0,6-5 0,-2 4 0,2 2 0,-13 0 0,6 0 0,3 0 0,4 0 0,12 0 0,8 0 0,-44 0 0,1 0 0,1 1 0,0-2 0,-2-2 0,0-1 0,5-1 0,0-1 0,-2-1 0,1 0 0,1-1 0,0-1 0,-3 1 0,0 0 0,4 0 0,1 0 0,2-1 0,1 1-47,0 0 1,0 0 0,2-3 0,0 0 0,-2 0 0,1 0 0,-1 1 0,0-1 46,0-1 0,-1 0 0,-6 3 0,1 0 0,5-2 0,1 0 0,-2 2 0,1 0 0,0 0 0,0 1 0,-8 3 0,-1 0 0,2 0 0,0 0 0,40-2 0,-13 4 0,-9-5 0,-7 3 0,0 1 0,-4 2 0,-5 2 0,7 2 0,0 2 0,1 1 0,-10 3 0,1-5 0,1 4 0,0 3 0,-11-7 0,11 10 0,-11-8 0,3-1 0,1-2 0</inkml:trace>
  <inkml:trace contextRef="#ctx0" brushRef="#br0" timeOffset="55">20660 8370 8124,'43'5'4217,"-1"3"0,0-1-1760,0 0 1,-4 0-1,2-3 1,-2 3-1888,-2 2 1,0-5 0,8 1 0,-6-1-571,-3 1 0,-3-1 0,1 5 0,-2-2 0,-4-3 0,-1 0 0,-5 1 0,7 6 0,-5-2 0,-1 2 0,-4 2 0,-7-4 0,0 0 0,2-2 0,1 6 0,3-4 0</inkml:trace>
  <inkml:trace contextRef="#ctx0" brushRef="#br0" timeOffset="56">21461 8566 8124,'16'0'0</inkml:trace>
  <inkml:trace contextRef="#ctx0" brushRef="#br0" timeOffset="57">21493 8566 8112,'27'0'4252,"-1"0"0,-1 2-1795,1 3 1,-4-3-1,5 3 1,2-3-1902,2-2 0,3 0 0,3 0 1,3 0-557,1 0 0,3-2 0,3-1 0,-1-3 0,-3 3 0,-7-4 0,3 1 0,-5 2 0,-1 3 0,-8 1 0,-3 0 0,-4 0 0,-2 0 0,-5 0 0,0 0 0,0 0 0,6 0 0</inkml:trace>
  <inkml:trace contextRef="#ctx0" brushRef="#br0" timeOffset="58">22360 8550 12513,'27'0'2457,"0"0"1,-5 0-1,3 0 1,1 0-876,-1 0 0,-3 0 0,5 0 0,2 0-1582,2 0 0,-4 0 0,-1 0 0,-1 0 0,1 0 0,-5 0 0,7 0 0,1 0 0,2 0 0,-4 0 0,0 0 0,2 0 0,2 0 0,-4-2 0,-1-2 0,-1-1 0,0 1 0,-5 2 0,2 2 0,-4 0 0,-7 0 0,0 0 0,-5 0 0,5 0 0,-8 0 0,6 0 0,-3 0 0,-3 0 0,8 0 0,-7 0 0,3 0 0,-7 0 0,2 8 0,3 2 0,-3 5 0,4 1 0,-5 2 0,-1 4 0,0 4 0,0 8 0,2 4 0,4 6 0,-4 5 0,3 5 0,-1 8 0,1 7 0,-3-5 0,3 5 0,-3 2 0,-2 1 0,6-3 0,-1 2 0,-1-4 0,-2-1 0,-4-1 0,-4-1 0,-3-1 0,0 3 0,-4-10 0,6 8 0,0-4 0,0-2 0,-1-6 0,5 1 0,-3-4 0,3 0 0,-1-3 0,0 8 0,-3-3 0,-2-2 0,4-4 0,-6 3 0,0 2 0,2 1 0,-6 2 0,4-2 0,-1 0 0,1-4 0,-2-4 0,6 1 0,-1-4 0,1 0 0,-4-6 0,6 6 0,-1-1 0,-1-1 0,5 2 0,-3-6 0,1 3 0,-1-1 0,3-3 0,-5 8 0,1 1 0,1 0 0,-6-9 0,5 3 0,3 2 0,1 2 0,0-4 0,-1 2 0,-3-3 0,2-2 0,3-1 0,1 1 0,0 0 0,0-1 0,0-4 0,0-3 0,0-1 0,0-4 0,5-2 0,1-2 0,-1 1 0,2-1 0,-3-5 0,5 0 0,-2 1 0,6-4 0,-4 6 0,0-12 0,-2 5 0,-7-7 0,0-7 0,0 5 0,0-5 0,0 7 0,-1 0 0,-5 0 0,2 0 0,-6 0 0,-3 0 0,4 0 0,-2 0 0,-2-2 0,-1-3 0,-8 3 0,-2-4 0,-3 5 0,-8 1 0,-4-6 0,-11 1 0,0 1 0,-5 2 0,2 2 0,-6-2 0,-5-1 0,-5-3 0,0 1 0,-6 5 0,-1 0 0,-4 0 0,6 0 0,-8 0 0,4 0 0,5 0 0,12-2 0,-8-2 0,0-3 0,1-2 0,5 4 0,1-4 0,-5 0 0,-6-1 0,4 7 0,-14-4 0,1 1 0,4 1 0,3-1 0,-3 6 0,-2-2 0,2-3 0,9 3 0,-1-3 0,-7 1 0,-4-1 0,2 3 0,33-1 0,-2 0 0,-41 1 0,4 2 0,8 0 0,-8 0 0,-2 0 0,-2 0 0,0 0 0,42 0 0,-1 0 0,-1 1 0,-1 0 0,-3 2 0,0 0 0,3-2 0,0 1 0,-4 3 0,-1-1 0,4 1 0,1 0 0,1-1 0,1 1 0,-35 6 0,34-4 0,-2 2 0,-1-1 0,-1 0 0,-1 1 0,0-1 0,3-2 0,1 0 0,-1 1 0,0-1 0,0 1 0,0 1-159,2-2 0,0 0 1,-38 7 158,38-5 0,0 0 0,-36 9 0,38-9 0,1 0 0,-34 7 0,33-9 0,-2 0 0,1 0 0,0-1 0,1 2 0,1-1 0,-39 3 0,10 2 0,1 0-1,-1-2 0,-1 4 1,-4-6-1,0 0 1,-2 0 0,8 1 0,-13-3 0,11-3 0,-12 3 0,25-3 0,-4-2 0,1 0 0,1 0 0,0 0 0,-8 0 0,0 0 0,-1 0 0,12-5 0,-14-1 0,10-1 0,-4 2 0,8 1 0,5-5 0,3 2 0,1 3 0,10-3 0,-8 1 0,0 1 0,0-3 0,2 7 0,-11-7 0,-2 3 119,-1 0 0,3-3 0,2 5 0,0-3-119,0 3 0,0 1 0,-2 2 0,5 0 0,4 0 1,0 0 0,-1 0 0,-5 2-1,-1 3 0,4 4 0,-2 7 0,-1 1 0,-1-1 0,15-5 0,-10-2 0,11 0-235,11 0 0,6-7 235,8-2 0,8-22 0,2-12 0</inkml:trace>
  <inkml:trace contextRef="#ctx0" brushRef="#br0" timeOffset="59">14612 8337 18099,'9'7'1470,"4"-3"0,-6 9 0,2 5-464,4 7-661,1 6 1,3 4 0,-1 1 0,-1 4 0,-3 2 0,-1 0 0,2-3 1015,1 0-1859,-4-16 1,-1 8 0,-6-18-475,3-8 0,5-14 0,-6-20 0,-1-7 701,-2-8 1,-2-3-1,0 0 1,0 1 277,0 3 1,-6 5 0,1-2 0,1 3 204,2 6 0,2 10 1,0-1 570,0 4 1,2 10-160,3 8 1,3 10-1,4 11 1,-1 7-251,2 2 1,2 3-1,1 0 1,-2 0-224,-3-1 0,4-5 0,-6-1 1,0-2-1296,-4-5 1,5-2 417,0-6 1,0-4-1,-1-9 1,-2-3 430,-3-6 1,3-6-1,0-2 1,0-5 370,1-2 1,2 5 0,-2-7 0,-1 1 617,0 2 0,6 1 1,-2 8 84,3-1 1,-3 8 0,0 4 0,2 3-316,1 2 1,-1 7-1,0 6 1,1 7-465,-1 7 0,0-1 0,3 1 0,-1 0 0,-4-1 0,3 3 0,-5-7 0,0-3-3811,-3 0 0,-3-8-262,3-1 0,-4-8 4073,3-2 0,4-14 0,0-12 0</inkml:trace>
  <inkml:trace contextRef="#ctx0" brushRef="#br0" timeOffset="60">15544 8255 8298,'-17'2'1120,"1"4"1,0-3 0,-1 8 0,-1 2 667,-4 1 1,4 3-1,-2-1 1,6 0-985,3 1 0,2 1 1,-4 2-1,4 4-184,2 1 1,1 0 0,6 3-1,2-5-842,3 1 1,5-6-1,6 4 1,0-6-664,1-5 0,1 2 1,2-8-1,2-1 238,-2-2 1,-2-4-1,-2-4 1,0-4 512,1-5 0,-3-1 0,-1-1 0,-4-1 36,-2-4 1,1 4 0,-5-5 0,3 1 179,-3 0 0,-1-2 0,-2 4 0,0-1 548,0 1 1,0 7 0,0 2 476,0-2 0,-2 6-289,-3 2 0,3 6 1,-3 8-1,3 8-4,2 1 1,0 7-1,2 1 1,1 1-920,3 0 1,1-7 0,-3 2 0,3-6-1808,2-5 0,-4 4 1,4-4-1046,-1 3 0,4-5 835,-1-3 1,-2-4-1,2-2 339,2 0 1,-4-8 1782,2-3 0,0-3 0,5-2 0</inkml:trace>
  <inkml:trace contextRef="#ctx0" brushRef="#br0" timeOffset="61">15773 8435 7432,'1'-16'634,"5"-1"1,-4 7 4391,3-1-3684,-3 7 1,0-3 0,1 9 0,3 3-204,-3 6 1,5 3 0,-1 5 0,0 1-552,0 1 1,6 3 0,-4-4 0,0 2-1203,-3-2 0,1-2 0,-2-2-2403,-1 1 1,0-3-4118,1-3 7134,-3-4 0,5-14 0,-7-2 0</inkml:trace>
  <inkml:trace contextRef="#ctx0" brushRef="#br0" timeOffset="62">15756 8125 7994,'-11'0'4915,"0"0"0,6 0-3627,-6 0-1908,7 0 0,4 0 1,11 1 619,4 5 0,1-4 0,1 5 0</inkml:trace>
  <inkml:trace contextRef="#ctx0" brushRef="#br0" timeOffset="63">16067 8435 7994,'0'24'0,"0"1"0,0 6 0,0-2 2335,0-2 1,0-7-1,0 2 1325,0-4-3444,0-9 0,0-3 0,0-12 0,0-4-174,0-5 1,0-7 0,2-1 0,1-3 100,3-3 0,-1-4 0,-5-1 0,2-1 69,3 5 0,-3 2 0,5 1 0,-1 3 322,-1 1 0,6 10 0,-4-3 1,3 3 230,2 4 1,3 2-1,1 8 1,1 3-217,-1 2 0,0 12 0,1-2 1,-1 4-510,0 4 0,-5-4 0,0 5 0,2 1-40,1-1 0,-5-9 0,-1 4-2945,-1 0 0,-5 0 2945,3-3 0,-10-1 0,-4 0 0</inkml:trace>
  <inkml:trace contextRef="#ctx0" brushRef="#br0" timeOffset="64">15135 9498 8338,'-14'2'3797,"1"1"-3797,2 3 0,0 6 0,-5-3 0</inkml:trace>
  <inkml:trace contextRef="#ctx0" brushRef="#br0" timeOffset="65">15102 9530 24220,'0'17'716,"0"-1"1,0 0-1,0 3-327,0 2 1,0 7 0,0 8-1,0 6-203,0 5 0,0 0 0,0 11 0,0 0-186,0 1 0,0-7 0,0 3 0,0-4 0,0-2 0,0-11 0,0-2 0,0 0 0,0-1 0,0-11 0,2-6 0,2 0 0,1 0 0,1-9 0,-6 8 0,0-3 0,2-5 0,3 2 0,-1-7 0,7 1 0,-6-3 0,6-2 0,2 0 0,3 0 0,4 0 0,4 0 0,1 0 0,-3-6 0,5 1 0,4 0 0,5-3 0,2 5 0,8-6 0,3 0 0,2-1 0,-8 5 0,12-4 0,1 2 0,0 3 0,2 2 0,-7 2 0,2 0 0,0 0 0,-12 0 0,7 0 0,-7 0 0,-4 0 0,-3 0 0,-1 2 0,0 2 0,-1 1 0,-5 2 0,-1-3 0,-2 1 0,-5-1 0,5-2 0,-2 0 0,0 1 0,1 3 0,-5-1 0,4-5 0,-2 0 0,2 0 0,-9 0 0,3 0 0,-1 0 0,-1 0 0,-3 0 0,0 0 0,2 0 0,-4 0 0,2 0 0,-8 0 0,5 0 0,-8 0 0,0 0 0,0-7 0,0-4 0,0-5 0,0-6 0,-6 2 0,1-9 0,-1-6 0,-1-6 0,3-8 0,-5-4 0,0-5-242,0-6 1,4 1 0,-5-14-1,3 1 14,4 2 0,-5-1 1,3 10-1,1 1 34,2 6 0,-3 11 1,-2-2-1,-1 7 166,1 2 0,0 13 0,3 0 0,-3 7 371,-2 3 0,4 6 0,-6 2 524,-2 2 1,4 2-868,-2 5 0,5 0 0,-4 0 0,4 0 0,-5 0 0,-1 0 0,2 0 0,0 0 0,-3 0 0,-2 0 0,-1 0 0,-2 0 0,-4 0 0,2 0 0,-5 0 0,-1 0 0,1 0 0,-2 0 0,-6 1 0,-2 3 0,-3 1 0,2 1 0,-6-6 0,0 0 0,1 0 0,-3 0 0,-5 0 0,-2 0-79,-3 0 1,3 0-1,-4 0 1,4 2-579,2 3 0,6-1 0,1 5 1,4 0-833,7 0 0,6 0 0,8 4 493,1-2 1,7-6-1,5 4 996,8-2 0,5-1 0,7-6 0</inkml:trace>
  <inkml:trace contextRef="#ctx0" brushRef="#br0" timeOffset="66">16949 9285 10148,'-16'0'3317,"5"0"-1982,0 0-781,0 0 0,0 0 0,1 0 1,-3 0-1,-2 2 1475,-1 4-1482,0-5 1,5 7 0,0-7 25,-2 5 0,6-3 0,1 8-448,5 2 1,8-4-1,6 0 1,5 0 48,4 0 1,7 1 0,-4 2 0,2-1-25,0 2 0,-5-4 1,4 0-1,-3 0 240,-3 0 1,-2 2-1,-1 5-16,-1 1 0,-7-1 0,-3 0 0,-5 1-77,-1-1 0,0-5 0,-1 0-181,-5 2 0,3-4 1,-8 0-1176,-2-2 0,-2-1 0,-1-8-337,0-4 1,1 3 0,3-8 0,1-2 56,-2-2 1,6-1-1,-1 0 1,3-1 201,-1 1 1137,1 0 0,-2-8 0,-2-1 0</inkml:trace>
  <inkml:trace contextRef="#ctx0" brushRef="#br0" timeOffset="67">17162 9073 9681,'-9'0'4623,"2"2"1,7 3-3888,0 6 0,0-2 0,1 4 0,5 3-114,5 4 1,-2 9-1,2-2 1,1 4-276,3 2 1,1 0 0,-1-1-1,-3 1-556,-1 0 0,-5-1 0,5-1 0,0-4-1324,-2-5 0,0-4-3031,-4-1 4564,-3-8 0,5-16 0,-7-12 0</inkml:trace>
  <inkml:trace contextRef="#ctx0" brushRef="#br0" timeOffset="68">17178 9302 8943,'-16'1'1725,"0"5"1,5-4 0,2 5 3010,1 0-4079,-4-5 1,12 3 0,-2-10-1,7-4-193,4 0 1,0-6 0,4 6 0,-2-2-667,2 0 0,1 6 1,3-6-1,-1 0-98,0 2 0,-5-4 0,0 6 0,2 0-1139,1 0 0,3-1 0,-1 5-306,0-3 0,1 1 1745,-1 5 0,0 0 0,1 0 0</inkml:trace>
  <inkml:trace contextRef="#ctx0" brushRef="#br0" timeOffset="69">17489 9318 7933,'9'16'864,"-2"-5"1,-7 0 475,0 2 0,0 1 0,2 3-223,3-1 1,-3 0 0,4 1-47,-5-1 1,1-5 0,2 0-442,1 2 0,1-4 1,-4 0-344,3-2 1,-3 0-28,3-1-237,-3-4 1,-2 3 22,0-10 1,0-5 0,0-6-1,-2 0 64,-3-1 0,3 1 1,-3 0-1,3-2 85,2-4 0,-6 2 0,1-6 0,1 3 53,2 3 1,2 0 0,0 0-1,0-2 71,0 2 0,6 2 1,1 2-150,2-1 1,-3 3-1,5 1-418,1 2 0,3 7 1,3-1-1,2 3-1121,2 2 0,0 0 1,-6 2-1,0 2-1858,1 1 0,-1 6 3227,0-6 0,1 8 0,-1-4 0</inkml:trace>
  <inkml:trace contextRef="#ctx0" brushRef="#br0" timeOffset="70">18911 9416 6583,'-17'0'-8,"8"-2"-377,4-3 261,3 3 0,-3-7 124,-1 3 0,-7-3 0,4-7 0</inkml:trace>
  <inkml:trace contextRef="#ctx0" brushRef="#br0" timeOffset="71">18862 9367 6858,'0'-9'2587,"0"2"-1803,0 7 2979,0 0-3373,0 7 1,0-3 146,0 6-388,0 1 0,0 11 0,0 2 1,0 1-1,0 8 0,0 7 1,0 11 1432,0 5-1449,0 4 1,0 11-1,0 1 1,0-1 0,0 0-1,0-7 1,0-4 126,0-10 0,0-8 0,0-2 0,0-3-588,0-7 0,-6-8 0,1 0-998,1-4 700,2-9 1,2-3 146,0-12 719,0 4 97,0-5 1,0 9-2163,0 3 1047,0-3 1,0 4-3699,0-12 4476,0-3 0,0-22 0,0-3 0</inkml:trace>
  <inkml:trace contextRef="#ctx0" brushRef="#br0" timeOffset="72">18927 9367 11079,'-9'0'6343,"2"2"-5402,7 3 1,2-3 0,3 4 0,6-5 143,3-1 0,5-5 0,2-1-449,7 3 1,10-6-1,7 0 1,8-2 0,9 0-376,7-2 0,7 4 0,9-2 0,4 0-261,2 2 0,-11 0 0,0 5 0,-6-1 0,-5 1 0,-7 3 0,-6 1 0,1 1 0,1 5 0,-9 1 0,11 6 0,-6-4 0,1-2 0,-8 0 0,6-3 0,-3 3 0,-4 2 0,3-5 0,-9 1 0,0-3 0,-2-2 0,-7 0 0,9 0 0,-2 0 0,0 0 0,7 0 0,-1 0 0,5-2 0,6-3 0,3 3 0,7-3 0,0 3 0,1 2 0,-1 0 0,-1-2 0,-4-2 0,-6-1 0,-3 0 0,-4 5 0,-1 0 0,-3 0 0,1 0 0,5 0 0,2 0 0,3 0 0,-3 0 0,4 0 0,-5 0 0,-1 0 0,-5 0 0,0 0 0,-3 0 0,-4 0 0,1 0 0,-13 0 0,1 0 0,-5 0 0,-8 0 0,-2 0 0,2 0 0,-4 0 0,2 0 0,-8 1 0,5 3 0,-1 1 0,-3 1 0,6-6 0,-4 0 0,5 0 0,-6 0 0,6 0 0,-7 0 0,3 0 0,-7 0 0,0 0 0,7 0 0,-5 0 0,5 2 0,-5 1 0,4 3 0,-5 1 0,5-1 0,-4 4 0,3 1 0,2 4 0,1 5 0,-1 3 0,4 5 0,-4 6 0,2 6 0,4 9 0,-4 2 0,2 9 0,2 4 0,1 5 0,-3-2 0,0 2 0,0-6 0,-2-3 0,0-12 0,-5-1 0,1-5 0,-1-6 0,-1-7 0,1-4 0,1-1 0,-1-4 0,-2-2 0,-2-1 0,0-1 0,0 0 0,0-5 0,0 0 0,0 2 0,0-4 0,0 2 0,0-8 0,-2 5 0,-3-8 0,-6 0 0,0 0 0,-4 0 0,-7 0 0,-7 0 0,0 0 0,-11 0 0,-1 0 0,-8 0 0,-4 0 0,-11 0 0,-6-2-43,-9-4 0,-4 3 0,34-2 0,-2 1 0,-3-1 1,-1 1-164,-2-1 1,0 0 0,3 0 0,0 0-1,-1-3 1,0-1 0,0 1 0,1 0-91,-3 0 1,1 0 0,3-1 0,-1 1 0,-11 1 0,-3 0 0,0 0 0,-2 1 112,0 0 1,1 1 0,5 3 0,0 0 0,2-1 0,-1 1 0,-1 1 0,-1 2 187,-3 1 1,0 1 0,4 1-1,-1 1 1,-8 3 0,-1 1-1,6-1 1,2 2 71,2 0 1,4 2 0,11-1 0,2 1-1,-1 2 1,1 0 0,-36 6-195,10-8 0,10-4 0,6-8 0,5 0-469,4 0 0,8 0 0,-1 0 0,1 1-44,3 5 0,10-4 0,5 3 0,4-3-477,2-2 0,1-2 1,3-2 197,1-1 1,5-8-1,-3 2 909,2-3 0,1-10 0,6-1 0</inkml:trace>
  <inkml:trace contextRef="#ctx0" brushRef="#br0" timeOffset="73">19679 9481 14518,'0'11'1208,"0"0"0,0 2-368,0 1-715,0 10 0,2 9 0,3 14 0,6 9 0,2 10 0,0 3 0,-3 3-764,3 5 109,-6-12 0,6 10 0,-6-17 0,1-8 0,1-8 0,0-11 0,4-7-4035,1-8 4565,-5-10 0,6 1 0,-6-7 0</inkml:trace>
  <inkml:trace contextRef="#ctx0" brushRef="#br0" timeOffset="74">20218 9432 7816,'0'17'3751,"0"1"-2489,0 4 0,8-2 1,3 9-1,3 5-573,2 8 1,1 7 0,-1 4 0,0 5-533,1 5 0,-6-4 0,0 8 0,1-2-164,3-3 1,-4-13-1,-2-4 1,0-7-1584,0-7 0,-5-9 0,3 0-3807,0-4 5397,-5-9 0,12-9 0,-4-9 0</inkml:trace>
  <inkml:trace contextRef="#ctx0" brushRef="#br0" timeOffset="75">20938 9432 14711,'1'17'1206,"5"1"1,5 4 0,3 9 1499,3 10-2347,-1 3 1,0 25 0,1-2 0,-1 4-1,0 3 1,1-5 0,-1-3-867,0-8 28,-7-16 1,6 7 0,-6-18 0,2-10-1,-2-2 1,0-8-5791,0-2 4519,-5-4 1,3-7 1749,-7-3 0,7-4 0,2-8 0</inkml:trace>
  <inkml:trace contextRef="#ctx0" brushRef="#br0" timeOffset="76">21673 9432 18067,'9'2'2148,"-2"5"0,-1 10-811,-1 8 1,8 15-1,-2 9-1130,3 9 1,8 11-1,0 6 1,-2-1-1,0 3-126,2-5 1,-4-14 0,4 2 0,-4-9-664,-2-7 1,1-10 0,-3-8-1,-1-3-1885,-2-3 0,-6-2-2249,6-1 184,-7-1 4532,3-7 0,-14-9 0,-2-9 0</inkml:trace>
  <inkml:trace contextRef="#ctx0" brushRef="#br0" timeOffset="77">18617 10806 14850,'-11'0'1516,"0"0"-1174,-2 0-226,-1 7 0,-3 2 1,1 5-1,1-1 1,3-4-1,3 0-152,1 0 0,-3-3-334,6 5 0,-1-6 0,8 6 0,4 0 0,5 0-133,3 0 617,2-8 1,6 12 0,0-6 0,0 2-1,0 0 1,-1 2 0,-1 1 252,-1 2 0,-5-5 1,-1 0-1,-4 2 18,-2 1 1,-1 3 0,-6-1-1,-2 0-210,-4 1 0,3-3 0,-8-1 1,-4-4-518,-5-2 0,2 1 0,-4-5 1,4 3-436,2-3 0,0-1 0,-1-2 1,1 0-496,-1 0 0,7-5 0,1-2 0,-1-3 1272,1-2 0,6-10 0,-5-4 0</inkml:trace>
  <inkml:trace contextRef="#ctx0" brushRef="#br0" timeOffset="78">18780 10756 7912,'0'17'523,"-2"-1"0,-1 1 1149,-3-1 1,1 0 0,5 2-1,0 4-1148,0 5 1,1-1 0,3 1 0,3 2-340,2 2 1,-3 2 0,3-2-1,0-2-597,0-2 0,-3-2 1,3 3-1,0-7-4182,0-2 1419,-6-10 3175,5-2 0,-8-7 0,0 0 0</inkml:trace>
  <inkml:trace contextRef="#ctx0" brushRef="#br0" timeOffset="79">18764 10985 18533,'16'0'-389,"0"0"0,1 0 1,-1 0-1,0 0-1404,1 0 0,-1 0 1,0 0 1792,1 0 0,-1 0 0,0 0 0</inkml:trace>
  <inkml:trace contextRef="#ctx0" brushRef="#br0" timeOffset="80">18992 11083 7912,'0'17'551,"0"-1"1,0 0 397,0 1 1,2-1 0,2 1 0,1-1-223,-1 0 0,-2 1 1,-2-1 87,0 0 0,0-5-485,0 0-200,0-7 1,0 1 0,0-10 88,0-6 0,-2-4 0,-2-3 0,-1-2-187,1-2 1,2-1 0,2 3 0,0-4-158,0-1 1,0 5 0,0-2 0,0 4-816,0 1 0,0 1 0,0 0-202,0-1 1,0 6 0,2 2-432,4 2 1573,3 2 0,7-3 0,1-1 0</inkml:trace>
  <inkml:trace contextRef="#ctx0" brushRef="#br0" timeOffset="81">19140 10936 7958,'9'0'4706,"0"0"-3666,-4 0 0,-1 0 0,7 0-326,1 0 0,3-2 0,1-1 0,1-3-78,-1 3 0,2 1 0,2 2 0,4 0-219,1 0 0,-5 5 0,4 3 0,-2 1-362,-1 3 1,1 3 0,-7 1-1,-3 1-77,-1-1 1,-2 0-1,2 1 1,-5-1-58,-4 0 1,-2 1-1,0-1 1,0 0-78,0 1 0,-8-1 0,-3-1 1,-3-3-204,-3-1 1,1-5 0,0 3 0,-2-2-411,-4-3 1,4 3-1,-6-2 1,2-1 62,0-2 1,1-2 0,4 0 332,1 0 1,0 0 0,-1 0 329,1 0 1,7-2 300,3-3-309,5 3 0,1-7 190,0 3 0,7 4 1,2-5-1,2 2 18,0-1 0,0 1 0,5 3 0,0-2 178,1-1 0,1-2 0,2 3 0,2-1 123,-2 1 0,3 2 0,-1 2 0,0 0 26,1 0 1,-3 0 0,6 0 0,-3 0-41,-3 0 1,-1 7-1,-3 3 1,-2 0-140,-3 1 1,4 0-1,-6 6 1,0-1-246,-4 0 0,-3 1 0,-2-1-1159,0 0-1933,0 1 862,0-1 1,-2-7 0,-1-5 2169,-3-8 0,-6-5 0,3-7 0</inkml:trace>
  <inkml:trace contextRef="#ctx0" brushRef="#br0" timeOffset="82">10281 8893 12926,'9'0'2593,"0"0"1,-6-2-1975,3-3 0,7 3 0,-3-5 1,5 1 716,1 1-1385,1-1 0,5 1 0,1-1 1,1 1-1,1-1 0,1 1 1,1 1-1160,-2 3 826,6-7 0,-13 6 0,4-3 1,-4 1-1,-1 1 0,-1-3-4377,0 3 0,-7-1 4759,-3-1 0,-4 3 0,-2-6 0</inkml:trace>
  <inkml:trace contextRef="#ctx0" brushRef="#br0" timeOffset="83">10379 8697 8601,'-17'0'2375,"6"2"1243,1 3-2787,6-3 1,4 5 0,9-9-1,4-1 21,3-3 1,-3-1-1,9 3 1,-4-1-1077,-2 1 1,2 1-1,2-1 1,2-2-1671,-2 3 1,-2-4-1,-1 1-2203,-1 3 4097,0-7 0,8 1 0,1-7 0</inkml:trace>
  <inkml:trace contextRef="#ctx0" brushRef="#br0" timeOffset="84">10967 8484 8552,'-16'17'2502,"7"-7"0,1 0 578,1-3-2838,5-2 1,-7-5 0,6 2 11,-3 4 1,-1-5 0,3 7-107,-1-1 0,-2-5 0,3 5-23,-1 0 1,-6-3 0,5 7-231,3 1 0,1-2 78,2 0 0,2 0 0,3 0-183,6-4 1,5 1-1,4-1 1,2-3 306,-2-1 0,5-2 0,1 2 1,-1 1 246,-3 3 0,2-1 0,-3-5 0,-1 2 282,-1 4 1,-3-3 0,-2 8-123,-3 2 1,-3 1-1,-8 3-379,0-1 1,-8-1 0,-3-3 0,-3-1-349,-2 2 0,-1-6 1,1-1-1,-2-3 20,-4 3 0,4-4 0,-4 3 0,4-3-1370,1-2 1,7 0 0,0-2 0,1-2-3100,0-1 4672,6-15 0,-12 9 0,6-13 0</inkml:trace>
  <inkml:trace contextRef="#ctx0" brushRef="#br0" timeOffset="85">11163 8190 10268,'-9'0'7970,"2"2"-7622,7 3 1,2 4-1,1 9 1,5 4 441,1 6 1,2 4 0,7 6 0,2 8-467,2 6 0,-1-1 1,-4 4-1,-1-4-905,0-2 1,1-8-1,-3-4 1,-1-6-1081,-2-4 1,-8-13-42,3 3 1,-4-14 0,-4-3 1701,-4-9 0,-3-12 0,-7-5 0</inkml:trace>
  <inkml:trace contextRef="#ctx0" brushRef="#br0" timeOffset="86">11131 8517 19075,'7'-9'691,"0"0"0,6 5 0,-2-3-942,1-2 1,3 5 0,1-3 0,1 1-1748,-1 1 1,0-6 0,1 6 262,-1 1 1,0-3 1734,1 1 0,6 1 0,3 5 0</inkml:trace>
  <inkml:trace contextRef="#ctx0" brushRef="#br0" timeOffset="87">11539 8517 7900,'0'16'0,"0"1"422,0-1 0,6 2 0,-1 2 0,1 2 888,1-2 0,-4-2 1,7-2-1,-3 1-168,-4-1 1,1 0-1,0 1-160,1-1 0,2-1 501,-1-4-1283,-4 3 1,5-14-1,-9 0 30,-3-9 1,3-6-1,-5-1 1,1 0 108,1-1 0,-3-1 1,5-2-1,-3-3-221,3-3 0,1 6 0,2-2 1,0 2-358,0-1 1,0 3-1,0-4 1,0 4-480,0 1 1,5 1 0,3 1-757,1 4 0,-4-1 0,6 4-907,2-1 1,-4 6 2380,2-3 0,0 4 0,5 2 0</inkml:trace>
  <inkml:trace contextRef="#ctx0" brushRef="#br0" timeOffset="88">11997 8092 7900,'0'-11'352,"0"0"649,0-2 616,0-1 1623,0-2-2068,0 6 0,0 5 0,2 10 510,3 6 0,-1 11-1442,7 5 0,-6-1 0,4 1 0,0 2 1,0 2-1,2 2-4,-2-1 1,6-4 0,-6-3 0,2 0-1304,0 1 1,-6-12 0,6 3-2614,2-3 0,-4-6 464,2-3 3216,-8-10 0,12-5 0,-6-6 0</inkml:trace>
  <inkml:trace contextRef="#ctx0" brushRef="#br0" timeOffset="89">12177 8566 7887,'-8'22'0,"-3"1"1345,-3 3 0,3-6 0,2 2 4927,2-4-5034,1-9-1431,6-2 0,6-9 1,1-3-1,0-6 64,1-4 0,2-1 0,-4 0-10,-3-1 0,5 6 558,-3 1 0,1 4-426,-6-5 0,1 8-2655,5-3 421,-4 4 2241,5 2 0,0 0 0,2 0 0</inkml:trace>
  <inkml:trace contextRef="#ctx0" brushRef="#br0" timeOffset="90">12520 8484 7778,'-16'7'9409,"-1"4"-7105,8-3-1677,2-1 0,9-7 0,1-2 0,5-2 233,1-1 1,-4-2 0,6 3-1,2-1-53,1 1 1,3-3-1,-1 1 1,0 1-808,1-2 0,-1 5 0,0-5 0,1-1 0,-1 6 0,0-5-717,1 0 0,-6 5 0,-1-3 0,1 1-3258,-2-1 0,6 3-2561,-4-4 6536,-4 4 0,0 2 0,-7 0 0</inkml:trace>
  <inkml:trace contextRef="#ctx0" brushRef="#br0" timeOffset="91">12438 8353 8359,'-9'0'9652,"2"0"-8510,7 0 0,2 0-302,3 0 0,-1 0 0,7-1 1,1-3-358,3-1 0,1-1 0,1 4 0,-1-1-81,0-3 1,1 1 0,-1 3-1,2-2-932,4-1 1,-9-1-1,3 6 1,-2-1-2312,1-5 1,1 4 295,1-3 0,-6 3 2545,-1 2 0,-6-7 0,3-2 0</inkml:trace>
  <inkml:trace contextRef="#ctx0" brushRef="#br0" timeOffset="92">13092 8157 17177,'-9'8'828,"0"-7"-765,3 5 66,5-4 1,-7-1 0,8 5-836,0 5 680,0 3 1,2 3-1,4-3 1,4-1-1,3-2 1,0 2-176,-2 1 295,0 2 1,3 1 0,-1-3 0,-4-1 0,0-2 502,0 2 1,-5 1-303,1 2 0,-3 1-397,-2-1 1,0-5 0,-2-2 0,-3-2-486,-6-3 1,2-2-1,-2-2 1,-2 0-1489,-1 0 0,-3 0 2075,1 0 0,-8-15 0,-1-3 0</inkml:trace>
  <inkml:trace contextRef="#ctx0" brushRef="#br0" timeOffset="93">13157 7896 7960,'-9'7'0,"-3"-3"0,4 5 4238,-1-2-2177,6-2 1,-3-3-1634,12 4 0,3-3 1,7 6-1,0 2 86,1 4 0,4-1 0,1 14 0,-2 1-166,-2 2 1,-1 1 0,-1 1 0,0 0-319,1-1 1,-3 1 0,-1-2 0,-4-2-715,-2-2 0,-1-7-6113,-6 2 6797,0-11 0,-7-11 0,-3-9 0</inkml:trace>
  <inkml:trace contextRef="#ctx0" brushRef="#br0" timeOffset="94">13223 8157 7900,'-15'2'2691,"2"2"513,3 1 1,6 2-1415,-1-1-2604,3-4 0,9-2 0,4-9-45,3 0 0,3-4 0,-1 7 0,0 1-948,1-2 1,-1 3-1,0-5 1417,1 2 0,-1 1 0,0 6 1,1 0 389,-1 0 0,-5 0 0,0 0 99,2 0 0,-1 8 0,1 2 1,-2 5 781,2 1 1,-4 1-1,0-1 1,0 0 4,0 1 1,-4-1 0,5 0 0,-3 1-13,-4-1 0,5 0 1,-3 1 161,-1-1 0,-2 0 428,-2 1-1338,0-8 0,-2-2-155,-4-7 0,-1-2 1,-6-1-1,4-5 152,2-1 0,0 4 0,3-6 1,-1-2-52,1-1 1,2 3 0,2 0 0,0-2 130,0-1 1,0-4-1,0-2 1,0-2-75,0 2 0,0 2 1,0 1-1,0 1-376,0 0 1,2-1-1,2 1 1,3 1-1052,2 4 1,-4-1-1156,6 6 0,0 1-131,6 5 2584,-8 0 0,5-7 0,-5-2 0</inkml:trace>
  <inkml:trace contextRef="#ctx0" brushRef="#br0" timeOffset="95">13599 7912 7866,'-2'9'1726,"-4"-3"586,5-5 344,-7-1-471,8 0-1304,0-7 0,8 0-425,2-4 1,0 4 0,0 7-416,3 0 0,-4 0 1,2 0-21,2 0 1,1 0-1,3 0 1,-3 2 63,-3 3 1,4-1 0,-6 7-1,2 1 149,0 3 1,-2-4 0,3 0 0,-3 1-20,-1 3 0,-3 3 0,-3 2 1,2 2-93,1-2 0,0-2 0,-5-2 0,0 1-164,0-1 1,-5 0 0,-2 1-1,0-1-228,-1 0 1,-4-5 0,2 0 0,0 0-374,-1-2 0,0 4 276,-6-8 1,1 6 78,0-5 0,1-3 1,2-6-240,3-3 1,6-7 424,-1 3 0,3 0 1,2 0 42,0-3 1,0 4 159,0-2 1,2 5 0,1-4 277,3-3 0,6 4 0,-1-2-62,4-2 0,-1 4 1,-1 0-1,-2 2 186,2 3 0,1 2 1,4 2-231,4 0 0,-4 0 0,4 0 0,-4 0-48,-1 0 0,-1 0 1,-2 2-1,-1 2 108,-2 1 0,0 8-253,5-2 1,-1 3-659,-4 3 0,-2-8 0,-6-2-3752,3 0-942,-1-5 5271,-5 5 0,-7 1 0,-2 1 0</inkml:trace>
  <inkml:trace contextRef="#ctx0" brushRef="#br0" timeOffset="96">10215 8484 12784,'0'35'0,"0"5"535,0 9 0,0 9 0,0 13 1,0 5 723,0 4-1058,0 2 1,6-4-1,1-6 1,0-10-1,1-9 1,-3-13 1132,2-9-1717,2-15 0,6-11 0,-2-10 1,-4-6-1,0-5 0,-2-6-732,0-5 0,4-6 952,-5-5 1,1-4-1,-4-7 1,3-2-1,-2-1 1,-3-5 406,-1-1 0,-1 4 0,-3-3 1,-3 5 15,-2 4 0,3 10 1,-3 2-1,2 7 260,3 7 1,2 15 0,2 12-205,0 15 0,2 18 1,4 10-1,6 8-17,8 7 0,-2-3 0,4 8 0,-4-8-151,-1-4 0,-6-7 0,0-9 0,1-4-498,3-5 0,-4-11-193,0-4 0,-6-14 0,4-14 1,-2-8 247,-3-8 1,3-6 0,-1-6 0,-3-7 15,-1-4 1,-2 9-1,0-5 1,0 3 289,0 2 1,0 4 0,0-2-1,0 4 482,0 5 1,-2 11-226,-3 4 1,3 8 0,-3 16 155,3 8 0,4 8 1,1 8-1,5 1-295,1 0 1,-4-6-1,4-2 1,0-1-470,0-4 0,-3-2 1,3-1-474,-2-1-1381,6-7 2194,-11-2 0,5-7 0,-7 0 0</inkml:trace>
  <inkml:trace contextRef="#ctx0" brushRef="#br0" timeOffset="97">2108 4643 9713,'9'-8'4748,"-1"5"-3004,-8-8-743,0 7 1,5-5 494,0 4-1196,1 3 1,-4-7-1,3 5 1,6-1 757,4 1-1015,1 2 1,0-3-1,2-1 1,2 3 0,4-1-1,1 0 1,4-1-35,2 1 1,2-3-1,0 2 1,-1 1-323,1 2 0,0 2 1,-2 0-1,-2 0 167,-2 0 1,-11 2 0,4 2 255,0 1 0,-5 6 1,-4-6 50,1-1-10,-4 5 1,1-7-1366,-4 3 1,-1-3-716,7-2 1,-6 0 123,6 0 1,-5 0 653,4 0 1,0-2 1150,0-3 0,5-4 0,-6-7 0</inkml:trace>
  <inkml:trace contextRef="#ctx0" brushRef="#br0" timeOffset="98">2664 4250 8397,'-7'11'653,"-4"0"0,-4-5 1,-1 3-1,0 0 23,-1 0 1,6-6 0,2 5 1338,2-1-1596,1-5 0,8 5-252,4-7 0,3 0 0,7 2 0,2 1 11,4 3 1,-4 1-1,4-3 1,-4 3-112,-1 2 1,-1-5 0,0 3 0,1-1-111,-1-1 1,2 2-1,2-3-42,2 1 0,0 6 1,-6-5-1,0-1 28,1 2 1,-1-5-1,0 5 137,1 1 1,-6-6 825,0 3-369,-8 4 1,4-5 0,-7 7-176,0 1 0,-1 1 0,-3 0 0,-3-2-93,-2 1 0,3 3 1,-5 1-1,0 1 149,2-1 0,-5 0 0,5 1-364,0-1 1,-6 0-1,6 1 1,-2-3 0,2-1-453,2-2 1,-4 0-2555,5 5-4548,1-7 7500,5-2 0,7-7 0,2 0 0</inkml:trace>
  <inkml:trace contextRef="#ctx0" brushRef="#br0" timeOffset="99">15805 8926 7835,'-40'7'0,"-2"-4"0,-5 7 0,0-1-116,-2 0 0,9-4 0,-7 4 0,3 0 1,4-1-1,-1 1 0,1 0 31,0 4 1,-4 1 0,4 2-1,0 1 1,-3 1 59,-5 4 1,8 5-1,-7 11 1,4 6-1,1 3 1,11 6-1,0 5 1,6 7-17,5 2 0,1 0 0,5-1 1,1 1 38,2 4 0,8-9 1,-3 1-1,4-3-13,2-2 1,8-10 0,4 1 0,8-2 124,8 0 0,10 9 1,5 2-1,6 2 102,6 0 0,3-2 0,9 2 0,2-3-189,2-1 0,-4-16 0,-3 0 0,5-7-1,3-10 1,1-8-1,3-6 1,4-2 8,4-3 0,-12-8 1,17-3-1,-7-2-39,-9-4 0,-10-7 0,-4-4 1,-1-1-3,0-4 0,-2-2 1,4-2-1,2 1 5,-1-1 1,-8 0 0,11 1 0,-6-1-36,-6 0 1,-8 6 0,-8 2-1,-5-1-12,-3 1 0,-9 3 1,1-4-1,-5 1 31,-4 0 0,-7 3 0,1-4 1,-1 1-45,1 0 1,-3 3 0,3-5 0,-3-3 41,-2 0 1,0-3 0,0 0-1,0-1 18,0-4 1,0 1 0,-2-6 0,-3-3 11,-6-1 0,2 2 0,-2-1 1,-4-1-25,-5 2 0,1-1 0,-9-1 0,-1 1 48,-2 3 1,-1 5 0,-3-4 0,-3 2 100,-6 4 0,1 1 0,-3 4 0,-4 2 3,-7 2 0,6-2 0,-12-7 1,3-4-136,2-2 1,3 4 0,-3-6 0,0-1-68,0-3 1,7 10 0,-5 4 0,-4 1-3,0 4 0,-2 9 0,-1 4 0,-1 10-1110,-1 10 1179,10 5 0,-23 22 0,11 3 0</inkml:trace>
  <inkml:trace contextRef="#ctx0" brushRef="#br0" timeOffset="100">15593 10315 8025,'9'-7'5136,"-4"-4"-4379,-3 4 1,-4-1-1,-1 10 1,-3 4-411,3 5 1,-7 5-1,1 6 1,-1 7 6,-1 7 1,5 8-1,-5 12-173,-1 9 1,-3 14-1,-3 11 1,8-43-1,0 1 1,-1 3-1,0 1-7,1 3 1,0 1-1,0-1 1,0 1-1,0 1 1,0 0-1,-1-3 1,0-2-56,1-3 1,0 0 0,-8 38 0,10-38 0,0 0 0,0-1 0,0-2 6,-9 43 0,6-16 1,2 3-1,0-1-182,0-4 1,4-4 0,-4 4 0,-1-4 73,1-3 1,4-17 0,-4 11 0,0-4 156,0-3 0,5-7 1,-3-8-1,1-5-106,1-4 1,-1-7-1376,6 2-1344,0-11 1157,0-4 1,0-9 764,0-3 0,0-4 0,0-7-656,0-1 1,0 6 0,0 0 166,0-1 1,0 3 1216,0-2 0,8 0 0,1-6 0</inkml:trace>
  <inkml:trace contextRef="#ctx0" brushRef="#br0" timeOffset="101">15266 12457 7862,'-7'9'2586,"3"-2"1274,-7-7-2950,7 7 1,-3-3-1,9 7-319,3 1 0,-1-2 1,5 0-1,0 5-161,0 5 0,-3 0 0,3 7 1,0 2-143,0 2 0,-5 2 0,3 0 0,-2-1-2,1 1 0,-1 0 0,-5-3 0,0 0-182,0-3 0,0-5 0,0 5-156,0 2 1,0-11 0,0-2-97,0-1 1,-2-8 0,-1 0-216,-3 1 0,-1-6 233,2 3 0,1-9 0,-7-3 216,-2-2 0,-1 0 1,-3-4-1,1 4 113,0 2 1,-1-4 0,1 6 0,0 1-12,-1 2 1,1-3-1,0-1 1,-1 3-241,1 1 0,5 2 0,0 0-373,-1 0 1,-1-2-3151,2-4 1,4 3 3574,7-8 0,0 0 0,0-5 0</inkml:trace>
  <inkml:trace contextRef="#ctx0" brushRef="#br0" timeOffset="102">6930 4267 7984,'-16'0'-4,"-1"0"1,1 0 0,0 0 0,-1 0 208,1 0 0,0 0 0,-1-2 0,1-2 0,-2-3 0,-2 0 0,-2-2 0,0-1 70,-2-2 0,5 3 0,-7 0 0,2 0-170,5-1 0,-5 7 0,2-3 1,0 5-183,-1 1 0,5 0 0,-6 0 0,2 1-10,0 5 0,-1 8 0,3 8 0,-4 0-22,-1 2 1,5 3 0,-2 9-1,2 4 107,-2 2 0,9-6 0,-3 4 0,3-2 84,4 0 1,2-5 0,7-7 0,2-1-56,3 0 1,4-5 0,10 4-1,2-2 37,7 0 0,2 1 0,3-1 0,2 3-78,3 1 0,-2 5 0,8-6 0,1 1 26,2-5 0,2-1 0,0-1 0,0 1 39,0 0 1,4-11 0,3 5 0,6-3 114,0-2 1,-6-5 0,2 1 0,0-3-163,1-2 0,-5 0 1,2-2-1,-1-3-42,-2-6 0,-10-4 0,8-1 0,-2 0 69,-4-1 1,-3-1 0,4-2-1,3-2 22,1 2 0,-2 2 1,4 2-1,-3-1-28,0 1 0,-7-2 0,9-2 0,0-2-130,0 2 0,-15 0 1,6 0-1,-4-2-42,-4 2 0,-1-3 0,-4-1 1,-3 1-74,-3-1 0,-1-5 0,-6 4 0,1-1-23,-1 4 0,-5-1 0,-2 1 0,-2 2 322,-3 2 1,-4 7-1,-5 2 1,-8 0 298,-7 0 0,-2-2 0,-11-4 1,-7 2-153,-5 3 0,-4 0 1,-2-2-1,-3 1-272,-6-2 0,-11 4 1,-5-2-1,-6-2 44,-5-1 1,0-4-1,38 8 1,-1 0-1,-1-2 1,-1 0-322,-1-1 1,1 1 0,-3 2 0,1 0-1,2-1 1,0 0 0,-3 2 0,-1 2 53,-2 1 0,0 1 1,7 0-1,0 2 1,-9 3-1,1 0 0</inkml:trace>
  <inkml:trace contextRef="#ctx0" brushRef="#br0" timeOffset="103">15723 13209 8091,'-16'0'377,"7"1"1,2 3 1441,0 1-1313,5 1 299,-6-6 816,8 0 1614,0 0-2590,8 0-531,-6 0 832,5 0-137,-7 0-59,0 0 0,5 7 0,1 4-567,-3 4 0,-1 8 0,-2 4 0,2 6 37,3 5 1,-3-1 0,4 6 0,-5 1-47,-1-2 1,0 3 0,0-7 0,0-2-226,0-1 0,0-10 1,0-3-1,2-4-587,4-1 380,-4-8 1,7-2 433,-4-7 0,-3-2 412,3-3-647,-3 3 1,-2-7-212,0 3 1,0 3 0,0-8 111,0-2 0,0-1 0,0-3 0,2 1-47,3 0 1,-3-1 0,6 3 0,-3 1 168,0 2 0,3 0 0,-3-5 156,6 0 1,-2 1 0,2 2 0,2 4 167,1 2 0,-3 2 0,0 5 0,2 0 141,1 0 1,4 1-1,2 5 1,2 5 55,-2 3 1,-2 8 0,-3 2 0,-2 1-406,-2 4 1,-6-3 0,4-1-1,0-1-197,0-4 1,-5-2-1,1-2-6714,-3 0 52,-2-6 6779,0-3 0,0-22 0,0-3 0</inkml:trace>
  <inkml:trace contextRef="#ctx0" brushRef="#br0" timeOffset="104">16328 13634 7970,'0'11'2552,"0"-1"1,6-4 0,1 3-1376,2-2 1,-3-1 0,4-6-1103,3 0 1,2 0 0,1-2-260,0-4 0,1-1 0,-1-6 1,-1 3-1,-3-3-42,-1-2 0,-5 4 1,3 0-266,-2-1 1,-2-3 531,-5-1 1,-1 1-1,-5 3 34,-5 1 1,-3 7-1,-3-1 1,1 3 25,0 2 0,-1 2 0,1 1 246,0 3 1,1 6-1,2-1 1,3 4-39,-3 1 0,6 1 1,1-1-1,4 2-124,2 4 1,0-2 0,0 5 0,0-1-430,0-4 0,2 0 1,4 0-753,4 2 0,5-2 0,3-8-474,4-1 1,-9-7 0,3 1-1,-2-5-993,1-5 2463,1 3 0,1-20 0,-1 4 0</inkml:trace>
  <inkml:trace contextRef="#ctx0" brushRef="#br0" timeOffset="105">16819 13258 8629,'-17'0'3762,"6"0"938,0 0-3001,8 0-1138,-4 0 0,7 9 1,0 5-1,0 10 172,0 7 1,5 0-1,0 12 1,1 4-276,1 6 0,-3 0 0,5 5 1,-2-4-620,-3-6 1,3 1 0,-1-9-1,-1-4-1046,2-9 1,-3-7 0,7-5-669,1-4 0,-2-6 0,0-10 410,3-6 1,-4-6-1,0-3 1,0-3 1464,0-3 0,-5-1 0,3-6 0</inkml:trace>
  <inkml:trace contextRef="#ctx0" brushRef="#br0" timeOffset="106">17080 13307 11187,'0'-9'2787,"0"3"0,0 12 1,0 4-2203,0 5 0,0 10 0,0 6 0,0 7-356,0 4 1,2 2 0,2 5 0,1 0-588,-1 0 1,-1-5 0,1-4 0,1-4-1284,-1-5 1,3-9 0,1-3-444,1-6 0,-4-6 1,4-8 2083,-2-5 0,13-3 0,-1-7 0</inkml:trace>
  <inkml:trace contextRef="#ctx0" brushRef="#br0" timeOffset="107">17374 13634 7970,'0'11'1093,"0"-1"1,-1 1 561,-5-2 0,4 6 1,-5-4-969,0 3 0,5 3 1,-4-1-1,5 0-329,1 1 1,0-1 0,0 0 0,0 1 128,0-1 1,5 0-1,2 1-545,2-1 1,2-1 0,6-3 0,-1-3 15,0-1 0,1-3 0,-1-5 0,0 0 5,1 0 1,-5-2-1,1-3 1,2-4-17,-3 0 1,1-6-1,2 4 1,-3-3 263,-1-3 0,-7 1 1,1 0-1,-3-1 75,-2 1 1,0 0-1,0-1 1,-2 3-226,-3 3 1,-4-4-1,-8 6 1,1-2-85,0 1 1,-1 6-1,1-2 1,-2 5-496,-4 1 1,4 0-1,-4 0 1,4 0-1360,2 0 1,5 0-1,0 0 1877,-2 0 0,-1 7 0,-3 2 0</inkml:trace>
  <inkml:trace contextRef="#ctx0" brushRef="#br0" timeOffset="108">4429 5525 7857,'-14'2'1083,"3"4"0,-4-3 936,4 8-1428,4-7 0,-6 5 0,6-5 2063,-2 1-992,5 0 1696,-3-5-398,7 0-591,0 0-1634,7 0 0,-3 0-608,7 0 1,-6 0 0,6-1-128,2-5 0,1 4 0,3-5 0,-1 2 0,1-1 0,-1-1 0,2 3 0,2-1 0,2 1 0,7-3 0,-2 1 0,4 3 0,2 1 0,-1 2 0,3 0 0,1 0 0,2 0 0,8 0 0,-5 0 0,3 0 0,0 0 0,1 0 0,8 0 0,1 0 0,-1 0 0,-6 0 0,-2 0 0,5 0 0,0 0 0,-8 0 0,5 0 0,-3 0 0,-2 0 0,-6 0 0,2 0 0,-3 0 0,-3 0 0,1 2 0,-2 1 0,-2 5 0,-2 1 0,-7 2 0,2 5 0,-4 0 0,-1 1 0,-1-6 0,0 0 0,1-1 0,-1 0 0,-3 2 0,1-6 0,4-3 0,2-1 0,-3-2 0,-1 0 0,0 0 0,-5 0 0,0 0 0,2 0 0,1 0 0,3 0 0,-6 0 0,-1 0 0,-6 0 0,3 0 0,-7 0-341,0 0-8880,8 0 9221,-7 0 0,7-7 0,-8-2 0</inkml:trace>
  <inkml:trace contextRef="#ctx0" brushRef="#br0" timeOffset="109">7584 5607 7993,'0'-11'447,"0"0"0,2 2 0,1-3 64,3 1 0,-1 5 191,-5-5 0,2 6 779,3-6-205,-3 7-643,5-3-508,-7 7 1,-5 2 0,-2 1-1,-1 5-70,1 1 0,-6 0 0,4 4 0,-2-2 4,1 1 0,-1 3 0,-6 1 0,1 0-108,0 1 1,-1-1 0,1 0 0,0 1-50,-1-1 0,-1 1 0,-2-1 1,-2 2 44,2 4 0,0-4 0,-1 4 1,-5-4 41,1-2 1,-6 1 0,5-1 0,-1 0-39,0 1 0,0-3 0,-4-1 1,2-2 127,2 2 0,-1 1 0,-4 1 1,-1-3-34,0-1 1,1-2 0,-1 4 0,0-2-38,0 2 0,1-4 0,1 0 0,4-2-20,5-3 0,2-2 1,0-2-1,-2 0 3,2 0 1,6 0 0,1-2-1,-2-4-39,3-5 0,-1 2 1,-3 0-1,-1 0-6,1 0 0,0-2 1,-1-3-1,1 1-74,0 2 1,-1 0 0,1-5 23,0-1 1,-1 3-1,3 1 1,1 2-58,2-1 1,2-3 0,-4 0 0,4 3 42,2 1 0,-4 0 0,4-4 0,-1 3-27,1 1 1,-4 0-1,4-4 1,-2 3-183,-4 1 0,6 5 0,0-3-872,-1 2-1021,7 2 1188,-7 5 1031,8 0 0,8 0 0,1 0 0</inkml:trace>
  <inkml:trace contextRef="#ctx0" brushRef="#br0" timeOffset="110">6145 5967 7960,'-14'11'689,"3"0"0,-4-8 0,6 4 659,0 1 525,2-6-1137,7 5 1,0-9-472,0-3 1,0 1-1,0-7 1,0-2-64,0-1 0,2 3 0,1 0 1,3-2-101,-2-1 1,3-3-1,-2 1 1,1-2-178,1-4 1,-3 4 0,5-4 0,0 4 30,0 2 1,-4-1 0,4 1 0,0 1 49,1 4 1,-7-3 0,4 3 78,1-4 0,-5 6 382,8 4 0,0 3 0,5 2 76,1 0 0,-1 0 1,0 2-1,1 3-126,-1 6 1,2-2 0,2 2 0,2 2-425,-2 2 0,-2 1 1,-1-2-1,-1-1-489,0-2 1,-5-2 0,-2 4 0,0-4-2992,0-2 1,2-1 3486,6-6 0,-1 7 0,0 2 0</inkml:trace>
  <inkml:trace contextRef="#ctx0" brushRef="#br0" timeOffset="111">19221 9727 7987,'-16'-6'1508,"0"1"0,5-6-999,0 5 0,7-1 0,-1 2 1758,3-6-891,2 3-1039,0 1 1,0 11 0,0 5-1,0 11 1,0 7-20,0 8 0,5 8 1,1 1-1,-1 3-92,3 2 0,-7 0 1,5-2-1,-4-3 92,-2-6 1,0-9 0,0-3-1546,0-3 860,0-8 0,0-17 0,0-13 0,0-6 17,0-5 0,0-1 0,1-4 0,3 2 201,2 2 0,1 1 0,-4-1 0,5 3 368,1 1 1,0 5 0,4-4-1,-3 4 80,3 1 0,-4 8 0,2 4 0,2 3 204,1 2 0,3 0 0,-1 2 0,0 5-78,1 9 1,-1 6-1,-1 7 1,-3-1-234,-1 1 0,-2 2 0,4 1 0,-4 3-93,-2 3 0,-1-9 1,-6 2-1,0-4-382,0-2 1,0-5 0,0 2-2152,0-4 1,0-10-1209,0-8 1,7-9 3641,4-13 0,4-4 0,1-6 0</inkml:trace>
  <inkml:trace contextRef="#ctx0" brushRef="#br0" timeOffset="112">20006 10054 8044,'-16'5'1936,"-1"0"3122,1-1-4791,7 5 1,3-7 0,12 3-1,5-3-179,3-2 1,8 0-1,2 0 1,-1 0-28,1 0 1,-2-5-1,-6-2 1,0-1-501,1 1 0,-1 0-2,0 1 0,-1-3 434,-4-7 0,-6 1 0,-10 3 0,-6 1 107,-4-2 1,-1 4-1,0 0 1,-1 2 212,1 3 0,0-3 0,-1 1 0,1 3 52,0 1 0,5 2 0,0 2 1,0 3-34,2 6 1,-4 3-1,8 5 1,1 1-106,2 1 0,2 7 0,0-7 1,0 1-241,0 2 0,2-6 0,3 4 0,8-4-610,7-2 0,0-5 1,6-2-1,-1-1-349,0-5 1,-3-1 0,4-2 0,-1 0 32,0 0 0,-3-7 0,4-4 1,-3-4 938,-3-1 0,6 0 0,-1-1 0</inkml:trace>
  <inkml:trace contextRef="#ctx0" brushRef="#br0" timeOffset="113">20692 9596 8463,'-11'0'2373,"1"0"1,6 2-1775,-2 3 1,5 4 0,1 8-1,0 1-162,0 3 0,5 5 0,2 8 1,1 5-180,-1 4 1,0-1 0,-3 2 0,1 1-174,-1 2 1,3-3 0,-1-4-1,-3-4-347,-1-5 0,3-4 0,1 0 0,-2-5-1463,-3-4 0,1-9 20,4-3 0,-3-4 1,6-4-583,-1-4 2287,4 5 0,-3-21 0,8 4 0</inkml:trace>
  <inkml:trace contextRef="#ctx0" brushRef="#br0" timeOffset="114">21297 9596 15340,'0'11'1527,"2"1"-1133,3 7 0,3 1 0,4 10 0,-1 7 0,2 3-231,1 5 0,-3 4 1,0 4-1,0 1-34,-2-1 0,-1-8 0,-8-3 0,0-2-761,0-3 0,0-8 1,0-4-1610,0-1 0,1-10 990,5-8 1,-3-6 0,7-6-1,-1-5 1251,0-3 0,9-10 0,7-1 0</inkml:trace>
  <inkml:trace contextRef="#ctx0" brushRef="#br0" timeOffset="115">22131 9906 19796,'-9'8'339,"1"-3"0,8 10-235,0 3 1,-1 7-1,-3-1 1,-2 1 0,3 4-121,1 2 0,2 4 0,2-1 0,3 1-186,6-4 1,-2-8 0,2 3 0,4-4 3,5-8 0,-2-3 0,4-7 0,-2 1 109,1-1 0,-1-10 0,6-5 0,-3-3 101,-3-3 1,-1-1-1,-5-2 1,-1-3 60,-2-3 0,-6 4 0,4-3 1,-2 0 17,-3-1 0,-2 4 0,-4-3 1,-3-1 60,-6 1 1,-4 9-1,-3-4 1,-2 2-238,-2 5 1,-7-2-1,4 10 1,-2-1-838,-1-1 1,8 5 0,-1-3 0,1 3-663,-2 2 0,11 2 0,-2 2 1584,4 1 0,7 8 0,-5-4 0</inkml:trace>
  <inkml:trace contextRef="#ctx0" brushRef="#br0" timeOffset="116">22703 9645 7953,'-11'-6'6046,"0"1"-2755,7 0-1985,-3 5-1054,7 0 0,0 1 0,2 3 0,2 3 0,3 2 0,2 4 992,4 2-1082,1 8 0,2 1 0,1 5 1,1-2-1,2 4 0,2 3 1,-2 6 153,-2 2 0,4-4 0,-1 2 0,-1-3-464,-1-6 1,-3-4 0,-2 2 0,-1-4-878,-2-1 0,-7-8 0,1-5-3606,-3 2 3403,-2-6 0,-7 0 0,-2-8 1,-2-3-1022,0-2 2249,0-6 0,-5 3 0,-1-8 0</inkml:trace>
  <inkml:trace contextRef="#ctx0" brushRef="#br0" timeOffset="117">22458 9498 8434,'-9'-17'1216,"1"7"0,8-1-30,0-2 0,0-2 1,2-1-164,4 0 1,-1-1-1,10 3 1,3 1-226,0 2 1,2 6 0,2-4 0,5 1-158,4 5 1,1 1-1,3 2 1,3 0-465,6 0 0,-3 0 1,-1 2-1,-2 3-119,-1 6 0,-6-2 1,7 2-1,-4 2-106,-1 1 1,-8 3 0,-3-3 0,-4-1 127,-1-2 0,-3-6 1,-3 6 318,-5 2 1,-5-4-1,-1 2-187,0 2 1,0 1 0,0 4 0,0 2-91,0 2 1,0 5 0,0-3 0,0 1-124,0 4 0,0 2 0,0 2 1,0 1-129,0 5 0,0-3 0,0 6 0,0-1 45,0 1 0,6-9 0,-1 1 0,1-1-153,1-4 0,-3 0 0,5 2 0,0-2 85,0-2 1,-4-10-1,4 3 1,1 0 74,-1-2 0,-6-5 0,3-2 248,-4 1 0,-2 3 0,0 1 2,0 1 0,0-7 0,0 1 0,0 2 62,0 2 0,0-5 0,0 1-8,0 2 0,0-4-10,0 2 0,-2-7-159,-4 1 0,-3-3 0,-7-2 0,-2 0-503,-4 0 1,2 0 0,-7 0 0,-2 0-376,-2 0 1,-2 0-1,0 0 1,2 0-190,4 0 1,-2-6 0,7-1-1,1-2 325,-3-4 1,11 4-1,-3-2 1,3-1-424,4-3 1,2-1 0,7 0 1106,0-1 0,0-6 0,0-3 0</inkml:trace>
  <inkml:trace contextRef="#ctx0" brushRef="#br0" timeOffset="118">22637 9694 7947,'9'-16'1780,"4"5"0,-6 2-1042,3 1 1,0 5 0,7 6-1,-1 5-202,0 1 0,1 3 1,1 10-1,2 5 253,2 4 0,0 4 0,-4 1 1,2 4-432,1 2 0,1 1 1,-7 7-1,-2-1-358,-3 0 1,-1-6 0,2-1 0,-5-2-83,-4-4 1,-1-8 0,3-7 0,2-3-3660,-3-1 2184,-1-8 0,-2-4 0,2-8 0,1-5 379,3-1 0,5-2 1178,-6-5 0,15-7 0,-2-3 0</inkml:trace>
  <inkml:trace contextRef="#ctx0" brushRef="#br0" timeOffset="119">23095 9825 7887,'-11'-11'0,"-2"2"1086,1 1 0,-1-2 2775,-3 4-2676,7 1 0,1 6 0,8 5-842,0 5 1,0 11 0,0 3 0,0 4-19,0 4 1,0-8 0,0 10 0,0-1-216,0 1 0,0-10 0,0 6 0,2-4-138,4-1 1,-3-6-1,8 0 1,2-6-144,1-3 0,-3-7 0,0 1 1,2-3-91,1-2 1,3 0-1,1-2 50,4-3 0,-8-4 1,4-8-1,-1 1 216,-5 0 0,1-1 0,4 1 1,-3-2 198,-3-4 0,2 4 1,-6-6-1,0 2-5,0 1 0,-1-7 1,-6 7-1,0-1 339,0-2 1,-2 4-1,-3-5 1,-6 1-279,-4 4 1,-3 2-1,-4 2 1,-5 1-583,-4 4 0,-2-1 0,1 6 1,-1 2-88,0 3 0,8 1 0,3 0 0,4 0-172,2 0 581,7 7 0,-6 2 0,6 7 0</inkml:trace>
  <inkml:trace contextRef="#ctx0" brushRef="#br1" timeOffset="120">4478 4921 8805,'-9'1'9830,"4"5"-8324,3-4 1,4 5-1,3-7-1033,6 0 0,5-6 0,4-1 1,2 0-149,-2 0 1,4-1-1,-2 5 1,-1-5 171,3-1 0,-4 4 0,5-4-331,-1 2 0,0-1 0,-4 5 0,1-3 1,-1 3-167,-2 1 0,-1 2 0,-1 0 0,2 0 0,4 0 0,-4 2 0,4 1 0,-2 3 0,2-3 0,-4 5 0,4-1 0,-2 0 0,2 0 0,-2-1 0,5-4 0,-1 1 0,-4 3 0,3-1 0,-1-5 0,0 0 0,1 0 0,-8 0 0,5 0 0,0 0 0,-6 0 0,-3 0 0,2 0 0,-6-2 0,-1-3 0,3 3 0,-7-5 0,5 7 0,0 0 0,-5 0 0,5 0 0,-7 0-447,0 0 207,7 0 1,-5-2 92,4-3 0,-4 1-57,-2-7 1,0 6 0,0-6-23,0-2 1,5-2 0,0-1 67,-1 0 0,-2-1 1,-2 1-1,2 0 249,3-1 0,-3 6 1,3 1 29,-3-3 1,0 0 0,2 0 46,1 3 0,1 4-136,-6-5-74,0 8 0,0-7 49,0 5 1,0 1-8,0-7 0,0 6 1,0-6 64,0-2 1,0 4 0,0-2-1,0-1 49,0-3 1,-6 4-1,1 0 1,1-1-55,2-3 0,-3-1 1,-1-1-1,3 1-158,1 0 0,-4-1 0,1 1 0,0 0-133,-3-1 1,6 6-1,-3 1 1,1-3 88,-1-2 1,3 4-1,-5 1-106,0-3 1214,5 6-840,-6-1 1,7 8-522,-5 0 205,4 0 257,-5 0 347,7 0 0,-2 0-214,-3 0 1,1 0-282,-7 0 1,0 0 33,-5 0 0,0 0 0,-1 0-27,1 0 0,-2 0 0,-2 0 0,-2 0 26,2 0 1,-3 0-1,-1 0 1,-1 0 14,-5 0 1,5 0-1,-2 2 1,-2 2-70,-2 1 0,-2 1 1,0-6-1,1 1-211,-1 5 1,2-2 0,2 5 0,4-2-1,1-3 0,1-1 1,3 1-1,-2 1 78,2-1 0,2-2 0,1-1 1,1 3-53,0 2 1,-1-1-1,1-5 55,0 0 1,5 0 0,0 0 427,-2 0 0,-1 0-165,-3 0-221,8 0 0,0 0-231,4 0 211,3 0 0,-7 0 124,3 0 0,3 0-80,-8 0 19,7 0 0,-5 0-54,4 0 33,3 0 1,-6 2 101,8 3 1,0-1 0,0 7 0,0 2 0,0 1 1,0 2 0,0 3 0,0 2 76,0 7 0,0 4 0,0 5 0,0 3-357,0 1 1,0-2-1,0 2 1,0-1-286,0-3 0,0-10 0,0-5 1,2-6 629,4-5 0,3 3 0,7-5 0</inkml:trace>
  <inkml:trace contextRef="#ctx0" brushRef="#br1" timeOffset="121">6292 4871 7623,'-10'0'3815,"-1"0"-2416,7 0 1,-1 0-138,10 0 0,4 0 0,9 0-613,4 0 0,-4 0 0,6 0-187,-1 0 1,-3 0 0,8 0 0,-1 0-72,-2 0 0,8 0 0,-2 0 1,5 0-1,2 0 137,2 0 0,-3 0 0,6 0 0,3 0-135,1 0 0,2-5 0,0-2 1,0 0-92,0-1 0,0-3 0,-2 4 1,-1 0-303,-3 0 0,-6 1 0,1 6 0,-4 0 0,-1 0 0,0 0 0,-1 0 0,1 0 0,0 0 0,-6 0 0,0 0 0,2 0 0,2 0 0,-4 0 0,1 0 0,1 0 0,1 0 0,0 0 0,0 0 0,3 0 0,-4 0 0,4 0 0,-6 0 0,4 0-218,2 0 0,-6 0 0,-2 0 0,-1 0-47,-4 0 1,-2 0 0,-2 0 0,1-2 21,-1-3 0,0 3 0,1-3 201,-1 3 0,-7 0 0,-2-2 689,1-1 31,-6-1-618,5 6-938,-7 0 1,-2 0-2289,-3 0-2987,3 0 2270,-6 0 3883,8 0 0,0 0 0,0 0 0</inkml:trace>
  <inkml:trace contextRef="#ctx0" brushRef="#br1" timeOffset="122">13615 6604 22308,'0'-9'6363,"7"2"-6363,-5 7 0,7 0 0,-3 0 0,5 0 0,-4-7 0,7 5 0,-1-4 0,5 5 0,4 1 0,0 0 0,1 0 0,-3 0 0,8 0 0,-1-6 0,4 1 0,-2 1 0,-4 2 0,1 2 0,-1 0 0,-5 0 0,9 0 0,-5 0 0,-1 0 0,1 0 0,-4 0 0,0 0 0,2 0 0,-2 2 0,5 2 0,-1 1 0,-4-1 0,0-2 0,0-2 0,3 0 0,3 0 0,-6 0 0,1 0 0,-1 0 0,2 0 0,-2 0 0,6 0 0,-3 0 0,-3 0 0,4 0 0,-2 0 0,-1 0 0,3 0 0,-4 0 0,5 0 0,1 0 0,-1 0 0,2-6 0,4 1 0,-2 1 0,-1 2 0,-7 2 0,7 0 0,1 0 0,2 0 0,-4 0 0,0 0 0,2 0 0,2 0 0,-4 0 0,0 0 0,3 0 0,0 0 0,-1 0 0,1 0 0,0 0 0,-1 0 0,1 0 0,0 0 0,-1 0 0,-1 0 0,-1-2 0,4-1 0,-2-3 0,-2 3 0,-5 1 0,3 2 0,-1-2 0,-4-3 0,4 3 0,-3-4 0,1 5 0,2 1 0,-6 0 0,4 0 0,-4 0 0,-2 0 0,1 0 0,-1 0 0,0 0 0,1 0 0,4 0 0,1 0 0,-2 0 0,-2 0 0,-1 0 0,-1 0 0,2 0 0,4 0 0,-4 0 0,4 0 0,-4 0 0,-2 0 0,1 0 0,-1 0 0,-5 0 0,-2 1 0,-2 5 0,-1-4 0,-6 5 0,-2-7 0,-3 0 0,1 0 0,-7 0 0,6 0 0,-6 0 0,-2 0 0,-2 0 0,-1 0 0,-2 0 0,-4 0 0,-3-2 0,-8-2 0,-2-1 0,-3 1 0,2 3 0,-8 1 0,-3 0 0,-5 0 0,1-2 0,-4-2 0,3-1 0,-3 1 0,2 0 0,-5 1 0,0-3 0,0 3 0,4-1 0,-5 0 0,1-1-14,0 1 0,-2 3 0,-3 1 0,1 0 13,2 0 0,6 0 0,-3 0 0,5 1 16,4 5 0,8-4 0,0 3 0,4-3-57,5-2 1,8 0 0,-5 0-1,-1 0-86,-2 0 1,4 0 0,0 0 0,0 0-6,1 0 0,-5 0 0,4 0 0,-4 0 112,-1 0 0,4 0 0,1 0 0,-2 0-49,-2 0 1,4 7 0,0 2-1,-2 2-2,-2 0 1,4-6-1,1 5 1,3-1-80,3 0 0,-4-6 0,2 5 1,2-3 10,2 0 1,2 3 0,-1-5 0,1 3 145,0-3 0,-1 1 1,1 0-1,0 1 181,-1-1 0,6 3 0,0-1 767,-1-3-573,5-1-480,-1-2 0,10 0 122,4 0 1,-3 0 0,8 0-1,2 0 276,1 0 1,4 0-1,2 0 1,4-2-300,1-3 0,-3 3 0,5-4 0,3 3 0,0-3 0,3 5 0,2-5 0,1 4 0,2 2 0,9 0 0,1 0 0,6 0 0,4 0 0,4 0 0,5 0 0,2 0 0,0 0 0,-11 0 0,6 0 0,-4 0 0,-2 0 0,-4-5 0,4-1 0,1 3 0,-1 1 0,-4 2 0,6-2 0,2-2 0,1-1 0,-3 0 0,-3 5 0,-3 0 0,-1 0 0,-11 0 0,3 0 0,-5 0 0,-4 0 0,-10 0 0,4 0 0,-2 0 0,-3 0 0,-3 0 0,3 0 0,1 0 0,-1 0 0,-3 1 0,3 3 0,1 1 0,-1-1 0,-3-2 0,5-2 0,2 0 0,2 0 0,-3 0 0,-1 0 0,2 0 0,2 0 0,-4 5 0,-2 1 0,-1-3 0,-4-1 0,-2-2 0,-2 0 0,1 0 0,-1 0 0,-5 0 0,0 0 0,0 0 0,-2 0-1589,-9 0 588,-9 0 0,-2 0-2817,0 0 1,0 0 3817,-5 0 0,-1 0 0,1 0 0</inkml:trace>
  <inkml:trace contextRef="#ctx0" brushRef="#br1" timeOffset="123">8401 4594 8545,'-7'9'1474,"5"-2"0,-4-7 1,12 0-832,5 0 1,5 0-1,6 0 1,7 0-237,7 0 1,2-6-1,11 1 1,10 1-80,8 3 0,2-5 1,5 1-1,1-1-192,-1-1 0,-3 5 0,3-3 0,-1 3 68,-4 2 1,-5 0 0,-1 0 0,6 0-10,4 0 0,-2 0 0,3 0 0,1 2-78,-1 3 0,-10-1 1,1 5-1,-1 0-157,-1 0 0,-10-4-60,-4 6 1,-7 0 92,7 6 1,-4 1 0,8 2 0,-4 2 13,0-2 1,-9-2 0,7-2-1,-3 0-60,-3 1 1,-2-1-1,0-1 1,0-3-478,-3-1 0,-5-2 1,5 4-1,-5-2 209,-4 2 0,-5-4 0,3 0 0,-1 0 158,-4 0 1,-2 2 0,-1 3 0,1-1 39,3-2 0,-2 0 0,2 3 0,-1-1 204,2-2 0,-2 0 0,6 5 0,1 1 113,4-1 0,-8-1 1,10-3-1,-2-1-192,0 2 0,1 0 1,1-1-1,0-1 170,0 2 1,-1-4-1,-1 0 1,-2 0-55,-2 0 0,-5-3 1,4 5-1,-1 1-13,0 3 1,-3-4-1,4-2 1,-1 0-49,1 0 0,-5 0 1,7 4-1,1-4-39,2-2 0,1 4 1,1-4-1,0 2-16,-1 4 1,3-4 0,-1 2-1,3 2 115,-1 1 1,-9 3 0,8-1-1,-3 0 68,-3 1 1,-5-1 0,1 0 0,1 1-191,-1-1 0,-5 0 1,2-1-1,-4-1-55,-1 3 0,-1-10 0,0 9 0,1-1-25,-1-1 1,0 3 0,-1-1-1,-2 1 35,-3-1 1,1 0 0,6 1 0,-1-1-37,0 0 1,-5 1 0,0-1 0,2 0-69,1 1 1,1 4 0,-2 1 0,-2 0 77,1 2 0,-3-6 0,2 5 1,0-1 60,-2 0 1,4 0 0,-6-6-1,2 2 183,4 4 0,2-4 1,-1 4-1,1-4-91,1-1 0,-3 1 1,8 2-1,-2 2 55,-3-2 1,0-2 0,1-2-1,-1 2 10,0 4 1,2-7 0,2 5 87,2-1 1,0-4 0,-6-4-68,1 2 1,-1-4-341,0 2 1,-5-8-283,0 3 1,-5-4-237,5-2 69,-8 0 1,6 5-1026,-3 0-1377,-4 1 1072,5-6 1956,-7 0 0,0-7 0,0-2 0</inkml:trace>
  <inkml:trace contextRef="#ctx0" brushRef="#br1" timeOffset="124">13255 6065 7735,'-10'0'8034,"-1"0"-7010,0 0 0,2 2-613,3 3 0,6-3 0,4 5 0,3 0 6,2 4 1,2 4 0,5 1-1,1 2-93,-1 4 0,6 4 0,0 6 0,-1 3-164,3 3 0,-4-2 0,5 6 0,-1 0-10,-4 0 1,-2-12 0,-1 3-1,-1-4-166,0-3 1,-1 3 0,-2-7-490,-3-2 1,-6-8-43,1-1 554,-3-7 1,-4 3-1,-3-9 296,-6-3 1,-3 3 0,-3-4-1,-1 5 73,-4 1 1,4 0 0,-4 0 0,2 0-239,-1 0 1,2 0 0,-2 0 0,1 0-377,-2 0 0,2 0 1,-6 0-1,3 0-778,3 0 1,2 0-1,1 0 1,1 0-6354,0 0 7369,7 0 0,-6 0 0,6 0 0</inkml:trace>
  <inkml:trace contextRef="#ctx0" brushRef="#br2" timeOffset="125">4298 5182 7918,'0'-9'2670,"0"0"-1383,0 3 0,0 3-138,0-8 1,0 5 3095,0-4-2612,0 6 0,-1-3-846,-5 7 1,4 2-1,-3 3-47,3 6 0,2 3-324,0 3 0,0 6-160,0 5 0,2 2 0,2 5 1,1 1-257,-1 2 0,-3 2 0,-1-3 0,0 1 0,0-2 0,0-7 0,0-3 0,2-1 0,4 1 0,-5-12 0,7 2 0,-1-1 0,-3-8 0,7-1 0,1-5 0,3-1 0,1 0 0,2 0 0,4 0 0,5 0 0,1-5 0,2 0 0,7-1 0,3-1 0,-2 3 0,4-5 0,-1 0 0,1 0 0,-4 0 0,4-4 0,0 4 0,0 2 0,-4-4 0,5 4 0,3-1 0,1 1 0,-3 2 0,-3 5 0,1 0 0,0 0 0,-6 0 0,1 0 0,-5 0 0,1 0 0,-11 7 0,7 2 0,-6 2 0,-1 0 0,0-8 0,-8 5 0,-1-3 0,-2 1 0,0-1 0,3-3 0,-1 2 0,-2 1 0,-5 0 0,4-5 0,3 0 0,-6 0 0,8 0 0,-13 0 0,7 0 0,-4 0 0,-3 0 0,5 0 0,-5 0 0,4 0 0,-5 0 0,7 0 0,-8 0 0,7 0 0,-5 0 0,5 0 0,-7 0 0,0 0 0,0-7 0,0 4 0,0-8 0,0 5 0,0-5 0,0-1 0,0 3 0,0-2 0,0-2 0,0 4 0,0-2 0,0 5 0,0-4 0,0 4 0,0-5 0,0 8 0,0-5 0,0 8 0,0 0 0,7 0 0,2 2 0,8 2 0,-1 1 0,-5 1 0,0-6 0,2 0 0,1 0 0,4 0 0,2 0 0,2 0 0,-2 0 0,4 5 0,-1 1 0,1-3 0,-1-1 0,5-2 0,-6 0 0,-1 0 0,3 0 0,-6 0 0,4 0 0,-4 0 0,-2 0 0,1 0 0,-1 0 0,0 0 0,1 0 0,-1 0 0,0 0 0,1 0 0,-6 0 0,0 0 0,1 0 0,-3 0 0,2 0 0,-5 0 0,5 0 0,-8 0 0,5 0 0,-8 0 0,0 0 0,-8 0 0,6-2 0,-3-3 0,3 1 0,2-7 0,0-1 0,0-3 0,-2-3 0,-1-2 0,-3-2 0,-1-7 0,2 0 0,-5-7 0,1-8 0,-5 0 0,3-3 0,-2-4 0,2 0 0,-3 1 0,5 2 0,-2 3 0,0 1 0,7 8 0,-3 0 0,2 5 0,-1 4 0,1 12 0,3 1 0,-4 4 0,3 5 0,-8 5 0,0 0 0,-5 2 0,-1 3 0,5-3 0,-3 4 0,-3-5 0,0-1 0,-8 0 0,1 0 0,-4 2 0,-4 4 0,4-5 0,-9 7 0,2-3 0,-2 1 0,1 1 0,-6-3 0,-3 1 0,-1-1 0,-4 3 0,0-2 0,-3 1 0,-4 1 0,1 0 0,-13 6 0,-1 0 0,-6 5 0,5 0 0,-12 7 0,3 1 0,2-1 0,12 3 0,2 4 0,3 1 0,6 0 0,14-8 0,-2-3 0,8-6 0,3-5 0,6-4 0,2-7 0,1 0-26,4 0 0,6-7 0,1-4 1,-2-3-898,3-3 0,-1 3 0,-2 1 1,3 2-1082,1-2 0,7-1 1,-1-2 2003,3-1 0,-5-6 0,-2-3 0</inkml:trace>
  <inkml:trace contextRef="#ctx0" brushRef="#br2" timeOffset="126">13550 4038 22629,'0'-9'6042,"0"1"-6042,0 8 0,0 0 0,7 0 0,-5 0 0,7 0 0,-4 0 0,-3 0 0,7 0 0,-5 2 0,1 4 0,2-4 0,-1 3 0,-2-3 0,6-2 0,-4 0 0,5 0 0,-6 0 0,6 0 0,-5 0 0,4 0 0,0 2 0,2 1 0,-1 3 0,0-1 0,5-5 0,1 0 0,-1 0 0,0 0 0,1 0 0,-1 0 0,0 0 0,1 0 0,-1 0 0,1 0 0,-1 0 0,0 0 0,1 0 0,-1 0 0,2 0 0,2 0 0,2 0 0,0 0 0,-6 0 0,2 0 0,4 0 0,-4 0 0,4 0 0,-4 0 0,-2 0 0,1 0 0,-1 0 0,2 0 0,4 0 0,-7 0 0,6 0 0,5 0 0,-4 0 0,-1 0 0,-1 0 0,2 0 0,-7 2 0,5 2 0,1 1 0,3-1 0,-4-3 0,2-1 0,-2 0 0,2 0 0,-4 0 0,4 0 0,-4 0 0,-2 0 0,2 0 0,2 0 0,2 0 0,-2 0 0,-2 0 0,-2 0 0,1 0 0,-1 0 0,2 0 0,2 0 0,2 0 0,-2 0 0,0 0 0,0 2 0,4 2 0,1 1 0,-3 1 0,5-6 0,2 0 0,2 0 0,-2 0 0,0 0 0,2 0 0,-2 0 0,-5 0 0,3 0 0,0 0 0,-1 0 0,-1 0 0,-3 0 0,5 0 0,-3 2 0,-3 1 0,-2 3 0,-3-3 0,0-1 0,1-2 0,-1 0 0,0 0 0,1 0 0,-1 0 0,0 0 0,1 0 0,-5 0 0,5 2 0,6 3 0,-1-3 0,0 4 0,-4-4 0,-2-2 0,1 0 0,-1 0 0,0 0 0,1 0 0,-1 0 0,1 0 0,-1 0 0,0 0 0,1 0 0,-1 0 0,-5 0 0,0 0 0,-8 0 0,5 0 0,-8 0 0,-2 0 0,-4 0 0,-3 0 0,-7 0 0,0 0 0,-1 0 0,-6 0 0,-5-2 0,-4-2 0,-6-1 0,1-6 0,-5 5 0,1 3 0,-1 1 0,2-4 0,-7 1 0,-4 1 0,0 2 0,-2 2 0,1 0 0,-6 0 0,-6 0 0,8 0 0,-8 0 0,4 0 0,2 0 0,4 0 0,-3 0 0,5 0 0,4 0 0,8 0 0,1 0 0,0-1 0,3-5 0,7 4 0,-5-5 0,4 2 0,1-1 0,4 1 0,0 5 0,1-2 0,4-3 0,-4 3 0,3-4 0,-1 4 0,-2 2 0,4 0 0,-5 0 0,-1 0 0,1 0 0,3 0 0,-5 0 0,0 0 0,1 0 0,1 0 0,5 0 0,-2 0 0,2 0 0,2 0 0,2 0 0,-3 0-22,-2 0 1,8 0 0,-3 0 0,1 0-370,0 0 1,-1 0-1,0 0 1,-1 2-358,1 4 1,0-4 0,-1 3 45,1-3 1,5-2 0,2 2 0,0 1-1384,0 3 0,3-1-1673,-4-5 3758,6 0 0,-11 0 0,6 0 0</inkml:trace>
  <inkml:trace contextRef="#ctx0" brushRef="#br2" timeOffset="127">9087 5133 7884,'-16'7'146,"0"2"1,-1 8 137,1-1 1,0-7 432,-1-3 1,6-3 886,1 3 0,6-6-709,-1 0 0,3-2 1,4-7-154,3 2 0,-1 1 0,5 4 1,0-1-249,0-3 0,2-1 0,5 3 0,0-3 611,1-2 1,1 3-1,2-3 1,4 0-310,1 0 0,2-2 0,6-5 0,1 0-785,5-1 0,2-1 0,10-2 1,5-3-12,10-3 0,-3 4 0,10-5 0,1 0 0,-3 1 0,6-3 0,-5 8 0,1-1 0,-2-2 0,-10 6 0,7-4 0,-5 2 0,4-2 0,-7 8 0,6-6 0,-3 0 0,1 2 0,1 0 0,-3 1 0,-4 1 0,-3 0 0,-10-1 0,6 1 0,-6-1 0,1 1 0,-5 0 0,1-1 0,0 1 0,0 0 0,3 3 0,8 0 0,3-1 0,2 1 0,-3 0 0,3-3 0,-2 0 0,-3-1 0,-8 6 0,-3 1 0,-4-3 0,-7-2 0,2 4 0,-8 2 0,0 0 0,-3 0 0,-2 6 0,-2-5 0,2 3 0,0-1 0,-9-1 0,9 3 0,0-1 0,-2 1 0,2-3 0,2 0 0,4 0 0,-1-1 0,6-3 0,-6 4 0,3 0 0,-1 0 0,-5-4 0,3 5 0,0 3 0,1 1 0,-4 2 0,3 0 0,1 0 0,-1 0 0,-5 0 0,4 0 0,-1-2 0,4-3 0,-1 3 0,-1-4 0,1 4 0,-1 2 0,2 0 0,4 0 0,-2-1 0,-2-5 0,-5 4 0,4-3 0,-1 3 0,1 2 0,-6-5 0,1-1 0,-3 3 0,-1 1 0,1 2 0,2 0 0,2 0 0,0 0 0,-6 0 0,0 0 0,-7 0 0,6 0 0,-13 0-3729,5 0 1,-9 0-759,-3 0 1,1-6 4486,-7 1 0,0-8 0,-5 4 0</inkml:trace>
  <inkml:trace contextRef="#ctx0" brushRef="#br2" timeOffset="128">12830 3842 12347,'-10'0'4915,"-1"0"0,7 1-2232,-1 5 0,5-4-2401,5 3 0,4-3 0,7-2 0,3 0-282,2 0 0,-2 0 0,4 2 0,1 1 0,3 3 0,-2-1 0,1-5 0,-1 0 0,1 0 0,-4 0 0,3 0 0,0 0 0,1 0 0,-6 0 0,2 2 0,-4 2 0,-2 1 0,-5 1 0,-2-5 0,-2 5 0,-1-2 0,-6 6 0,0 3 0,0 2 0,-2 1 0,-4 0 0,-4 1 0,-5 5 0,-1 1 0,-1 3 0,1 3 0,0-4 0,-1 0 0,1 1 0,0-1 0,-1-5 0,3 2 0,1-4 0,2-1 0,8-6-5242,-3-1 5242,4-6 0,2-4 0,0-9 0</inkml:trace>
  <inkml:trace contextRef="#ctx0" brushRef="#br2" timeOffset="129">1422 9874 13992,'-11'0'1720,"0"0"0,2-2 0,-4-2 0,2-1-833,-1 1 1,-5-3-1,-1 0 1074,2-2-1715,-4 5 1,5-5 0,-7 5 0,2-1 0,2 1 0,2 2 0,-2 2 851,-4 0-1048,4 0 0,-6 0 0,8 0 0,-1 0 0,1 2 0,0 2 0,-1 3-50,1 2 0,-4 2 0,2 5 0,3 3 0,1 2 0,1 5 0,2 6 0,6 3 0,3 3 0,2 6 0,2 8 0,3 7 0,6 4 0,6-3 0,4 5 0,7-6 0,2-3 0,3-16 0,2 2 0,1-6 0,2-7 0,2-4 0,-4-10 0,4-4 0,2-6 0,-6-3 0,3-4 0,-3-3 0,2-6 0,-3 2 0,3-2 0,-6-2 0,-4-1 0,2-4 0,-4-2 0,1-2 0,0 2 0,-5-4 0,4 2 0,-3 1 0,-3-3 0,0-1 0,-2-6 0,0 2 0,-3 1 0,-4 1 0,0-4 0,-6 0 0,-3-1 0,-2 8 0,0-9 0,0 2 0,0 1 0,-2 1 0,-3-1 0,-6 0 0,-4 1 0,-3 5 0,-2-3 0,-3-1 0,-3 3 0,-1-4 0,-6 7 0,-1 0 0,-4-1 0,3 8 0,-3-3 0,3 2 0,3 3 0,-3 8 0,1-1 0,-3 4 0,1 2 0,5 2 0,-7 5 0,2 8 0,-2 5 0,7 3 0,-4-3 0,3 4 0,3 1 0,-1 3 0,0 4 0,2 1 0,7 0 0,2 1 0,3 4 0,2 6 0,3 3 0,3 4 0,8 2 0,2 3 0,4 2 0,3-3 0,9 1 0,4-5 0,5-9 0,6-6 0,3-5 0,4-4 0,2-5 0,-2-11 0,5-6 0,4-3 0,2-2 0,-2-2 0,9-5 0,0-9 0,0-10 0,-5 1 0,0-2 0,-6-2 0,-4-2 0,-14 3 0,-3 1 0,-10 0 0,-5 1 0,-7-3 0,1 8 0,-5 1-1121,-5 1 0,-6 3 0,-11 0 1,-9-2-530,-11-4 0,2 2 0,-12-6 1650,-1 3 0,-7-14 0,2 3 0</inkml:trace>
  <inkml:trace contextRef="#ctx0" brushRef="#br2" timeOffset="130">1487 8092 8042,'-16'0'1113,"-1"0"1,1 0-285,0 0 1,5 0 0,0 0 0,-2 0-1,-1-2 1,-3-2 115,1-1 1,0 0-1,1 3 1,2-2-1,2-1 2110,-1 1-2594,5 2 1,-8 2 0,4 0 0,-3 0 0,-3 0 399,1 0 0,0 2 0,-1 2-674,1 1 1,5 6-1,0-4 1,-2 2-188,-1 4 0,3 2 0,0 1 0,-2 0 0,-1 1 0,3-5 0,2 3 0,0 3 0,0 0 0,3 0 0,-3-1 0,2 1 0,3 4 0,-3 3 0,1 8 0,3 1 0,1 4 0,2 1 0,0 8 0,2 5 0,3 5 0,4-5 0,8 1 0,-1-6 0,0-3 0,3-8 0,1 1 0,3-8 0,3-8 0,-5-2 0,5-5 0,-1-3 0,1-5 0,1-5 0,4-1 0,0 0 0,1 0 0,-1-7 0,11-4 0,0-5 0,0-6 0,-6 2 0,2-7 0,-2-2 0,2-2 0,-7-2 0,4 2 0,-4 2 0,-8 2 0,-3 7 0,-3-4 0,-1 3 0,0-1 0,-5-2 0,-2 4 0,-1-3 0,-5-3 0,-1 4 0,-2-3 0,0 0 0,0-1 0,0-1 0,-2-6 0,-1 0 0,-3 1 0,-7-1 0,3 0 0,-7 1 0,-5-1 0,2 0 0,-5 2 0,0 4 0,-1 5 0,-1 4 0,-6 2 0,-1 0 0,-4-1 0,1 8 0,-5 2 0,2 1 0,4 1 0,0-1 0,0 6 0,-3 2 0,3 4 0,-4-3 0,2 8 0,2 2 0,1 2 0,2 1 0,3 0 0,-1 2 0,-2 4 0,9-2 0,-6 7 0,2 2 0,3 2 0,3-2 0,-3 2 0,1 7 0,4 8 0,9-4 0,6 10 0,3 3 0,2 1 0,7 4 0,6 2 0,7-6 0,7-7 0,4-9 0,2 2 0,1-2 0,4-4 0,-1-12 0,4-6 0,1-2 0,0-3 0,2-6 0,3 2 0,0-1 0,2-5 0,-7-14 0,9-7 0,-2-5 0,-4-7 0,-5 0 0,2-3 0,-2-2 0,-4-3 0,-1 2 0,-5-6 0,-1-1 0,-1-5 0,-3 8 0,2-9 0,-3 0 0,0-3 0,-12 1 0,5-2 0,-5 6 0,-3 3 0,4 6 0,-7-2 0,-3 4 0,-1 5 0,-9 7 0,-4-1 0,-5 1 0,-6 4 0,-4 2 0,-8 2 0,-4-1 0,-6 1 0,-10 5 0,-6 2 0,-4 2 0,-1 3 0,-2 10 0,-2 5 0,-2 5 0,2 6 0,7 10 0,6 12 0,1 5-154,3 6 1,10-1 0,-5 6 0,5 2-4365,5-1 0,16-13 4518,4 12 0,12-19 0,-2 7 0</inkml:trace>
  <inkml:trace contextRef="#ctx0" brushRef="#br2" timeOffset="131">6587 11770 7888,'-11'0'9830,"0"0"-5516,7 0 1,-3-2-3541,7-3 1,2-3 0,3-2-775,6 4 0,4-1 0,1 1 0,0 1 0,1 5 0,-1 0 0,0 0 0,1 0 0,1 0 0,2 0 0,2 0 0,9 0 0,-1 0 0,9 0 0,2 0 0,3 2 0,5 1 0,2 3 0,3-2 0,-3-1 0,4 1 0,-5 1 0,0-1 0,-7-1 0,-1 1 0,-2 3 0,-4 2 0,-7-3 0,-3 5 0,-3 0 0,-3-2 0,-2 5 0,-1-5 0,-1 2 0,0 0 0,6-7 0,2 3 0,1-1 0,4-1 0,2 0 0,2-5 0,0 0 0,-1 0 0,1 0 0,0 0 0,-1 0 0,1 0 0,-6-1 0,-1-3 0,-3-1 0,-3 1 0,-2 2 0,-1 2 0,-1 0 0,-5 0 0,0 0 0,-6 0 0,6 0 0,-5 6 0,5-1 0,-8 2 0,3-1 0,-5-4 0,-1 5 0,-1-7-932,-5 0 0,3 0 0,-8 0 932,-2 0 0,-2 0 0,-1 0 0</inkml:trace>
  <inkml:trace contextRef="#ctx0" brushRef="#br2" timeOffset="132">948 11607 8354,'-17'-15'695,"3"2"1006,3 2 0,-2 1 0,8-7 1,1 1 1943,2-1 1,4 1-2541,4 0 0,3 7 0,9 3 0,2 4 1,3 2-1106,3 0 0,-3 8 0,8 3 0,4 5 0,-1 6 0,8 7 0,2 11 0,5 7 0,5 4 0,-1 2 0,5 8 0,0-1 0,0 2 0,-9-9 0,2-3 0,-4-2 0,-7-8 0,-3-6 0,-7-7 0,0-5 0,-3-4 0,-13-3 0,3-4-1305,-12-4 0,1-7 0,-12-2 469,-5-3 0,2-4 0,-4-8 1,-3-1-7418,-4-4 8253,-2-3 0,-1-8 0,-3 1 0</inkml:trace>
  <inkml:trace contextRef="#ctx0" brushRef="#br2" timeOffset="133">1634 11361 8222,'-7'-9'3317,"5"-5"0,-11 5-602,8-8 1,-1 6-365,6 1 1,0 4-512,0-5 1,0 9-1841,0 2 0,-3 15 0,-6 12 0,-9 8 0,-6 8 0,-3 15 0,-8 19 0,-3 6 0,17-37 0,-1 1 0,0 0 0,0 0 0,-1 6 0,1 1 0,-2-1 0,0 0 0,1-2 0,1-1 0,3-3 0,0-1 0,-18 36 0,8-13 0,8-15 0,10-21 0,5-6-4131,4-7 0,4-12 4131,4-8 0,10-8 0,9-8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264"/>
    </inkml:context>
    <inkml:brush xml:id="br0">
      <inkml:brushProperty name="width" value="0.05292" units="cm"/>
      <inkml:brushProperty name="height" value="0.05292" units="cm"/>
      <inkml:brushProperty name="color" value="#FF0000"/>
    </inkml:brush>
  </inkml:definitions>
  <inkml:trace contextRef="#ctx0" brushRef="#br0">4511 6098 28671,'-16'0'0,"-1"0"0,1 0 0,-8 5 0,-5 2 0,-5 1 0,-4-1 0,-8 5 0,3-1 0,1-3 0,0-3 0,0-3 0,2-2 0,0 0 0,4 0 0,7 0 0,4-2 0,1-3 0,2 3 0,8-5 0,1 1 0,2 1 0,7-8 0,-3 11 0,7-5 0,7 7 0,-5 0 0,11 7 0,-8 4 0,-1 4 0,-2 1 0,3 8 0,1 3 0,-1 5 0,2 7 0,-3 4 0,5 10 0,0 3 0,0 2 0,-3-3 0,5 5 0,0 3 0,-2 6 0,0-5 0,-6 3 0,3 0 0,-3 1 0,-1-3 0,0 8 0,2-4 0,1-6 0,1-8 0,-6-3 0,0-4 0,0-5 0,1-12 0,3 2 0,1-4 0,-1-4 0,-2 1 0,-2-6 0,0 3 0,0 3 0,0-6 0,0 1 0,0-2 0,0-3 0,0-5 0,0 0 0,0 1 0,0 3 0,0 1 0,-2 1 0,-3-1 0,3-7 0,-5-2 0,7-7 0,1 0 0,5 0 0,-3 0 0,8 0 0,-5 0 0,5 0 0,1 0 0,3 0 0,1 0 0,1 0 0,-1 0 0,6 0 0,1 0 0,3 0 0,3 0 0,2-1 0,1-3 0,1-2 0,0 3 0,-1 1 0,1 2 0,0 0 0,0 0 0,-3-5 0,-2-1 0,-5 2 0,1 3 0,-6 1 0,4 0 0,-4 0-3305,-9 0 3305,6 0 0,-6 0 0,7 0 0</inkml:trace>
  <inkml:trace contextRef="#ctx0" brushRef="#br0" timeOffset="1">12602 6964 9258,'-9'0'3219,"1"0"0,8-2-2688,0-3 0,0 1 0,0-7 0,2 0 2200,4 2-2304,-5-5 0,12 10 1,-6-7-1,2-2 1,4-1-1,0-3 1,0 3 1532,-3 3-1786,1-3 0,11 4 1,0-8-1,0-2 0,1-1 1,5 1-1,2 1 313,3 3 0,0 0 0,0-1 0,-1 1-487,1 0 0,0-1 0,-3 3 0,-2 1 0,-7 2 0,-2 8-1829,-3-3-301,-7 4 0,-3 2-1920,-12 0 1,2 0 2843,-6 0 0,4 0 0,-5 0 1206,-2 0 0,-1 0 0,-2 0 0</inkml:trace>
  <inkml:trace contextRef="#ctx0" brushRef="#br0" timeOffset="2">12651 6637 8125,'-11'0'2045,"0"0"0,5 0 172,-4 0-670,6 0 1125,-3 0 1,7 2-170,0 3 1,-2-1-1919,-4 7 0,3-2 0,-6 4 0,0-4-585,-1-2 0,5 6 0,-6-2 0,-2 3 0,4 2 0,-2 1 0,-1-1 0,3 0 0,0 1 0,1-1 0,5 0 0,-5 1 0,3-1 0,1 1 0,3-1 0,1 0 0,0 1 0,0-1 0,0 0 0,0 1 0,0-1 0,0 0 0,0 1 0,1-8 0,3-2 0,1 0 0,8-5 0,-2 4 0,4-5 0,1-1 0,0 0 0,1 0 0,-1 0 0,-5 0 0,0 0 0,1 0-156,3 0 1,1 0 0,1 0-1498,-1 0 0,-5 0 960,0 0 0,-6 0 0,4-1-1293,-1-5 1986,4 4 0,-3-20 0,8 4 0</inkml:trace>
  <inkml:trace contextRef="#ctx0" brushRef="#br0" timeOffset="3">13533 6245 11718,'-11'0'2122,"0"0"1,6 0-1305,-6 0 1,8-2 477,-3-4-921,4 5 0,0-7 1,-3 8-1,-4 2 1053,0 4-1347,2-5 0,1 14 0,-1-4 0,0 3 0,-3 3 0,3-1 0,0 2 128,3 4 1,-3 2 0,2 3-376,1-5 0,2 3 0,2 1 0,0-1 1,0-3-6,0-4 1,0-2 0,0 1-1,0-1-41,0 0 0,7-1 1,3-2-1,0-3 32,1 3 1,0-6 0,6 1 17,-1-1 0,0-5 0,1 3-200,-1-3 0,0-2 0,1 0 181,-1 0 1,-5 0 0,-2-2 0,0-1 40,0-3 1,-3-7 102,4 3 0,-6-5 0,3 0 8,1 5 1,-7-5 547,5 4 1,-4 2 69,-2-2 1,0 0 122,0-5 1,-2 7-299,-4 3 1,3 5 0,-8 1-199,-2 0 0,4 0 0,-2 0 170,-2 0 1,-1 0-344,-2 0 1,1 1 0,2 3-217,2 1 0,1 6 1,-5-3-472,4 1 1,2-6-1,5 5-3006,-1-1 0,0-4 1058,5 8 0,1-7 2592,5 1 0,10 5 0,10-1 0</inkml:trace>
  <inkml:trace contextRef="#ctx0" brushRef="#br0" timeOffset="4">14236 6310 7813,'-18'5'718,"-4"1"0,8 5 0,-6-6 1084,0-1 1,0 3-1607,3-1 1,6-1 0,1-3-105,-3 3 0,4-1 211,-2 7 0,0 0 0,-4 5 84,5 0 1,0-5 0,7 0-1,-4 2-80,-3 2 1,7 1 0,-3 2 0,5 2-115,1 2 1,0 0 0,1-8 0,3-1-486,1-2 0,10 0 0,0 3 0,6-3-576,5-5 0,-4-5 1,5-2-1,4-5-311,5-5 0,-7-5 0,4-4 0,-4-4-1233,-4-1 2412,6-2 0,-5-6 0,6 0 0</inkml:trace>
  <inkml:trace contextRef="#ctx0" brushRef="#br0" timeOffset="5">14383 6032 7813,'-16'0'3190,"5"0"-1859,0 0 0,6 2 0,-4 3-907,1 6 1,3-2 0,5 2-1,0 4-434,0 5 0,0 0 0,2 7 0,1 4-134,3 5 1,5 1 0,-4 4 0,0-1-90,0-3 1,4-3-1,-5-3 1,-1-4-236,2-5 1,-5-4-336,4-1 436,-4-8 0,-2-9 403,0-11 1,0-4-1,0-1 154,0 0 0,0 5-69,0 0 0,0 5 936,0-5-21,0 8-797,0-12 1,0 6-201,0-7 1,1 5 0,3 0-21,1-2 1,3-1-1,-3-3 58,6 1 0,-2 5 0,2 2 111,2 2 1,-4 1 0,2 6 0,1 0-65,3 0 1,1 0 0,-1 2 0,-2 4 207,-3 5 0,1 3 0,4 2 0,-2 3-191,-3 2 1,-4-2 0,3 4-1,-2-1-806,-3 0 0,-2 0 0,-2-6-1853,0 0 1,0-5 916,0 0 0,2-7 1601,3 1 0,-3-10 0,5-4 0</inkml:trace>
  <inkml:trace contextRef="#ctx0" brushRef="#br0" timeOffset="6">14857 6245 7813,'-16'0'1417,"0"0"0,-1 0 0,1 1-411,-1 5 1,1-2-1,0 5 1,1 0-563,4 0 0,-1 2 0,4 5 0,1 2-422,0 4 1,1-4-1,6 4 1,0-4-258,0-2 1,0 1 0,2-1 0,2 1-51,1-1 0,8-5 0,-2-2 0,3-2-207,3-3 0,-1-2 0,0-2 0,1 0 75,-1 0 0,-5-8 0,0-3 1,0-3 327,-2-2 1,-2-1 0,-5 1 0,2-2-45,1-4 1,1 2-1,-6-6 1,0 3 348,0 3 0,0 2 4431,0 1-3818,0 8 0,0 20 0,0 11-982,0 0 1,0-2 0,0-4 0,0 0-948,0 1 0,1-3 1,3-1-458,1-2 1,8-7 0,-2 1-80,4-3 1,-5-4 1635,1-3 0,0-5 0,6-6 0</inkml:trace>
  <inkml:trace contextRef="#ctx0" brushRef="#br0" timeOffset="7">15021 6294 9124,'1'11'1300,"5"-1"1,-2 1-1,5 6-880,-2-1 0,0-1 0,-3-3 277,1-1 1,1-5 0,-4 3 911,3-2-1204,-3-2 1,5-6-198,-7-5 0,-2 3 1,-1-8-1,-3-4-300,3-5 1,1 2 0,2-4 0,0 2-202,0-2 1,5 4 0,1-4 0,-1 4-2020,2 2 0,-3 0 0,7 1 2312,2 4 0,1-3 0,2 5 0</inkml:trace>
  <inkml:trace contextRef="#ctx0" brushRef="#br0" timeOffset="8">15315 6130 7813,'-16'2'632,"-1"3"0,1-3 1,1 6-1,3-3 90,1 0 1,5 3 0,-5-3-1,-1 4 187,-3 0 0,6 6 0,2-4 0,1 3-620,1 3 1,-1 1-1,6 4-403,0 5 0,0-4 0,2-1-291,4-4 1,-3-3-1,8-4 1,2-6-490,1-3 0,3-2 0,-1-2 499,0-3 0,-5-4 0,0-8 0,0-1 181,-2-4 1,4 2 0,-8-5 0,1 1 353,1 4 0,-5 2 0,3 2 1,-1 0 1486,1-1 1,-3 6-783,4 0 0,-4 10 0,-2 1 0,0 9-637,0 5 1,5 3 0,0 1-1,-1 2-903,-2 2 1,0-1 0,1-4 0,3-1-841,-3 0 1,1-5-1,2 0-2077,4 2 3612,-2-6 0,6 0 0,-5-7 0</inkml:trace>
  <inkml:trace contextRef="#ctx0" brushRef="#br0" timeOffset="9">15609 6147 7813,'-16'-6'719,"-1"1"546,1 1 1,5 2 0,0 2 0,-1 0-268,-3 0 0,-1 6 1,1 1-1,2 0-418,3 0 0,4 6 0,-5-2-468,-2 4 0,6 1 1,2 0-1,3 1-271,2-1 1,0 0-1,2 1 1,3-1-422,6 0 0,4-1 0,1-2 1,0-4-622,1-2 0,4-2 0,1-5 1,-2 0 653,-2 0 0,-1 0 0,-3-1 547,-3-5 0,4-3 0,-6-7 0</inkml:trace>
  <inkml:trace contextRef="#ctx0" brushRef="#br0" timeOffset="10">15740 5771 9570,'0'-10'2945,"0"5"1,0 12 0,0 10-2559,0 8 0,0 8 0,0 3 1,0 4-278,0 2 1,0 1-1,0 6 1,2 1-790,3-1 0,-3-6 0,3-1 0,-3-2-2236,-2-4 1,0-12 2914,0-2 0,0-8 0,0 10 0</inkml:trace>
  <inkml:trace contextRef="#ctx0" brushRef="#br0" timeOffset="11">15642 6130 13435,'2'-9'1063,"3"4"1,4 1-1,7 0 1,1-1-1426,-1 1 0,0 3 0,3 1 0,1-2-1247,1-4 0,1 4 0,-5-3 0,1 3 829,4 2 0,-8 0 0,6 0 1186,0 0 1,0 0 0,-4 2-167,1 3 0,-1-3 1,0 4 330,1-4 1,-6-2-113,0 0 1,-8-2 154,3-4 1,-6 4 0,-6-3-133,-5 3 0,-3 2 0,-3 0 0,1 0-155,0 0 0,-1 7 0,1 4 0,0 4-154,-1 1 1,6 2 0,2 2 0,2 2-1233,3-2 0,3-2 1,1-1 94,0-1 1,7-1-1,4-5 1,3-4 963,3-4 0,6-10 0,3-1 0</inkml:trace>
  <inkml:trace contextRef="#ctx0" brushRef="#br0" timeOffset="12">16132 6277 7952,'0'33'214,"-2"-13"1,-1-4-1,-3-1 975,3-1 0,1-3 4738,2 0-5550,0-7 0,0-4 1,0-11-1,-2-4 30,-3-1 0,3 0 0,-4-2 0,4-2-97,2-2 1,0-2-1,0 4 1,0-2-766,0 2 0,0 2 0,2 2-899,4 0 1,-4-1 0,5 3-1,-2 1-2169,1 2 3523,6 7 0,-3-10 0,8 5 0</inkml:trace>
  <inkml:trace contextRef="#ctx0" brushRef="#br0" timeOffset="13">16361 6016 10238,'-16'0'2102,"5"0"1,0 0-747,-2 0 1,4 0-1569,-2 0 0,7 2-112,-1 3 0,3-1 1,2 7 283,0 1 1,0 3 0,0 1 0,2 1-76,3-1 0,-1-5 0,7 0 0,0 1 148,-2 3 1,6-1 0,-5-1 0,5-2 277,1 2 1,-5-4 0,0 0 0,2 0 380,1 0 0,-3-3 1,-2 4 871,-1 3 0,2-4-1216,-4 2 1,-2-5-1,-10 3 1,-5-2-1256,-3-3 0,-3 3 0,-1-2 0,-2-1 907,-2-2 0,1 5 0,4 2 0</inkml:trace>
  <inkml:trace contextRef="#ctx0" brushRef="#br0" timeOffset="14">6178 6997 7846,'-11'0'4915,"0"0"0,8-2-3212,-3-4 0,10 3 0,3-6 47,2 1-1238,-5-4 1,9 8-1,-6-5 1,0 0-1,2 2 1062,0-1-1574,-5 3 0,10-1 0,-3-1 0,4 0 0,1 0 0,-5 1 0,0 6 0,2 0 0,-4-5 0,2-1 0,1 3 0,3 1 0,1 2 0,1 0 0,-1 0 0,0 0 0,1 0 0,-1 0 0,-5 0 0,0 0 0,1 0 0,3 0 0,1 0 0,1 0 0,-1 0 0,0 0 0,-3 0 0,3 0 0,8 0 0,-2 0 0,0 0 0,-2 0 0,1 0 0,-1 5 0,6 1 0,-1-3 0,1-1 0,1-2 0,6 0 0,-1 0 0,1 0 0,1 0 0,3 0 0,1 0 0,-2 0 0,-1 0 0,-3 0 0,1 0 0,0 0 0,-1 0 0,1 0 0,-2 0 0,-4 0 0,2 0 0,-7 0 0,0 2 0,2 3 0,-6-3 0,4 4 0,-4-4 0,-2-2 0,0 0 0,1 0 0,-1 0 0,0 5 0,1 0 0,-1-1 0,0-2 0,1-2 0,-1 0 0,0 0 0,1 0 0,-1 0 0,-5 0 0,0 0 0,2 0 0,-4 5 0,2 1 0,-6-1 0,6-5 0,-7 2 0,1 4 0,-1-5 0,1 5 0,-3-4 0,12-2 0,-12 0 0,6 0 0,-8 0 0,0 0 0,0-8 0,0-1 0,0-7 0,-2 0 0,-4-1 0,4-1 0,-3-4 0,3-5 0,2-4 0,-5-3 0,-1-3 0,3-3 0,1-1 0,-4-3 0,1-3 0,1 1 0,3 3 0,1 5 0,0-4 0,-2 2 0,-4 4 0,4 1 0,-3 4 0,3 4 0,2 5 0,-5-2 0,-1 3 0,3 1 0,1 2 0,0 1 0,-2 1 0,-1-1 0,1 1 0,2 5 0,2 0 0,-1 2 0,-5-2 0,4 4 0,-7 7 0,4 0 0,1 0 0,-7 0 0,6 6 0,-6-1 0,-2-1 0,-1-3 0,-3-1 0,1 0 0,0 0 0,-2 0 0,-2 0 0,-2 0 0,-2 0 0,2 0 0,-7 0 0,-7 0 0,2 0 0,-5 0 0,1 0 0,-5 0 0,5 0 0,-12 0 0,1 0 0,-3 0 0,5 0 0,-4 0 0,0 0 0,0 0 0,2 6 0,-7-1 0,1-1 0,3-2 0,10 0 0,-7 1 0,1 3 0,1-3 0,9-1 0,2-2 0,-2 0 0,-2 0 0,2 0 0,-4 2 0,-2 2 0,-3 1 0,7 0 0,-9-5 0,2 2 0,0 4 0,1-4 0,1 3 0,-1-3 0,6-2 0,4 0 0,5 0 0,4 0 0,5 0 0,9 0-443,3 0 1,8 0-383,2 0 1,2 0 352,8 0 206,1 0 0,0 0 636,0 0 0,-5 0 80,5 0 1,-6 0-1,4 2 1,0 3-223,0 6 1,-3 0-1,3 3 1,0 6-209,0 4 1,2 3-1,3 6 1,-1 1-21,-2 5 0,0 2 0,3 8 0,-1 0 0,-2 1 0,-2-7 0,4-1 0,-4-2 0,-2-4 0,4 0 0,-6-1 0,1-2 0,1-8 0,-5-5 0,3-4 0,-3 1-2363,-2-8 678,0-2 0,0-9-2414,0-3 2402,0 3 0,-2-5 1697,-3 7 0,3-7 0,-5-3 0</inkml:trace>
  <inkml:trace contextRef="#ctx0" brushRef="#br0" timeOffset="15">2272 6392 8593,'1'-9'2531,"5"3"-1578,-4 4 0,5 1 364,-7-5-345,0 4 1,-2-5 0,-3 7 1156,-6 0-1974,4 7 1,-8-3 0,4 7-1,-2 2 1,1 1 0,3 2-48,1 1 0,1-6 0,3 0 0,-1 1-141,1 3 0,3 1 0,2-1 0,3-3 219,1-1 0,8 0 1,0 4-1,5-3 301,4-1 0,0-2 0,-4 4 0,2-2-296,2 2 1,-1-4 0,-4 2 0,-1 1-277,0 3 0,-5-4 1,-2 0-1,-1 2 27,-5 1 1,-1 2 0,-2 1-571,0-1 1,-7-1 0,-6-3 229,-7-1 0,2-7 1,-4 1-1,2-3 105,-2-2 0,4 0 1,-4 0-1,4-2 81,2-3 1,0 1 0,-1-7-64,1-1 0,7-3 1,3-1-1,5-1 156,1 1 0,5-2 0,2-4 0,4-3 325,7-1 0,0-5 1,8 6-1,-1-2 11,1-1 1,1 3 0,6-4-1,-1 2-81,1-2 1,-7 3 0,-5 1 0,-4 1-292,-6 4 1,-2 2-1,-6 2 108,3-1 0,-8 6 0,-9 2 0,-5 2-128,-6 3 0,2 3 0,-6 1 0,1 0-32,0 0 1,3 0 0,-5 1-1445,-2 5 1,10-2 1650,3 6 0,3 1 0,-3 6 0</inkml:trace>
  <inkml:trace contextRef="#ctx0" brushRef="#br0" timeOffset="16">2697 6130 8226,'-9'11'1712,"3"0"0,6 4-1117,6 5 1,-3 0 0,6 7 0,0 4-271,0 5 1,-3 0-1,3 6 1,-2-2-5,-3-4 1,3-1-1,-1-4-271,-3-4 50,-1-3 1,-2-17-1,0-7-484,0-9 1,0 0 0,0-2 0,0-2 194,0-1 1,2-3 0,1 1 0,5 0 140,1-1 0,2 1 1,5-1 334,0 1 1,1 2-1,-1 3 1,0 5 361,1 4 1,-1 2-246,0 0 0,-5 8 0,-2 3 0,-1 5-87,-5 6 1,-3-2 0,-5 7 0,-6 2-275,-4 2 1,-1 2 0,0-3 0,-2-2-193,-4-6 1,7-4-1,-5-2-1363,0 0 1,0-8 382,4-8 1,7-8 0,3-10 0,5-2 556,1-2 1,7-1 571,4 1 0,3 4 0,3-6 0</inkml:trace>
  <inkml:trace contextRef="#ctx0" brushRef="#br0" timeOffset="17">3007 6490 7701,'-9'7'2274,"2"2"-715,0 0 1,5 6 0,-4-4-1149,4 3 1,2-3 0,0 0-432,0 2 1,2-4-1,4 0 1,5-2-31,3-3 1,2-2 0,1-2-502,-1 0 1,1 0-1,-1 0-46,0 0 0,-5-8 708,0-3 0,-7-3 0,1-2 0,-3-1 16,-2 1 1,0 5 0,0 0 360,0-2 1,0-1 499,0-2 1,0 8-463,0 8 1,0 8 0,0 8-238,0 0 0,5 6 0,1 2 0,-1 1 13,3 4 1,-7-3-1,5 1 1,-4 0-313,-2-2 0,0 6 0,0-5 0,0 1-333,0 0 1,0-7-1,0 2 1,-2-4-434,-4-1 1,3-1 0,-8-2 126,-2-3 0,4-3 0,-2-12 649,-2-7 0,-1-7 0,-2-15 0</inkml:trace>
  <inkml:trace contextRef="#ctx0" brushRef="#br0" timeOffset="18">3187 6114 7646,'9'0'3734,"-2"2"1,-7 3-3137,0 6 1,2 11 0,2 7 0,3 9-395,2 11 1,-3 4-1,4 10 1,3 3-281,2-5 1,-4-1 0,-2-11 0,-2-3-2152,-3-10 0,3-12-1846,-2-2 4073,1-12 0,-6-2 0,0-8 0</inkml:trace>
  <inkml:trace contextRef="#ctx0" brushRef="#br0" timeOffset="19">3220 6490 16842,'16'9'0,"0"-4"-263,1-3 0,-1-2 0,2 0 0,2 0 33,2 0 1,2 0 0,-4 0-1,3 0-220,3 0 1,-6 0-1,1 0 1,-2 0-55,-3 0 0,0 0 0,1 0 988,-1 0-22,0 0 93,-7-7 0,-3 0 1,-12-4-1,-3 4-156,0-1 0,-5 6 0,3-3 0,-4 3-158,-1 2 1,5 0 0,0 0 0,0 2-108,2 3 1,-4-1 0,6 7 0,0 2-196,0 1 1,1 3-1,6-1 1,0 0-1314,0 1 0,2-1 0,3 0-25,6 1 0,4-8 0,1-4 1399,1-3 0,6 5 0,3 2 0</inkml:trace>
  <inkml:trace contextRef="#ctx0" brushRef="#br0" timeOffset="20">3775 6457 7608,'-16'0'3608,"0"0"1,-1-2-2587,1-3 0,5 3 0,0-3-620,-2 3 0,4 2-580,-1 0 0,6 2-233,-2 3 0,6-1 1,6 7 234,5 1 1,3-3-1,3 0 1,-1 1 576,0-1 0,-1-4 1,-2 6-1,-3 2 480,3 1 0,0-3 0,0 0-438,-2 2 0,-6 1 0,4 3 0,-2-1-286,-3 0 1,-2-5 0,-2 0 0,-2 0-287,-4-2 1,3 6-1,-8-6 1,-2 0 104,-1-4 0,-3-1 0,1 0 1,0 1-674,-1-1 0,-1-3 0,-2-1-1074,-2 0 0,1-1 0,4-3 1771,1-1 0,0-8 0,-1 4 0</inkml:trace>
  <inkml:trace contextRef="#ctx0" brushRef="#br0" timeOffset="21">3301 7422 7645,'-11'0'2141,"1"0"1303,-3 0-485,6 0 2595,-1 0-694,8 0-2792,0 0-2068,8 7 0,1-5 0,7 3 0,0-3 0,1-2 0,-1 0 0,0 0 0,3 0 0,1 0 0,3-2 0,3-3 0,-5 3 0,7-4 0,1 5 0,2 1 0,1-6 0,-1 1 0,-2 1 0,-2 2 0,-1 2 0,3 0 0,-4 0 0,-1 0 0,-2 0 0,-6 2 0,0 4 0,-5-5 0,-2 7 0,-1-1 0,-3-5-747,-5 5-1642,0-7 0,-2 0 0,-1-2-6494,-3-3 8883,1-4 0,-3-8 0,-1 1 0</inkml:trace>
  <inkml:trace contextRef="#ctx0" brushRef="#br0" timeOffset="22">3808 7176 7619,'-14'2'2622,"3"4"0,-4-3 5189,4 8-2089,4 0-4964,0-2 0,8 4 1,5-8-759,5-1 0,3-2 0,3 0 0,-1 1 0,0 3 0,-5-1 0,0-3 0,2 2 0,1 1 0,3 2 0,-1-3 0,0 1 0,1-1 0,-6 0 0,0 1 0,1 6 0,-3-2 0,0 2 0,-1 2 0,3 1 0,-6 3 0,-1-1 0,-2 0 0,-2 1 0,-2-3 0,-4-3 0,3 4 0,-6-4 0,-1 3 0,1 2 0,0 1 0,-3-1 0,1-1 0,-2-4 0,4 3 0,-2-3 0,-2 3 0,1-3 0,-1-2-1146,2-1-4891,7-3 6037,-3-5 0,7-7 0,0-2 0</inkml:trace>
  <inkml:trace contextRef="#ctx0" brushRef="#br0" timeOffset="23">2092 7356 9927,'0'-11'6032,"0"0"-4532,0 8 558,0-4-1658,-7 7 1,3 0 0,-7 0 0,0 1 0,0 5 0,0 5 463,-1 3 1,3 3-848,-2-1 1,5 2 0,-3 4 0,2 5-1,3 2 1,2 2 79,2 2-101,0-4 1,0 9 0,0-9 0,0-4 0,2 1 0,4-4 0,5-2-270,3-6 1,2-3-1,1 0 1,-1-6-102,0-3 0,1-2 1,-1-2-1,1-3 162,-1-6 1,-5 0-1,0-3 1,0-4 32,-2-1 1,3 1-1,-6 2 1,-1 0 73,3-1 0,-7 1 0,5-1 0,-4 1 240,-2 0 0,0 5 1,-2 2-1,-4 0 123,-5 0 0,2 5 1,-2-1-1,-1 3-303,-3 2 0,1 7 0,1 4 0,2 5-616,-2 6 0,1-4 0,-1 4 0,4-4-716,2-1 1,1-1 0,6 0 0,0 1-3316,0-1 4692,0-7 0,15 6 0,3-6 0</inkml:trace>
  <inkml:trace contextRef="#ctx0" brushRef="#br0" timeOffset="24">2386 7307 7912,'-11'0'4638,"0"0"1,2 7-3973,-2 4 1,4 4 0,9 1-1,1 1-320,3-1 0,7 2 0,-2 2 0,1 2-206,-1-2 0,4 3 0,-6-1-87,0-2 0,5-3 0,-5-5 0,1-1-1462,-5 2 904,4-6 1,-5 6 328,7-8 0,-6-6 0,4-10 237,-2-4 0,6 4 0,-4 0 0,2-1 94,0-3 1,0 4-1,5 2 1,1 2 183,-1 3 0,-2 1 1,-1-1-1,-2-2-35,2 3 1,-1 3 0,1 3-1,-4 5-21,-2 1 0,-1 2 1,-6 5-1,0 0 122,0 1 1,0-1 0,-2 0-1,-3 1-342,-6-1 1,-4-1 0,-1-3 0,-2-3-451,-4-1 1,4 3-1,-4-6 1,4-1-316,1-2 0,1-1 0,0 3 0,-1 1-634,1-1 0,5-2 0,2-4-4,2-3 0,1 1 1,6-7-1,0-2 25,0-1 0,8-2 0,4-1 1315,8 1 0,6-8 0,6-1 0</inkml:trace>
  <inkml:trace contextRef="#ctx0" brushRef="#br0" timeOffset="25">2762 7503 9919,'-9'8'2615,"3"3"0,3-2 0,-1 2-1980,-1 1 0,-1 3 0,6 1-56,0 0 1,2-5-1,4-2-694,4-1 1,0 3-1,0-6 21,3-1 1,2-2 0,1-2-260,0 0 0,-5-6 1,-2-1-1,-1-2 63,-5-4 0,4 4 0,-1-2 421,-2-2 0,-3-1 1,-1-3-19,0 1 1,0 5 1925,0 0-165,0 8-1338,8-5 0,-7 10 0,7 4 0,-3 5-255,1 3 0,1 2 0,-3 1 0,1 1-80,-1 4 0,-3-4 0,-1 6 0,0-3-107,0 1 1,0 5 0,0-3-1,-1 0-102,-5-1 0,-1-1 0,-6-6 0,2-1-1278,-1-4 0,-3 1 0,-1-4-138,-1 1 1,1-6 0,0 1 350,-1-8 1,6-3 0,2-7-1,2-1 386,3-3 0,3-4 1,1 0-1,0-5-2604,0-4 3291,7-1 0,2-1 0,7 0 0</inkml:trace>
  <inkml:trace contextRef="#ctx0" brushRef="#br0" timeOffset="26">2893 7275 7895,'0'-17'577,"0"6"1,0 0 903,0-1 1,5 3 509,1-2 0,1 7-1257,-2-1 0,-3 5 0,5 5 1,-1 8 721,-1 7 0,6 0 0,-4 7 0,1 4-927,-1 5 1,4-1 0,-6 3-1,1-4-1070,1-1 1,-5-2 0,3-2 0,-3-4-1070,-2-1 1,6-2-1,-1-6-1192,-1 1 2802,-3-8 0,-8-2 0,-2-7 0</inkml:trace>
  <inkml:trace contextRef="#ctx0" brushRef="#br0" timeOffset="27">2893 7503 16552,'16'0'2312,"0"0"-2153,1 0 0,5-1 0,-1-3-562,-1-2 1,-2 1-1,-1 3 1,1-1-1,2-3-1272,2 3 0,0-1 1,-6 0-1,0-1 631,1 1 1,-6 2 1687,-1 2 1,-4-5-364,5-1 0,-13-1 0,0 4 716,-5-3 0,-4 1 1,-5 5-25,-1 0 1,1 0-1,1 1-440,4 5 0,-1-2 1,5 6-1,-1 3 115,1 2 1,2 1 0,5 0-1,0 1-836,0-1 0,0 0 0,0 1 0,0-1-452,0 0 1,7-5 0,4-2 0,3-1-703,3-5 1,-1-1 1341,0-2 0,1-7 0,-1-2 0</inkml:trace>
  <inkml:trace contextRef="#ctx0" brushRef="#br0" timeOffset="28">3318 7422 8614,'-17'0'2906,"6"0"1,1 0 466,-3 0-1916,6 0-1182,-8 0 0,13 1-369,-3 5 0,8-2 0,5 5 140,1-2 0,2 6 0,5-2-97,0 3 1,-5-3 0,0 0-1,0 2 594,-2 1 0,4-3 0,-8 0 1,1 2-42,1 1 0,-5 2 1,3 1-1092,-3-1 0,-9 1 0,-4-3 0,-4-1-2293,-1-2 0,-2-8 2882,-4 3 0,-3-12 0,-8-3 0</inkml:trace>
  <inkml:trace contextRef="#ctx0" brushRef="#br0" timeOffset="29">8434 7029 7637,'0'-9'-65,"-2"0"2197,-4 4-547,5 3 1,-7-7 187,8 3 0,-5 3-189,-1-8 1,-6 5-756,1-5 0,-4 8 0,-1-3-439,0 5 0,-1-5 0,-1 1 0,-4 1 0,-3 2-174,-1 2 0,-6 0 0,1 2 0,-5 2-9,-1 1 1,1 8-1,0-2 1,-4 5 121,-2 6 0,9-4 1,-1 4-1,1-2 79,4 2 0,5 3 0,1 6 1,3-2-409,5-2 0,2 0 0,-1 6 0,1 2 0,2 3 0,8-7 0,-3 3 0,4-1 0,2-4 0,0 0 0,2 2 0,4-2 0,5-2 0,3 0 0,4 6 0,2 0 0,2 0 0,5-1 0,-3-1 0,1-2 0,4-2 0,4-5 0,2 4 0,1-3 0,0-3 0,-3-3 0,9-5 0,-1-3 0,1-1 0,-4-3 0,2-7 0,-2-1 0,-1-3 0,-6-6 0,5 2 0,-5 0 0,-4-1 0,-5 0 0,3-4 0,1 2 0,-1 3 0,-8-1 0,1-6 0,0 1 0,0 0 0,-3-3 0,5-1 0,-4-3 0,0-3 0,-7 3 0,11-8 0,0-4 0,-2 1 0,-1-1 0,-5 3 0,-2-3 0,-3-3 0,-2 4 0,-5-5 0,0 5 0,0 1 0,-2 1 0,-1-1 0,-4-2 0,-3-3 0,-2 9 0,-6-2 0,-2 4 0,0 2 0,3-1 0,-8-1 0,1 5 0,4 4 0,0 2 0,0 1 0,-3 2 0,-3 2 0,4 8 0,-3-3 0,0 5 0,-1 1 0,-1 0 0,-6 0 0,-1 1 0,-4 5 0,3 5 0,-5 11 0,2 5-268,0 4 0,-2 1 0,5 1 1,1 2-7151,3 3 7418,2-4 0,-4 13 0,1-5 0</inkml:trace>
  <inkml:trace contextRef="#ctx0" brushRef="#br0" timeOffset="30">20137 7634 8756,'-26'0'5378,"3"0"-4378,6 0 1,1 0 0,0 0 0,-1 0 0,1 0 0,-2 0-207,-4 0 1,4 0 0,-6 0 0,2 0 0,-1 0-217,-3 0 0,5 0 0,-5 0 0,1 0-230,-1 0 0,4 0 0,-3 0 0,0 0-188,-1 0 1,4 0 0,-5 0 0,-2 0-217,-2 0 0,-1-2 0,-1-1 0,-2-3-75,-3 3 0,-4 1 1,-7 2-1,0 0-31,0 0 1,6 0 0,1 0-1,0 0 213,0 0 1,1 5 0,-1 3 0,7-1 193,6 0 0,8 6 0,-7-2 0,1 3-141,2 3 0,1-1 0,8 2 1,-1 4-105,1 5 0,0-1 0,1-1 0,4-1 0,-3 12 0,5-2 0</inkml:trace>
  <inkml:trace contextRef="#ctx0" brushRef="#br0" timeOffset="31">18698 8092 7936,'11'33'2457,"0"-1"1,-5 1-1,4-2 1,3-2-1,2-2 1,1-5-1,2 5 1,2 0-2190,2-1 1,2-3 0,-3-6 0,7 1-269,2 4 0,0-9 0,-1 3 0,3-2 0,3 1 0,-3-4 0,10 0 0,2 0 0,3-2 0,-5 3 0,9-6 0,-1-1 0,1 3 0,-2-7 0,8 5 0,-3-4 0,-1-2 0,-11 1 0,7 3 0,-4 2 0,-3-3 0,-2-1 0,-9 0 0,0 1 0,1 3 0,-3 1 0,8-3 0,-7 3 0,-2 2 0,-7-5 0,7 3 0,1-2 0,2 1 0,1 1 0,-1-3 0,-2 3 0,-1 2 0,-1-5 0,5 3 0,1-1 0,0-1 0,-4 0 0,0-3 0,4 2 0,1 1 0,-8 1 0,4-4 0,0 1 0,0 3 0,-1-1 0,10-5 0,-3 2 0,2 3 0,-7-3 0,7 4 0,4-5 0,3-1 0,6 0 0,4 0 0,4 0 0,5 0 0,1-1 0,1-3 0,-1-1 0,1 1 0,-7-3 0,0 1 0,-5 3 0,-7 1 0,2-4 0,-7 1 0,2 1 0,-1 2 0,1 2 0,5 0 0,2 0 0,3 0 0,-1 0 0,7 0 0,0-1 0,-2-5 0,0 3 0,-7-7 0,0 3 0,-4 4 0,-9-5 0,0 3 0,-1 1 0,1 2 0,-7 2 0,5 0 0,2 0 0,2 0 0,-2 0 0,4 0 0,0 0 0,-1 0 0,1-5 0,4-2 0,-3-1 0,3 1 0,-10-4 0,0 4 0,1-2 0,-3-4 0,-5 4 0,-3 0 0,-1 0 0,0 0 0,-5 0 0,2-4 0,-2 2 0,2-2 0,-8 4 0,6-2 0,0 1 0,-1 0 0,-1-4 0,-2 3 0,2-2 0,4 2 0,-2-3 0,5 3 0,-1-2 0,-4 2 0,0-3 0,0 5 0,2-2 0,-2 0 0,0 2 0,0-4 0,1 2 0,-1-1 0,-1-3 0,-3 1 0,2 1 0,4 2 0,-9 0 0,3-5 0,-1-1 0,-3 1 0,-1 0 0,2 5 0,-8 0 0,1 5 0,-8-3 0,-4 2 0,3-6 0,-8 4 0,-4-2 0,-5 0 0,0-5 0,-7-6 0,-2 2 0,-2 2 0,-3 2 0,-4-1 0,-6 1 0,-3 0 0,1-1 0,-1 1 0,-5 0 0,-5-1 0,5 6 0,-5 1 0,1-3 0,-4-2 0,2 3 0,0-1 0,-2-3 0,-4-3 0,1 5 0,-10-6 0,4 5 0,6 4 0,6 1 0,1-7 0,3 3 0,6 3 0,7 2 0,0 5 0,2-1 0,2 1 0,3-3 0,-9 1 0,0 1 0,1-2 0,-3 5 0,-5-6 0,0 3 0,0 0 0,7-3 0,4 5 0,2-5 0,-2-1 0,3 4 0,-1-4 0,5 0 0,4 0 0,-1 3 0,-2-3 0,-1 0 0,-2 0 0,8 5 0,-12-3 0,1 2 0,1-1 0,-5 1 0,2 5 0,0 0 0,-2 0 0,-2 0 0,-5 0 0,0 0 0,-2 0 0,9 0 0,-7 0 0,3 0 0,2 0 0,-1 0 0,-4 0 0,1 0 0,3 0 0,10 0 0,-3 0 0,-2 0 0,-2 0 0,7 5 0,-3 1 0,-1-3 0,3-1 0,-3-2 0,3 2 0,-2 1 0,-1 3 0,5 1 0,-10-3 0,0 3 0,0 2 0,6-5 0,-2 3 0,1-1 0,-1-1 0,4 0 0,-2-3 0,5 2 0,3 1 0,1 1 0,-4-6 0,2 0 0,2 0 0,7 0 0,-2 0 0,2 0 0,-2 0 0,4 0 0,-4 0 0,4 0 0,2 0 0,0 5 0,-1 1 0,1-3 0,0 1-4049,-1 1-2142,1-3 6191,7 5 0,9-7 0,9 0 0</inkml:trace>
  <inkml:trace contextRef="#ctx0" brushRef="#br0" timeOffset="32">9790 5918 8936,'-16'-9'1389,"7"0"0,2 5-702,-1-2 101,-1 1 0,-2 0 0,0-1 0,-1 1 0,-3-1 0,-3 1 2207,-4 1-2683,4 2 1,-7 2 0,3 0 0,-5 0-1,-4 0 1,-2 0 0,0 0 252,1 0 1,-3 0-1,-1 0 1,-2 0-384,1 0 1,3 0 0,1 0-1,1 0-55,-1 0 0,0 6 0,0 1 0,1 2-58,-1 4 0,4 3 0,0 4 1,-2 4 9,2 1 1,5-3 0,-1 3 0,0 1 178,-1-1 0,6 3 0,-2 2 1,4-1 14,2-1 1,5-6-1,2 3 1,2 0-241,3 1 1,2-4 0,2 5 0,0 2-34,0 2 0,0-4 0,2-2 0,2 1 0,1-1 0,8-5 0,-2 2 0,3-4 0,3-1 0,-1 1 0,0 0 0,2 0 0,4-3 0,2-3 0,5 5 0,-2-1 0,2 0 0,-2 1 0,4-1 0,4-1 0,-1-5 0,1 5 0,-3-4 0,5 3 0,6 3 0,-4-1 0,8 0 0,-2 1 0,2-1 0,-5-5 0,11 0 0,1 0 0,3-2 0,-3 6 0,2-6 0,1 1 0,1 1 0,-9-5 0,9 3 0,-7-2 0,-2-3 0,-9 3 0,7-1 0,-5-1 0,-6 2 0,0-5 0,1 4 0,3-5 0,1-1 0,3 0 0,5 0 0,2 0 0,3 0 0,-1-5 0,5-2 0,0-1 0,0 1 0,-3-6 0,1 4 0,-3-2 0,-6 0 0,-1 2 0,1-3 0,-2 1 0,-1-2 0,-12 4 0,5 0 0,1 0 0,2 0 0,-2-2 0,2-6 0,-2 1 0,-2 0 0,-5-1 0,6 1 0,-7-2 0,-2-4 0,-7 2 0,5-5 0,-2 1 0,-5 4 0,0 0 0,-3 0 0,0-2 0,-7 1 0,-3 4 0,-2 1 0,1 0 0,-3-1 0,5 1 0,-2-2 0,1-4 0,1 2 0,-3-6 0,1 1 0,-1 0 0,-2 3 0,-2-4 0,0 3 0,0 3 0,0 0 0,-2 2 0,-4-2 0,-4 0 0,-7 5 0,-3-7 0,-2 4 0,2 2 0,-5 0 0,-2-1 0,-4-1 0,-2-4 0,-1 8 0,-3-6 0,-4 0 0,-7 2 0,1-8 0,-11 1 0,-2-3 0,-3 1 0,-1 5 0,-12-3 0,-2 0 0,-2-1 0,2 4 0,-2-1 0,-7 1 0,40 11 0,-1 2 0,0 4 0,0 1 0,-4-3 0,0-1 0,3 3 0,0 1 0,-42 1 0,19 1 0,-4 2 0,1 0 0,4 0 0,19 0 0,-1 0 0,6-2 0,0-3 0,7 3 0,-8-4 0,3 4-2075,-2 2 0,7 0 1,-7 2-1,5 6 2075,5 8 0,10 7 0,4 10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297"/>
    </inkml:context>
    <inkml:brush xml:id="br0">
      <inkml:brushProperty name="width" value="0.05292" units="cm"/>
      <inkml:brushProperty name="height" value="0.05292" units="cm"/>
      <inkml:brushProperty name="color" value="#FF0000"/>
    </inkml:brush>
  </inkml:definitions>
  <inkml:trace contextRef="#ctx0" brushRef="#br0">1471 2485 7895,'-9'0'1022,"0"0"37,3 0 1106,4 0 1580,-5 0-165,7 0-2724,0 0 0,0 7 0,2 4 0,1 5 331,3 6-868,7 4 1,-10 13 0,6 7 0,0 5 0,1 5 0,0 0 0,1 1-293,0-5 0,-7-3 1,3-7-1,-1-7-990,-1-6 0,2-15 350,-1 3 1,-4-14 0,3-5 367,-3-12 1,-2-2-1,0-8 1,0 0 238,0-3 1,-2-6 0,-2-5-1,-1-4 24,1 1 1,1-8 0,-1 3 0,-1-5 204,1-1 1,2 4-1,2-6 1,2 3 64,3 2 1,4 5 0,8 5-1,1 2 480,4 6 1,3 2 0,6 0 0,-2 6-317,-2 6 1,-1 6 0,1 0 0,-3 6-453,-1 3 0,-8 2 0,3 2 0,-2 3 0,-3 6 0,0 4 0,1 3 0,-3 4 0,-5 5 0,1 4 0,-2 2 0,-1 1 0,-2 4 0,-8-7 0,-1 4 0,-2-3 0,-4-3 0,-3 1 0,-4 0 0,-4-2 0,-1-7 0,3-8 0,-3-4 0,-1-1-138,1-5 0,5-1 0,-2-2 0,2 0-2320,-2 0 0,10-7 1,-3-4-1,6-4-943,5-1 1,2 0 3400,2-1 0,0 1 0,0 0 0</inkml:trace>
  <inkml:trace contextRef="#ctx0" brushRef="#br0" timeOffset="1">2026 2697 7826,'0'29'984,"0"4"0,0-9 0,0 8 0,0 1 1584,0 3 0,0-1 1,0 3-1800,0-3 1,6-5-1,-1-1 1,1-3 0,-1-1 800,1 1 0,-1-12 272,-5 3-1749,0-12 1,0-5-1,0-13 1,-2-7-94,-3-7 0,3 0 0,-5-4 0,1-3 0,1-1 0,-1-5 0,6 2 0,0 2 0,0 1 0,0 2 0,0 1 0,0-1-1509,0 0 0,2 8 0,2 3 1,3 4-950,2 2 0,2 5 1,5 2-1,3 3 2162,2 8 0,-2 5 1,4 10-1</inkml:trace>
  <inkml:trace contextRef="#ctx0" brushRef="#br0" timeOffset="2">2288 2779 7826,'7'16'1811,"-3"-1"1,5-2 0,0-4-871,0-2 1,4-2 0,7-5-1,2 0-238,-2 0 1,0 0 0,0 0 0,1 0-101,-1 0 1,-7-5-1,-2-2-336,2-2 1,-4 0-1,0-4 1,-2 2-12,-3-2 0,-3 4 0,-2-2 0,-3-1-134,-1-3 0,-8-1 0,2 1 1,-4 2-15,-1 3 1,0 0 0,-1-2 0,1 3 55,0 1 0,-1 3 1,1 5-1,0 0 211,-1 0 1,1 0-1,0 4 1,-1 5-93,1 7 1,0 6 0,1 0 0,2 7-108,2 7 1,6-2 0,-4 5 0,2-3-177,3 2 0,4-3 0,4 3 0,3-6 0,2-4 0,4-3 0,7-7 0,3 0-1070,3-3 1,-4-10 0,5 1 0,2-4-714,2-2 1,-4 0 0,-2 0 0,-1-2-806,-4-4 1,0-3 2587,2-7 0,-4-8 0,6-1 0</inkml:trace>
  <inkml:trace contextRef="#ctx0" brushRef="#br0" timeOffset="3">2811 2697 7826,'-11'6'1096,"0"-1"1,6 8-1,-4-2 1361,1 3 1,3 3-1,5-1 1,0 2-1196,0 4 0,0-2 0,0 7 0,0 2-722,0 2 1,2 2 0,1 0 0,3-1-413,-2 1 1,3-8 0,-2-3 0,1-5-1462,1-7 1,-5-1 153,3-3 1,2-6-1,-1-2 811,-2-12 0,-3-3 0,-1-6 0,0-1 144,0-3 1,0-4 0,0-2 0,2 1 127,4-1 1,-5 6-1,7 1 1,-3 3 713,1 3 1,1 1 0,-2 5-262,6 3 1,-2 6-1,0 10 1,0 8 270,1 7 0,-5 5 0,4 8 0,-2-1-176,-3 1 0,0-6 0,-1-1 1,3-3-1733,-3-3 0,-1-7-2731,-2-2 3591,0-7 0,2-10 0,2-10 0,1-4 318,-1-4 1,3-1-1,0-6 1,0 2 306,1 2 1,4 7-1,-1-2 1,4 4 625,1 1 1,-5 8-1,0 4 1,4 3 79,4 2 0,-6 15 0,4 6 0,-3 8-360,1 4 1,-4 0-1,-2 0 1,-2-1-552,-4 1 0,-1-8 0,-2-3 0,0-4-2853,0-1 1,0-6 579,0-1 1,0-8 0,-2-2 2272,-3-9 0,-4-5 0,-7-3 0</inkml:trace>
  <inkml:trace contextRef="#ctx0" brushRef="#br0" timeOffset="4">3350 2763 13803,'9'7'3276,"-1"4"1,-8 9 0,0 3-2426,0 3 0,5 3 0,1 7 0,-1 4-532,2 2 0,-3-6 0,5 1 0,-2-6-1881,-3-4 1,0-13-1,-1 3-1168,3-3 0,-1-8 0,-5-8 2730,0-13 0,0-8 0,0-10 0</inkml:trace>
  <inkml:trace contextRef="#ctx0" brushRef="#br0" timeOffset="5">3318 2583 7708,'-11'0'0,"0"0"0,-2 0 2963,-1 0 1,3 0-1,2 2-2013,1 3 1,3 4-2479,5 8 1,7-7-1,4 0 1528,4-3 0,8 6 0,3-4 0</inkml:trace>
  <inkml:trace contextRef="#ctx0" brushRef="#br0" timeOffset="6">3824 2730 7708,'-25'25'728,"1"4"0,6-7 0,-2-2 0,-2-2 526,2-1 1,2-1-1,2-1 1,1-3 98,5-1-1431,2-7 1,10 3 0,4-9 0,4-1 89,5-3 1,1-1-1,2 3 1,2-1 573,2 1 0,2 2 0,-4 2 0,2 0 662,-2 0 0,-2 2 0,-2 4-458,0 5 1,-6 3-1,-3 1 1,-2-1-176,1 3 0,-3-5 0,-8 10 0,-6-4-558,-4-1 0,-1 1 0,0 0 1,-2 0-475,-4-3 1,4-4 0,-6-1 0,2-4-166,0-4 1,1-2-1,4-4-8295,1-7 8877,7 0 0,2-20 0,7 6 0</inkml:trace>
  <inkml:trace contextRef="#ctx0" brushRef="#br0" timeOffset="7">4053 2795 9895,'17'2'1873,"-1"2"18,0 1 1,1 1-1,-1-6 1,2 0-1457,4 0 1,-2 0-1,5 0 1,-1-2-433,-4-4 1,0 5-1,-2-7 1,0 3 26,-3-1 0,-4-1 0,1 4 1568,-1-3-855,-7-7 1,1 12-1505,-10-5 1,1 4-990,-7 2 0,6 0-1998,-6 0-413,7 0 4161,-3 0 0,7 0 0,0 0 0</inkml:trace>
  <inkml:trace contextRef="#ctx0" brushRef="#br0" timeOffset="8">5018 2697 9070,'-11'0'3743,"0"0"0,5 2-3134,-5 4 0,8 3 0,-3 9 0,5 2 9,1 2 1,1 7 0,5-4 0,5 2-573,3 1 0,4-7 0,2 3 1,4-4-170,1-6 0,-3-3 1,5 0 5,2-5 1,-5-4 0,0-4-1,-4-4 1,-2-5-393,-4-3 1,-3-4-1,2-2 1,-4-4 235,-2-1 1,-1 3 0,-6-4 0,0 3 678,0 3 1,0 2 0,0 1 0,-2 3 231,-3 3 1,1-2 643,-7 8 1,7 1-413,-1 10 1,10 10 0,4 11-1,4 6-335,4 5 0,-5 4 0,10 7 1,-2 2-536,2 3 0,-8 1 0,4 6 0,-1 1 0,-4-6 0,-8-3 0,0-7 0,-3-5 0,-2-3 0,-7-14 0,-4 2 0,-3-10 0,-3-5 0,-6-8 0,-3 3 0,-1-4-1076,0-2 1,-1-8-1,-2-3 1,1-3-214,1-2 0,6-8 0,-3-3 1,1-6-610,4-5 1,4-4 0,5-5 1897,6 3 0,3-10 0,2 3 0</inkml:trace>
  <inkml:trace contextRef="#ctx0" brushRef="#br0" timeOffset="9">5704 2714 7861,'-16'0'1623,"5"5"0,2 2 1,0 1 754,0-1 1,-2 6 0,-4-2-1273,4 3 0,-1 2 1,4 1-1,1-1-410,0 0 0,1 3 0,6 1-873,0 1 0,8 1 1,2-7-1,5-3-66,1-1 0,8-7 0,3 1 1,2-5 96,-2-5 1,4 1 0,-5-7 0,1-1 61,0-3 0,-12-1 0,1-1 0,-1 1 217,-1 0 1,-5-1 0,-3 1-1,-4 0 226,-2-1 0,-2-1 0,-4 0 0,-6 0-911,-8 3 1,0 3 0,-6-5 0,1 3-1094,-1 3 0,5-2 1,-5 6-1,1 0-4056,-1-1 5701,6 3 0,-3-2 0,6-2 0</inkml:trace>
  <inkml:trace contextRef="#ctx0" brushRef="#br0" timeOffset="10">3792 2943 11790,'5'-11'2015,"1"0"1,5 5 0,-4-3-1456,2 2 1,-4 0 0,6 3 165,2-1-773,-6-8 1,6 9-1,-6-5 1,0 0 0,2 2-1,1-2 1,0 0-175,0-4 0,-1 4 0,-6-2 1,5 0-443,1 2 0,-6-6 0,5 6 1,-3-2 181,0 1 0,1 4 1128,-6-5-284,0 8 0,-2-5 246,-3 8 1,-4 0-282,-8 0 1,1 2-213,-1 4 0,3-3 1,1 6-1,4 0-73,2 0 1,1-3 0,6 5 0,-1 2 126,-5 1 1,4 2 0,-3 1-12,3-1 0,2 0 0,0 1 0,0-1-77,0 0 1,6 1 0,1-1 3,2 1 0,-4-1 0,4 0-16,-1 1 1,3-7 0,-4 0 0,0-1 251,0 0 1,1-6 0,-3 5-140,6-1 1,4-5-1,1 3-155,0-3 0,1-2 0,-1 0 1,0 0-230,1 0 1,1-6-1,2-1 1,2 0-582,-3 0 0,-6-4 0,-2 4 0,2-3 782,1-2 0,3-3 0,-1-1 0</inkml:trace>
  <inkml:trace contextRef="#ctx0" brushRef="#br0" timeOffset="11">6113 2616 8876,'-17'0'498,"1"0"1,0 0 0,-1 0 823,1 0-768,7 0 0,0 0 1,5 1-1,-1 5 1456,1 5-1752,2 3 0,2 4 1,0 2-1,2 2 0,4 0 1,4 0-1,5 1 341,1 3 0,1-6 1,-1 0-1,2-6-137,4-3 0,-4-2 1,6 2-388,-1-5 0,-5-5 0,4-1 0,-4 0 1,-1 0 11,-1 0 1,0-5 0,1-2 0,-3-2-625,-3-4 1,-2-2 0,-5-1 0,1 0-156,-1-1 1,3 1 0,-1 0-1,-3-1-114,-1 1 1,-2 0 0,0-1 0,0 1-947,0 0 1,0-1 1751,0 1 0,7 0 0,3-1 0</inkml:trace>
  <inkml:trace contextRef="#ctx0" brushRef="#br0" timeOffset="12">7240 2550 8339,'-18'6'0,"-2"-1"873,-1-1 0,-1-1 0,5 1 0,1 1-333,0-1 609,7-2 1,-6 0-1,4 3 1,-1 6 0,-1 4-432,2 1 0,7 6 1,-1 1-1,5 3-653,5 3 1,-1 0 0,7 0 0,2-4-272,1-1 0,2-2 0,3-8 0,1-1-236,1-2 1,1-7 0,-6 1 0,1-3 115,-1-2 1,-5-7 0,-2-4 0,0-4-155,0-1 0,-3-6 1,3-2-1,-2-1 596,-3-4 0,-2 3 0,-2 1 0,0 1 571,0 4 0,0 2 0,0 2 0,0 0 1679,0-1 0,0 10-1647,0 7 1,1 7 0,3 11 0,1 4-541,-1 5 0,0 4 0,-1 0 0,5-2-1735,1-2 1,-6-7 0,5 2-2650,-1-4 0,2-3 4205,7-4 0,1-11 0,-1-9 0</inkml:trace>
  <inkml:trace contextRef="#ctx0" brushRef="#br0" timeOffset="13">7535 2714 7762,'0'23'1389,"0"-5"1,-2 4 0,-2-4 982,-1-1 1,-1-1 0,5 0 1843,-5 1-3441,4-8 1,-5-4-752,7-10 0,0-6 1,0-9-1,0-4 235,0-1 1,0 3 0,0-5 0,0-2 21,0-2 1,0 4 0,0 1-1,2 1-343,3-1 0,-3 6 0,5-1 0,1 2-701,3 3 0,-2 0 1,1-1-1,3 1-1695,2 0 0,1 5 1,0 2-1,1 1 2010,-1 5 0,8 1 0,1 2 0</inkml:trace>
  <inkml:trace contextRef="#ctx0" brushRef="#br0" timeOffset="14">7764 2501 7762,'9'16'132,"-2"-5"1,-5-2-1,1 1 915,3-1 0,1-4 0,-2 4 0,5 0-263,-1 0 1,5-5 0,-3 1-1,4-3-283,1-2 0,0 0 0,1 0 0,-1 0-328,0 0 0,-5-5 1,0-1-1,0 1-244,-2-2 0,0-1 0,-5-4 1,1 1-46,-1-2 1,-2 4-1,-4-2 1,-4 0 134,-4 2 1,-1-4 0,-4 8 0,-3 1 140,0 2 0,-2 2 1,0 0-1,-2 0 613,2 0 0,2 2 1,2 2-1,-1 3-27,1 2 0,0 2 1,1 7-1,2 2-58,2 2 0,8 7 0,-3-3 0,4 1-522,2 0 1,8-5-1,3 3 1,3-1-603,3-4 0,6-7 0,3-4 0,1-2-1056,0-3 0,-7-3 0,2-2 0,-4-5 1492,-2-5 0,1-11 0,-1-3 0</inkml:trace>
  <inkml:trace contextRef="#ctx0" brushRef="#br0" timeOffset="15">8891 2567 19567,'0'23'92,"6"-5"0,1 4 0,0-2-349,1 2-659,4-4 0,-8 9 1,5-7-1,0-2 0,0 1-4969,4-7 5885,-6-3 0,0-16 0,-7-2 0</inkml:trace>
  <inkml:trace contextRef="#ctx0" brushRef="#br0" timeOffset="16">8875 2256 7792,'-2'-9'3827,"-3"3"0,1 5-4163,-7 1-1515,8 0 1,-5 1 1850,8 5 0,15 3 0,3 7 0</inkml:trace>
  <inkml:trace contextRef="#ctx0" brushRef="#br0" timeOffset="17">9186 2681 9959,'-15'13'0,"2"3"1192,2 2 0,8-5 1,-5-4-339,1-2 0,5-3 1,-3-10-884,3-4 1,2-7 0,0-3-1,0-3-183,0-3 0,2-1 0,2-6 0,3 1 103,2-1 0,0 6 0,4 1 0,-2 3 568,1 3 1,3 3-1,1 6 1,1 6 515,-1 3 0,0 2 0,1 4 0,1 5-631,4 7 1,-4 11 0,4 1 0,-4 2-551,-2 3 0,-5-6 1,-2-1-1,0-3-1063,0-3 0,-3-3 0,3-4 0,0-4 1269,0-2 0,2-9 0,5-7 0</inkml:trace>
  <inkml:trace contextRef="#ctx0" brushRef="#br0" timeOffset="18">10150 2305 7793,'-16'0'935,"-1"0"0,1 0 0,1 2 0,1 1-6,-3 3 0,10-1 0,-9-5 0,1 2 795,1 4 1,-3-5-1119,1 5 1,0 3-1,1 2-261,4 3 0,4-1 0,7 2 1,0 3-44,0 0 0,0 6 0,2-1 1,3 1-98,6-1 1,4 1-1,1-6 1,0 0-482,1-3 0,5-4 1,1 0-1,1-4-1095,-1 0 1,-1-5 0,-5 2 0,-1-6-467,0-4 0,1-12 0,-3 2 1837,-3-2 0,4-15 0,-6-2 0</inkml:trace>
  <inkml:trace contextRef="#ctx0" brushRef="#br0" timeOffset="19">10281 1880 19617,'0'16'1116,"0"1"0,1 1 0,3 5-798,2 10 1,6 7 0,-1 11 0,4 3-394,1 6 1,-5-2 0,-2 1 0,-2-3-68,-3-3 0,3-8 1,-1-5-1,-3-6-1759,-1-8 1067,-2-6 1,0-13-1,0-7 1,0-11 313,0-9 1,0 0-1,2-5 1,2-1 563,1 1 1,2 3-1,-3-3 1,3-1 656,2 1 1,-3 10 0,3-1 0,0 3 196,0 4 0,-4 2 0,6 7 1,2 0-263,1 0 1,3 7 0,-1 6 0,1 7-423,-1 7 1,0 4 0,1 0 0,-1-2-1020,0-2 0,-5-5 0,-2 3-2117,-2-1 0,4-8 1683,-5-5 1,1-9 0,-3-2 0,1-9 1,-1-5 0,3-8 1,0 0-1,4 0 825,7-1 0,-1 8 0,5-5 1,-4 0 531,-2 2 0,0 0 1,1 3-1,-1 1 247,0-3 0,-7 10 0,-3-9 1378,-4 1 1,-4 8-810,-4 1 0,-3 5 0,-9 1 1,-2 1 530,-2 5 0,2 5 1,8 9-1,1 3-907,-2 3 0,4-4 0,0 3 0,2 0-59,3 1 1,2-6 0,2 2 0,0-4-637,0-2 1,8-1 0,2-3 0,5-3-741,1-1 1,1-3 0,-1-7 0,0-3-629,1-6 0,-1-5 1,-1-4-1,-3-4 961,-1-1 1,-7-3 0,3-2 0,-1 0 513,-1 3 0,0 2 0,-5-4 0,0 3 85,0 3 1,0 6 1082,0 6 0,0 10 0,0 1 0,0 11 705,0 9 1,0 0 0,0 7-1,2 0-1122,4-2 0,-3 6 0,6-5 0,0-1-656,1-3 1,-5-4-1,4-2 1,0 1-1945,0-1 1,-3-5-1285,5 0 1,0-9-1,3-2 1103,-3-9 1,3-6 0,-4-1 807,-1-1 1,5 1 1249,-3 0 0,4 1 648,1 4 1,-5 4 0,0 7 1499,1 0 1,-2 0-653,0 0 0,-4 6 0,3 1-519,-2 2 1,4 2 0,-5 5-218,-3 0 0,-1-5 0,-2 0 1225,0 2 0,0-4-720,0 2-1108,0-7 0,-2 1 1,-1-10-1,-3-8 17,2-7 0,3-6 0,1-6 1,0-1-1072,0 0 1,0-1 0,1-2 0,3-3-1069,2 3 1,1 7 0,-4 4 0,5 3-1284,1 7 0,-4-1 3248,6 5 0,0 4 0,5-1 0</inkml:trace>
  <inkml:trace contextRef="#ctx0" brushRef="#br0" timeOffset="20">11621 2207 7777,'-16'0'0,"-1"2"0,1 1 0,0 3 1934,-1-3 1,1 5 0,0-1 0,-1 0-296,1 0 0,5 6 0,0-2-1176,-2 4 0,6 1 1,2 0-1,3 1-319,2-1 0,0 0 0,2 1 1,1-1-347,3 0 0,6-1 0,-1-2 0,6-4-1209,4-2 0,-2-2 0,2-5 864,-2 0 0,-5-1 0,-1-5 0,-2-5 161,1-3 1,-4-3 0,-3-1 0,-3-2 83,-2-2 1,2-5 0,1 4 0,3-1 526,-3 0 0,-1 3 1,-2 4-1,0 1 2450,0 0-2007,0-1 1,0 10 0,2 9 0,2 10 193,1 8 1,8 15-1,-4-1 1,2 8-60,0 9 0,-6-6 0,4 8 0,0 2-86,0 1 1,-5 4-1,2 2 1,-5-4-718,-1-4 0,0-17 0,-1 4 0,-5-4-367,-5-8 1,-3-9 0,-5-11 0,0-2-164,-3-3 1,-2-4 0,4-6 0,-3-6-1929,-3-8 0,6-8 1,-2-8-1,6-6 2101,5-5 0,-3 2 0,4-12 0</inkml:trace>
  <inkml:trace contextRef="#ctx0" brushRef="#br0" timeOffset="21">11882 2305 7763,'8'11'1462,"3"0"0,-2-8 1,2 3-1,1-4-679,3-2 1,1 0 0,1-2 0,1-2-802,3-1 1,-2-8-1,2 2 1,-2-5-324,-3-6 0,-2 4 1,-1-4-1,-4 4 87,-1 2 1,-3-1 0,-5 1 0,0-1 209,0 1 1,-7 2 0,-6 3 0,-5 3 861,-4 1 1,-5 5 0,3-3 0,1 5-257,-1 5 1,0-1-1,4 7 1,-1 3 55,1 6 1,7-1 0,4 4-1,2-1-124,3 0 1,-3 7-1,1-4 1,3 3 561,1-1 1,7 0 0,2 4-1,3-2-971,2-2 0,3-7 0,1 0 0,2-5-1091,4-4 1,-4-6 0,4 4 0,-4-2-2828,-1-3 0,-1-9 3833,0-6 0,1-11 0,-1-4 0</inkml:trace>
  <inkml:trace contextRef="#ctx0" brushRef="#br0" timeOffset="22">13125 2109 7927,'-11'0'2500,"0"0"-1386,-2 0 0,4 0 0,-2 0 1,0 2-1,0 1-291,0 3 1,1 5-1,-5-4 1,2 2-1,2 4-229,-1 1 1,4-1-1,1 1 1,2 5-401,-1-1 1,1 0 0,5-2-1,0 1-402,0-1 0,9-2 0,5-1 0,8-4-73,4-1 0,1-3 0,6-5 1,-1-2 41,1-3 0,0-4 0,-2-8 1,-2 1-108,-2 0 1,-13-1-1,3 1 1,-3-2 130,1-4 0,-6 4 1,-5-4 306,-8 4 1,0 1 0,-8 1 0,-5 2 89,-3 3 1,-3 2 0,3 5 0,-2-1-352,2 1 0,0 2 1,2 4-1,-2 2-1168,0 1 1,11 6 0,-6-4-441,6 2 0,5 2 1,10 4 1776,5-4 0,11 3 0,3-5 0</inkml:trace>
  <inkml:trace contextRef="#ctx0" brushRef="#br0" timeOffset="23">13550 2240 7873,'11'16'485,"-2"0"1,-2 1 309,-4-1 0,5 0 1,-3 1 3330,-1-1-1032,-2-7-2344,-2-2 0,-8-19 0,-1-7-304,0-4 0,-3 1 0,4-5 0,-1-4-268,-4-5 0,6-1 0,2-4 0,1-1-28,-1 0 0,3-3 0,-4-8 1,5-2-287,1 3 1,1-1-1,3 2 1,3 0-261,2 4 1,0 13-1,4 1 1,-2 4-87,2 5 0,1 13 0,3-3-2080,-1 5 0,-7 5 1,-2 10 2561,1 4 0,1 12 0,7 4 0</inkml:trace>
  <inkml:trace contextRef="#ctx0" brushRef="#br0" timeOffset="24">13370 1962 7787,'-17'7'7159,"8"-3"-4702,4 6 1,12-6-1,10 2 1,8-5-2061,6-1 0,3 0 1,3 0-1,1 0-1258,-2 0 1,-1-1 0,-3-3 0,1-3-5798,0-2 6658,-8 5 0,6-11 0,-6 6 0</inkml:trace>
  <inkml:trace contextRef="#ctx0" brushRef="#br0" timeOffset="25">14759 2109 10049,'-16'0'2291,"-1"0"-832,1 0-1008,7 0 1,-5 0 0,3 0-1,-4 0 1,1 2 1043,3 3-1487,-4 4 0,11 2 0,-5 2 0,0 3 1,2 6-1,0 2 0,3 1-120,2 0 1,2-3 0,0 4 0,2-3-390,4-3 1,3-2 0,7-3 0,2-4 64,4-6 1,-4-5 0,6-5 0,-2-6 51,-1-4 1,1-6 0,-6-3 0,1-1 69,-1-5 1,-5 0 0,-2-1 0,-2 2 450,-3 1 0,-2 8 1,-2-1-1,0 2 3816,0 3-2728,0 7 1,0 4 0,0 10-669,0 6 1,0 5 0,0 4 0,2 4-263,3 1 0,4-3 0,8 5 1,-1 1-567,0-3 0,6-1 1,0-8-1,0 0-8,1 1 0,-8-6 0,5-2 0,0-2-2312,-2-3 0,-5-3 0,-4-2 2591,-2-5 0,13-10 0,-2-10 0</inkml:trace>
  <inkml:trace contextRef="#ctx0" brushRef="#br0" timeOffset="26">15838 1520 7884,'-11'0'1961,"2"2"1764,2 4-3149,1-5 1,6 16 0,0-1 0,2 10-1,3 6 1,8 8 0,5 9 98,4 9 0,0 8 0,-8 5 0,-1 3-512,-2 0 1,-7-6-1,1-14 1,-3-7 376,-2-10-1400,0-14 1,0-8-1,0-15 1,0-9 94,0-6 0,2-3 0,1-2 1,5-3 857,1-3 1,2 6 0,5-4 0,0 3 125,1-1 0,5 2 1,1 7-1,1 4 470,-1 2 1,1 1 0,-4 6 0,4 0-17,1 0 1,-5 8 0,2 3-1,-6 5-178,-5 6 0,-4-2 1,-7 5-1,0 1-253,0-1 1,-9-3-1,-5 3 1,-8 1-432,-4-1 0,-1-7 0,-6 0 1,1-7-821,-1-3 0,0-3 0,3-5 0,2 0-1179,6 0 0,4-4 0,4-5 2188,3-7 0,-4-11 0,6 1 0</inkml:trace>
  <inkml:trace contextRef="#ctx0" brushRef="#br0" timeOffset="27">16361 2109 7831,'0'16'1749,"0"0"1,0 1 0,0-1 0,0 2-360,0 4 0,0-2 0,0 7 1,0 2-1448,0 2 1,0-5 0,0-4 0,0-4-4111,0-2-216,0-7 4383,7-16 0,-5-11 0,5-15 0</inkml:trace>
  <inkml:trace contextRef="#ctx0" brushRef="#br0" timeOffset="28">16377 1847 7831,'-2'-16'971,"-3"0"6363,-6-1-6502,4 8-1449,0 2 1,7 9-1,1 3 617,5 6 0,10 4 0,10 1 0</inkml:trace>
  <inkml:trace contextRef="#ctx0" brushRef="#br0" timeOffset="29">16770 2191 7831,'-37'25'1250,"5"-3"0,10-4 0,0-2 0,4 1-431,1-1 1,8 0 0,4 1-1,3-1-618,2 0 0,0-5 0,2-2 1,3-1-605,6-5 1,9-1 0,2-2 0,0 0-195,1 0 1,-8-7-1,5-4 370,0-4 0,-2-1 1,-5 1-1,-4 3 38,-2 1 1,-1 5-1,-6-4 1,0-3 105,0-2 1,0-1 0,0 0-1,0-1 315,0 1 1,0 0-1,0-1 145,0 1 1,0 5-183,0 0 1,1 7-1,3 1 1,2 6 868,-3 8 1,4 6-1,1 4 1,1 9-77,3 6 0,-2 6 1,0 8-1,1 3-205,-2 2 0,-1 6 1,-8-2-1,0 0-405,0 1 1,-2-7 0,-4 0 0,-6-6-434,-8-3 1,-2-14-1,-7 1 1,-4-7-756,-1-10 1,3-4 0,-7-10-1,1 0-1183,-1 0 1,4-8-1,-3-4 1993,8-8 0,-2-6 0,6-7 0</inkml:trace>
  <inkml:trace contextRef="#ctx0" brushRef="#br0" timeOffset="30">17914 1994 7765,'-11'0'636,"0"0"0,5 0 902,-4 0 1,1 2 0,-4 2-106,2 1 0,5 1-866,-4-6 0,4 5 0,-5 1 62,-2-3 1,4 5-1,-1-1-288,-3 2 0,-2 4 1,1 7-1,1 1 48,2-1 1,6 6 0,-4 1 0,1 6-537,5 5 1,1-5-1,2 1 1,4-5-1041,6 0 0,1-11 0,13-3 0,0-4-326,3-2 0,-2-7 0,2-2 1513,3-9 0,0-13 0,3-4 0</inkml:trace>
  <inkml:trace contextRef="#ctx0" brushRef="#br0" timeOffset="31">18077 1651 8747,'-9'7'2155,"0"-5"1,5 5 0,-1 1-1065,1 3 1,2 3 0,2 4 0,0 4-730,0 5 1,0 11-1,2 6 1,4 5-138,5 6 0,-2-3 1,0 6-1,0 1-167,0-1 1,-5-6-1,3-1 1,-2-9-336,1-9 0,-1-17 0,-5 0-52,0-1 0,0-10 0,0-5-613,0-9 0,0-11 0,2-2 0,2 1 476,1-3 0,6 0 0,-4-5 0,2 2 339,4-2 0,-4 4 1,2 1-1,2 4 296,1 6 1,3 3 0,-1 0 684,0 5 0,1 8 0,-1 7 0,-1 9 176,-5 6 1,3 10-1,-7 8 1,-3 0-868,-1-4 0,3 2 0,1-4 0,-2-5-3017,-3-7 0,-1-11-696,0-2 3550,0-15 0,8 2 0,1-14 0</inkml:trace>
  <inkml:trace contextRef="#ctx0" brushRef="#br0" timeOffset="32">18486 2207 7801,'-17'0'727,"1"0"1,5 0 0,0 0 719,-1 0 1,4 2-1,3 3 1,3 6-806,2 4 1,0 6 0,2 1 0,2 0-66,1 2 0,8-1 0,-2 6 1,3-3-177,2-3 1,1-1 0,-1-7-1,0-3-140,1-1 0,1-5 1,2 3-1,2-2 2,-2-3 1,-2-4 0,-2-6-1,1-3 224,-1 0 1,0-11 0,-1 4 0,-2-2-480,-3-1 0,1-2 0,4-1 0,-2 0-1475,-3-2 0,-6 6 0,3-4 0,-1 4-3138,-1 2 0,6 0 4605,-5-1 0,6 1 0,-3 0 0</inkml:trace>
  <inkml:trace contextRef="#ctx0" brushRef="#br0" timeOffset="33">19025 2125 8516,'-9'7'2499,"0"-5"-1103,4 4 1,3-3-668,-4 3 1,3-4-1,-1 5-153,-1 0 0,-1-3 0,6 7-142,0 1 1,0 3-1,0 1-62,0 1 0,0-1 0,0 0 0,0 1-280,0-1 1,0 0 0,0 1 0,0-1-54,0 0 1,0 1-1,0-1 1,0 0 32,0 1 0,0-1 0,0 0-983,0 1-1054,0-8 1485,0-2 0,2-25 0,2-6 317,1-3 1,2-2 0,-1-4 0,3 1 8,0-1 0,5 6 1,-3 1-1,4 3 569,1 3 1,1 2-1,-1 3 1,0 4 444,1 6 0,-1 10 0,-2 8 1,-1 7-205,-2 7 1,-7 4 0,1 3-1,-3 3-375,-2 1 1,0 0-1,0-7 1,0-2-3562,0-2 1,-2-7 580,-3 2 1,1-11-1,-5-7 2699,2-8 0,-6-12 0,4-10 0</inkml:trace>
  <inkml:trace contextRef="#ctx0" brushRef="#br0" timeOffset="34">19597 1586 7685,'-11'2'0,"2"3"571,2 6 0,0 3 0,3 3 0,-1 3 1086,1 7 1,2 2 0,2 15 0,2 5-542,3 9 0,-3 2 1,4 11-1,-4-4-1273,-2-2 0,0-10 0,0-5 0,0-2-1470,0-8 0,0-9 0,-2-8-4810,-4-5 6437,4-5 0,-5-13 0,7 0 0</inkml:trace>
  <inkml:trace contextRef="#ctx0" brushRef="#br0" timeOffset="35">19548 2191 7685,'9'-8'780,"0"1"1,-3-6-1,3 2 510,0-1 1,7-3 0,-1-1 0,5-2-911,0-4 0,5 2 0,1-6 0,1 1-849,0 0 0,-11 5 0,3-2 0,-3 2-1344,-3-2 0,-6 9 1813,4-3 0,-15 11 0,2-3 0</inkml:trace>
  <inkml:trace contextRef="#ctx0" brushRef="#br0" timeOffset="36">19761 1929 7685,'-6'16'728,"1"1"449,1-1 1,2 0-1,2 3 1,0 1-381,0 1 1,0 3 0,0-2-1,2 5 455,4 4 0,-3 3 0,6 1 1,0-1-1387,0-3 1,-3-7-1,5 1 1,0 1-2238,-2-1 0,0-10 2371,-4 1 0,4-3 0,8 3 0</inkml:trace>
  <inkml:trace contextRef="#ctx0" brushRef="#br0" timeOffset="37">20807 2060 8541,'-9'7'4622,"-4"-3"-3271,8 7-1005,-1-8 0,1 6 0,-3-5 0,1 3 1041,0 2-1152,1-5 1,1 10 0,-1-3 0,1 6 0,0 3 0,-1 3 362,3 3 1,1-1 0,2 4 0,0-2-585,0 2 1,7 1-1,2-1 1,2-6-297,0-5 0,0 1 0,5-14 0,2-1 123,4-3 1,-4-8-1,4-4 1,-4-5-320,-2-6 1,-5-3 0,-2-6 0,1 2 14,-1 2 0,-6-1 0,3-3 1,-4 4 304,-2 5 0,-2 4 0,-4 2 0,-3-1-137,0 1 0,-5 5 0,3 2-892,-4 2 1,-1 1 1186,-1 6 0,1 0 0,0 0 0</inkml:trace>
  <inkml:trace contextRef="#ctx0" brushRef="#br0" timeOffset="38">21264 2501 7809,'-7'11'2052,"-4"-2"98,-3-2 0,3 4-1553,0-5 0,2-8 0,-2-11 0,6-7-447,3-7 1,-4-4 0,1-3 0,1-5-280,2-4 1,-3-1 0,-1-3 0,3-6 361,1-3 1,2 2 0,0-5 0,0 1 123,0 0 1,5 6-1,5-1 1,2 7-160,6 8 0,2 9 0,-3 6 0,1 4-360,4 10 0,3 0 0,6 4 0,-2 1-1109,-2 2 1,-5 8 0,4 1 0,-3 0-160,-3 1 1,-2 4 0,-3-1-334,-4 4 1763,3 1 0,-12 0 0,5 1 0</inkml:trace>
  <inkml:trace contextRef="#ctx0" brushRef="#br0" timeOffset="39">21134 2011 7803,'-17'2'3276,"1"3"1,9 4 0,9 6-2767,12-5 0,10 0 0,10-7 0,4 3-1330,6-3 1,1-1 0,-1-2 819,-6 0 0,4 0 0,0 0 0</inkml:trace>
  <inkml:trace contextRef="#ctx0" brushRef="#br0" timeOffset="40">22033 2092 8760,'9'2'3391,"-4"4"-712,-3 5-2415,5 3 1,-5 10 0,4 3 0,-3 4 0,1 3 0,1 1 0,1-1 1001,1-3-1246,-5-2 0,5-3 0,-7-4 1,0-4-1274,0-2 723,0-7 0,0-9 1,2-13-1,1-5 1,5-5 132,1-3 0,-4 4 0,6-3 0,2 0 351,1-1 0,3 1 0,-1-4 1,0 3 427,1 3 1,-1-5-1,0 7 82,1 1 1,-3 7-1,-1 4 1,-4 3 191,-2 8 1,1 7-1,-5 13 1,3 5-358,-3 4 1,-1 2-1,-2 0 1,0-3-188,0-2 1,0 1-1,0-7 1,-2-2 193,-3-2 1,3-7-1151,-3-1 0,3-8 1,4-2 64,3-9 1,-1-11-1,7-3 1,1-1 521,3 0 1,-4-3 0,0 4 0,1-1 630,3 0 0,1 3 1,1 4 466,-1 1 0,-5 7 1,-2 5-1,0 8 48,0 7 0,-5 5 0,1 6 0,-1 5-724,1 4 1,-3-4 0,4 0-1,-5 1-1245,-1-3 0,6-1 0,-1-8-4459,-1 0 5539,-2 1 0,-2-8 0,0-2 0</inkml:trace>
  <inkml:trace contextRef="#ctx0" brushRef="#br0" timeOffset="41">22654 2289 7933,'9'7'349,"0"-5"1,-4 3 653,6-3 0,4-2 1,1 0-260,0 0 0,-5 0 0,0 0 0,2 0-100,2 0 1,-5-2-1,-1-3-548,-1-6 0,-1-2 0,-3 0 1,1 2-38,-1-1 0,-2-3 1,-4-1-55,-4 0 1,-1 5-1,-6 2 1,2 1 163,-1 5 0,-3 1 0,-1 2 0,-1 0 161,1 0 0,0 0 0,-1 0 0,1 2-123,0 3 0,5-1 0,0 7 0,0 3-66,2 6 1,-4 4-1,8 5 1,1-2-466,2 2 1,2 2 0,0 2 0,0-1-651,0 1 0,8-7 0,3-5 1,3-3 115,2-1 0,1-6 0,-1-2 0,0-2-60,1-3 0,-1-4 0,0-6 918,1-5 0,-1-10 0,1-5 0</inkml:trace>
  <inkml:trace contextRef="#ctx0" brushRef="#br0" timeOffset="42">22915 2207 17122,'0'18'2038,"0"2"1,2 4-1591,4 1 0,-5 2 1,5 6-1,-4 0-341,-2-1 1,0-1-1,1-3 1,3-7-1436,2-3 1,1-7-1,-2-2 410,6-1 0,-2-3 1,2-7-1,2-5 788,1-9 1,3-2 0,-3-8 0,-1 1 142,-2-1 1,0-1 0,3-4-1,-1 2-37,-2 2 0,-2 5 1,2-3-1,-4 1 1219,0 4-751,-5 2 0,5 16 1,-7 8-1,0 8 79,0 8 0,0 3 0,0 6 0,0-2-327,0-2 1,0-7 0,0 2 0,0-4-418,0-1 1,0-1-1727,0 0 1661,0-6 1,6-10 0,1-11 0,0-4 122,1-1 0,4-1 1,-3 1-1,2 0 496,0-1 1,-5 6 0,3 1 861,-2-3 1,0 6-712,-1 1 0,-3 10 1,6 3-1,-1 2-468,-5 4 0,-1 1 1,0 3-303,3-1 0,-3 0 1,6 1-1258,-1-1 1,-5 0-223,3 1 0,2-6 543,-1 0 0,1-8-2251,-2 3 3473,-3-5 0,13-1 0,-6 0 0</inkml:trace>
  <inkml:trace contextRef="#ctx0" brushRef="#br0" timeOffset="43">23585 2240 7756,'-21'0'0,"-3"0"1538,-1 0 0,5 7 1,-2 4-1,4 3-207,1 3 1,3 1 0,3 2 0,4 3-700,-1 3 1,7 1-1,-5 4 1,4-2-234,2-2 0,6-10 0,1 1 0,2-2-444,4-3 0,1-8 0,3 1 0,1-4-76,4-2 0,-4 0 1,4 0-1,-4 0-271,-2 0 0,0-6 0,-1-1 0,-2 0-431,-2-1 0,-2-4 0,3 1 753,-1-4 0,-7 4 1,1 0-1,-3-1 29,-2-3 1,0 4-1,-2 0 1,-1-1-165,-3-3 1,-5-1-1,4-1 1,0 1-549,0 0 0,-4 5 0,3 2 0,1 0-1443,0 0 0,0 5 2196,1-2 0,4-3 0,-5 0 0</inkml:trace>
  <inkml:trace contextRef="#ctx0" brushRef="#br0" timeOffset="44">23798 2321 7756,'0'17'0,"0"-1"1008,0 0 1,0 1-1,0-1 1,2 0 748,3 1 0,-1 1 0,7 4-534,1 5 1,-4-7 0,-1 0-104,0 0 0,-5 0-106,3-4-1022,-3-7 0,-2-3 0,0-12 0,0-5-74,0-3 0,8-10 0,2-1 1,5-2-177,1-1 0,2 1 1,2-4-1,2 2 86,-2 2 0,-2 5 1,-1-3-1,-1 1-793,0 4 1,-5 4 0,-2 3 0,0 4-3877,1 2 4841,-7 1 0,4 13 0,-7 3 0</inkml:trace>
  <inkml:trace contextRef="#ctx0" brushRef="#br0" timeOffset="45">24207 2387 8979,'-11'14'347,"0"-3"1,7-2-1,-1-3 785,3 5 0,2-2 483,0 2 1,0-1-1192,0 7 0,2-3 0,1-1 0,5-2-190,1 2 0,-4-6 1,6 0-77,2 0 0,-4-5 0,2 4-175,1-4 1,-3-2-1,2-2-555,2-4 1,-4-3 0,2-7-1,0-1 219,-2 1 1,4 0-1,-6-1 1,0 1 238,1 0 0,2-1 0,-2 1-189,1 0 1,-6 5 1478,3 0 0,1 9 0,-1 2 0,-1 9-374,2 6 0,-3 3 1,5 2-1,0 3-383,0 3 0,-3 1 1,3 6-1,0 1-120,0 4 0,-4-1 0,4 5 0,-1-1 139,-5 1 1,-3 2 0,-5 3-1,-6-2 118,-4-1 0,-1-6 0,-2 4 0,-2-2-504,-2-4 1,-7-7 0,2-3 0,-4-3-363,-2-3 0,1-2 1,-3-3-1,-1-4 92,-2-6 1,-2-3 0,3-2 0,-3-2-2223,-1-3 0,2-4 0,-1-9 1,2-4 2439,2-5 0,-2-4 0,-11-2 0</inkml:trace>
  <inkml:trace contextRef="#ctx0" brushRef="#br0" timeOffset="46">1226 5068 18790,'7'-11'626,"4"0"1,-2 7 0,2-3-1,3 2 1975,6-1-2540,-2 1 0,6-1 0,-6 1 0,2 1 0,2 2 0,-2 2 0,0 0-1318,2 0 0,-4 0 234,4 0 0,-10 0 0,-1 0 0,2 0 0,1 0-4973,3 0 5996,-1 0 0,0 0 0,1 0 0</inkml:trace>
  <inkml:trace contextRef="#ctx0" brushRef="#br0" timeOffset="47">2026 4839 7766,'-23'0'1693,"3"0"1,-6 0 0,3 0-61,3 0 0,2 2 0,1 1 1,1 5-602,0 1 0,5-4 1,2 6-1,0 2-37,0 1 1,5 3 0,-2 1 0,5 3-702,1 7 1,0-3 0,1 1 0,5-1-295,5 0 0,5 1 0,4 1 0,2-5 0,-2-4 0,5-7 0,1-2 0,1-2-307,0-3 1,-5-2 0,3-2 0,1-2-272,-1-3 1,1-3-1,1-4 1,-5 1 4,-4-2 0,-2-7 0,-1-2 1,-3 2 352,-1 2 0,-7-4 0,0 0 0,-6 1 195,-4-3 1,-8 4 0,-1-5-1,-5 1 191,0 4 0,-5 2 0,0 1 0,-3 1-505,1 0 0,2 7 0,-3 3 0,5 4-543,-1 2 0,6 2 1,-2 4-1,5 5-4435,5 3 5317,6 2 0,-3 8 0,7 2 0</inkml:trace>
  <inkml:trace contextRef="#ctx0" brushRef="#br0" timeOffset="48">2304 4594 7753,'0'-17'1107,"0"1"1,0 0 0,0-1 4233,0 1-3325,0 7 0,0 5-1087,0 15 1,8 7 0,2 17 0,5 3-271,1 5 0,1 12 1,-1 5-1,0 3-193,1 3 1,-1-1-1,0 1 1,-1-3-707,-4-3 0,2-9 1,-8-11-1,-1-4-7410,-3-5 608,-1-9 7042,0-6 0,-7-23 0,-2-11 0</inkml:trace>
  <inkml:trace contextRef="#ctx0" brushRef="#br0" timeOffset="49">2272 4790 7915,'0'-9'4315,"1"3"1,5 10-1981,5 1 1,12 3-1,8-5 1,7 3-2180,4-3 1,2-1 0,5-2 0,-2 0-3434,-3 0 0,-4-2 0,-8-1 3238,1-3 1,-8-14 0,-1 2 0</inkml:trace>
  <inkml:trace contextRef="#ctx0" brushRef="#br0" timeOffset="50">2729 4512 8046,'9'-17'1119,"4"7"0,-6 1 1335,2 1 0,2 3 0,6 7-1504,-1 3 1,6 6 0,0 13 0,-2 8-34,-2 10 1,-2 5 0,0 4 0,-1 4-31,-4 5 1,2 0 0,-8 3 0,-1 4-888,-3 0 0,-1-5 0,-1-5 0,-3-7-71,-1-8 0,-8-9 1,4-10-942,0-6 1,-4-15-1,8-6 1,1-14-1018,2-11 0,2-2 1,0-13-1,0-1 1637,0-2 0,0 3 1,2 2-1,2 2 992,1 4 0,2 3 0,-3 6 0,3 5-131,2 4 1,-3 4 0,5 3 191,1 5 0,3 12 0,1 5 0,2 5 107,4 6 0,-4-2 0,4 7 0,-4 2-466,-1 2 1,-7 2-1,0-3 1,-1-2-798,0-6 0,-6-4 0,3-2-6343,-4 0 4231,-2-7 0,0-9 0,1-10 1827,5-5 1,-2-1-1,6 1 1,1 2 944,-2 3 0,6 0 1,-4-2-1,5 3 687,6 1 0,-4-2 0,4 4 0,-2 2-150,2 3 0,-4-5 0,5 1 0,1-1 11,3-1 1,-1 3 0,-1-5 0,-1 0-540,-4 0 1,0 0 0,-2-4 0,0 2-127,-3-1 0,-10-3 0,0-1 0,-3-1 339,-2 1 1,-7 5 0,-4 2-1,-5 2 132,-6 3 1,-3 2-1,-6 2 1,2 0-143,1 0 0,7 2 0,-5 4 1,3 5-90,3 3 0,1 4 0,5 4 1,1 5-87,2 4 1,8 2 0,-3-2 0,4-2-747,2-2 1,2-1 0,4 1 0,5-4-18,3 1 1,8-13-1,1 0 1,3-9-3039,3-8 0,2-3 3599,2-7 0,-1-8 0,1-1 0</inkml:trace>
  <inkml:trace contextRef="#ctx0" brushRef="#br0" timeOffset="51">3661 5002 7757,'33'0'217,"-6"0"0,-2 0 1,-1 0 402,-4 0 1,-4 2 0,-3 4 0,-4 6 161,-2 8 1,-1-2 0,-6 4 0,0-2 221,0 2 0,0-9 0,0 3 0,0-1 1191,0-1 0,0-3-1366,0 0 1,-8-7 0,-1-1-457,0-6 1,2-8 0,5-9 0,-1-4 190,-3-1 1,1 1-1,5-7 1,0-3-565,0-1 0,0-1 0,2-1 0,1-1 0,3 2 0,6 7 0,-1 3 0,4 1-1725,1 0 0,0 5 1,3 0 1724,2 7 0,-2-2 0,4 6 0</inkml:trace>
  <inkml:trace contextRef="#ctx0" brushRef="#br0" timeOffset="52">4936 4806 8000,'-9'2'5395,"3"5"-4334,5 10 0,8 1 0,4 11 0,3 5-330,3 8 1,4 2 0,1 3 0,-2 2-113,-2-4 1,-3 4-1,-2-9 1,-4-2-552,-2-5 0,-2-11 1,-5 0-527,0-4 0,0-11 0,-2-7-233,-3-9 0,1-7 0,-5-6 0,0-7-473,0-7 0,6-3 0,-3-8 0,4-4 1136,2 0 0,0-1 0,0-1 474,0-1 0,8-8 0,2 4 0,5 1 0,3 7 282,4 4 1,3 15-1,8 0 1,0 8 498,-1 8 1,-4 6 0,-3 11-1,-1 5-627,-4 10 1,-4 6-1,-5 10 1,-6 1-534,-3 5 1,-4-3 0,-3 6 0,-8-2 79,-7-4 0,0-2 0,-7-3 0,-2-2-648,-2-1 1,-2-8 0,2 1 0,2-4-1288,2-6 1,7-4 0,-2-7 0,4-2-326,2-3 1,7-6 0,3-9 2112,5-2 0,1-14 0,0 1 0</inkml:trace>
  <inkml:trace contextRef="#ctx0" brushRef="#br0" timeOffset="53">5394 4724 7920,'0'17'291,"0"-1"1,0 0 0,0 1 0,0-1 0,0 0 434,0 1 1,0 5 0,0-1 0,0 1 1158,0 2 0,0-6 0,0 4 0,0-4-115,0-2 1,5 1-786,0-1 1,1-9-720,-6-7 0,2-9 0,1-13 0,5-7 301,1-7 0,0 0 0,3-6 1,-1 0-1167,2 0 0,3-1 0,3-3 0,-1 6-775,-4 8 0,-1 4 1,3 1-1,2 5-6457,4 4 7831,-4 9 0,13-5 0,-5 4 0</inkml:trace>
  <inkml:trace contextRef="#ctx0" brushRef="#br0" timeOffset="54">5868 4610 7897,'-26'16'244,"4"2"0,2 2 2052,-1 2 0,8 2 0,-4-4 0,5 2-1235,3-2 0,-4 3 0,8 1 0,1-1-608,2 1 0,4 0 0,2-4 0,3 0-505,2-6 0,7 2 0,8-6 0,1-1 152,4-4 0,-3-3 0,1-4 0,2-3 4,2-6 0,-6-4 0,-3-1 1,-4 0-27,-1-1 0,-3 1 1,-3-1-1,-4-1-263,1-3 1,-7 2 0,3-2 0,-8 2 13,-7 3 0,-3 0 1,-2-1-1,-3 3-322,-2 3 0,1 2 1,-6 5-1,1-1-334,-1 1 1,6 2 0,-1 4 0,2 2-1642,3 1 0,2 8 2468,3-2 0,-4 11 0,6 3 0</inkml:trace>
  <inkml:trace contextRef="#ctx0" brushRef="#br0" timeOffset="55">6325 4675 7884,'-22'2'0,"-1"4"1675,-3 4 0,6 5 1,-1 0-1,2-3 43,3-1 0,5 6 0,2 4 0,2 1-1156,3 2 1,2-6-1,2 4 1,2-4-728,4-2 0,5 1 0,9-3 0,3-3 7,3-6 0,-5-3 0,5-2 0,-3-2-722,-3-3 0,-1 1 0,-3-7 0,-2-3 211,-3-6 1,2 2 0,-8-4 0,-1 2 292,-2-2 0,-2 2 0,0-5 1,0-1 9,0 1 0,0 3 0,0-3 1,0 1 988,0 4 1,-2 2 0,-2 2 1551,-1-1 1,0 5-1134,5 6 1,1 15 0,3 20 0,5 8-402,6 6 0,-6 4 0,9 2 0,-2 4-27,-3 7 1,-2-5-1,0 10 1,-6-3-615,-3-4 0,-2-2 0,-2-9 0,-3-3 0,-6-6 0,-6-5 0,-3-6 0,-3-7 0,-3-7 0,5-6 0,-7-7 0,-1 0 0,-2 0 0,4-9 0,2-7 0,1-10-2458,4-5 0,2-9 1,4-2-1,1-1 1897,2-1 1,7-7 0,-3-7 0</inkml:trace>
  <inkml:trace contextRef="#ctx0" brushRef="#br0" timeOffset="56">6636 4512 7860,'0'16'1483,"0"1"-751,0-1 0,0 0 0,0 2 1,0 2-1,0 4 997,0 1 1,2 3 0,1 4-1,3 1-707,-3 0 1,-1-1 0,0-1 0,2-2 641,1-1 0,0-8-334,-5 1-1330,0-10 0,0-13 0,0-12 0,0-10 0,0-7 0,0 1 0,0-12 0,0 0-229,0 0 1,6-1 0,1-5-1,2 3-631,4 1 1,-4 6 0,2-3 0,0 1-1081,-2 3 1,5 15 0,-3 8 0,4 5-85,1 5 2024,-7 2 0,13 10 0,-4 1 0</inkml:trace>
  <inkml:trace contextRef="#ctx0" brushRef="#br0" timeOffset="57">7110 4545 7856,'-24'0'1861,"6"0"1,-6 0-223,1 0 1,10 1 0,-3 3 0,3 3-772,4 2 1,0 2 0,5 7-1,-1 2-477,1 2 0,2 7 0,2-2 0,0 3-375,0-3 0,8-2 0,2-5-235,5 2 0,1-2 0,1-9 0,-1-6-227,0-3 0,1-4 1,-1-5-12,0-9 1,-5-2-1,-2-8 1,0 1-245,1-1 1,-7-1-1,3-4 1,-3 0 675,3-1 0,-5 8 0,7-7 0,-3 4 1256,1 1 1,-1 12 0,-5-2 701,0 1 1,0 11-1,2 10-1210,3 14 0,-1 9 0,5 4 1,0-1-724,0 1 0,-3 0 0,3-1 0,0 1 0,0 0 0,-4-6 0,4 0-86,-1 2 0,-1-11-2372,-2-1 0,-1-12 1,5-1-1,-2-8 2125,-3-7 1,5-18 0,0-5 0</inkml:trace>
  <inkml:trace contextRef="#ctx0" brushRef="#br0" timeOffset="58">7420 4512 7839,'0'16'1758,"0"1"1,0 4-1,0 3 1,0 0-104,0-1 0,0 6 0,0-2 0,0 4-1176,0 2 0,0 0 0,0-2 0,0-2 361,0-2 1,0-7 0,0 2-820,0-4-398,0-9 0,0-5 0,2-13 1,2-10 123,1-4 0,2-5 1,-3-4-1,3-1-199,2 0 1,1 1-1,2-1 1,-1 2 157,2 4 0,-4-2 0,2 7 0,0 2 1141,-2 2 0,5 3 0,-3 4-17,4 6 0,-6 16 0,-2 7 1,-1 7-442,-1 10 1,0-2 0,-3 3 0,2-5-858,1-4 1,1-7-1,-6 2-564,0-4 1,2-9-1,1-5 472,3-8 1,1-10 0,-3-10 0,3 0 264,2 1 1,0-4-1,2 5 1,-4 0 868,0-2 0,1 12 0,3-5 0,-4 5 1564,0 2 0,-3 3 1,7 11-2139,1 7 0,1 1 0,0 16 0,-2 1 0,1 2 0,-3 3 0,1 1 0,-1-1 0,0-3 0,-4-7 0,4 1-4916,-2-1 1,1-10-2560,-3-8 7475,-3-12 0,13-10 0,-6-10 0</inkml:trace>
  <inkml:trace contextRef="#ctx0" brushRef="#br0" timeOffset="59">8303 4463 7775,'-16'0'559,"-1"0"1,1 2 1394,0 3 0,-3-1 1,-1 7-1,-3-1-293,-3 0 0,6 4 1,-1-3-1,2 2-448,3-2 1,5 1 0,2-4-1171,2 1 0,3-6 1,8 5-454,1-1 1,8-4 0,-2 7 0,3 0 617,3 5 0,-1-8 1,0 10-1,1-3 209,-1 1 0,0 1 1,1 0-1,-1 1-78,1-1 1,-1 0-340,0 1 0,-5-3 0,-2-1 0,-2-2 0,-1-6 0,-6 6 0,-6-5 0,-3 3 0,-3 0-6,-6 0 1,-4-5 0,2 3 0,-4-2-1735,-1 1 0,3-1 1740,-5-5 0,-1-7 0,-4-2 0</inkml:trace>
  <inkml:trace contextRef="#ctx0" brushRef="#br0" timeOffset="60">8630 4136 16587,'9'2'4520,"-4"3"-1725,-3 6-2384,-9 11 0,0 5 0,-6 11 0,2 8 0,-4 8 0,-3 10 1,-3 7 533,1 3 1,1-5-1342,3 2 0,5-11 0,2-8 1,0-8-1,2-11-1271,-1-10 28,3-12 1,10-5-1,3-12 1,1-3 0,4-2-1,1 0 1417,2-1 0,1-3 1,-1-1-1</inkml:trace>
  <inkml:trace contextRef="#ctx0" brushRef="#br0" timeOffset="61">8989 4479 7889,'-16'0'1647,"0"0"1,-1 2 217,1 3 1,0-1 0,-1 5-1126,1-2 0,5 1 0,0-5 0,0 5-67,2 1 0,0-4 0,5 6 0,-3 2 45,-2 1 1,4 8 0,-4 2-1,0 1-311,-1 4 0,7 2 1,-3 0-1,5-2-562,1-2 0,0-5 1,1 3-1,5-1-337,5-4 0,0-2 0,5-1-1003,8-1 0,-6-7 0,2-4-174,0-3 1,0-2 0,-4 0-400,0 0 1,-5-7 2067,0-4 0,0-3 0,5-3 0</inkml:trace>
  <inkml:trace contextRef="#ctx0" brushRef="#br0" timeOffset="62">9267 4626 7849,'-16'8'1332,"0"-7"0,-1 7 0,1-3 354,0 1 1,1 1 0,2-4 0,4 5-1096,2 1 0,-4-4 0,6 6 0,1 2-205,2 1 1,2-3 0,0 0-1,0 2-381,0 1 1,2 3 0,3-3-28,6-3 1,4 2-1,1-8 1,1-1 102,-1-2 0,2-4 1,2-3-1,2-5-393,-2 1 0,-8-5 0,-1 3 0,2-2-48,2 2 1,-6-3-1,-4 3 1,-3-4-83,-2-1 0,0 5 0,0 0 12,0-2 0,-7-1 1,-4-1-1328,-4 5 1,4 0 1756,0 5 0,1 3 0,-7-5 0</inkml:trace>
  <inkml:trace contextRef="#ctx0" brushRef="#br0" timeOffset="63">9709 4201 7850,'-10'-7'4672,"1"5"1654,4-3-4787,3 3 0,-5 4-1278,7 3 0,7 6 1,4 11-1,4 5 0,1 6 217,0 5 1,-1 4 0,-2 7 0,-3-2-114,3-3 0,-4-3 0,0-6 0,-1-2-941,-5-8 1,4-5-373,-1-4 0,-2-7 0,-10-3 21,-5-4 0,-5-10 0,-4-3 0,-4-3 708,-1-2 1,3 5 0,-3 2 0,-1 1 849,1 5 1,5 1 0,-2 2 0,2 0 538,-2 0 0,9 7 0,-1 4 0,3 5-571,2 6 1,5 4 0,-1 6-1,3-1-481,2-4 1,7 3-1,4-9 1,6 1-796,4 2 0,-2-13 1,4 0-1,-1-8-749,0-3 0,1-2 1,-3-3-1,2-8 551,-2-7 0,-2 0 875,-1-7 0,6 7 0,3-4 0</inkml:trace>
  <inkml:trace contextRef="#ctx0" brushRef="#br0" timeOffset="64">10003 4675 7850,'2'-9'657,"1"2"1,4 2-256,3-1 1,0 1-1,5 3 1,0-2 1782,1-1 0,-3-3 0,8 3 0,-2-6-2098,-3-3 1,0-3-1,1 1 1,-3 0-308,-3-1 1,2 1-1,-8-1 1,1 1 608,1 0 1,-7-1 0,0 3 56,-9 3 0,-6 4 0,-1 7 0,0 0 127,-1 0-1,-5 0 1,1 0 0,-1 2-117,-2 3 1,6 6 0,-4 9 0,4 4 196,2 1 0,5-3 0,2 5 1,2 4-654,3 5 0,2-1 0,2 1 0,0-5-96,0-4 0,2-1 0,3 1 1,8-5-3037,7-4 1,0-9 0,7-4 3131,2-3 0,2-9 0,2-2 0</inkml:trace>
  <inkml:trace contextRef="#ctx0" brushRef="#br0" timeOffset="65">11114 4463 9209,'0'-9'8947,"0"3"-8360,0 12 1,7 5 0,3 9 0,0 3 17,1 3-206,0-6 0,6 10 0,-1-2 0,0 1 0,1 0 0,-1-4 0,0-1 1383,1-4-1960,-8-9 0,5 2 1,-3-8-1,4-3 1,1-6 169,0-7 0,-5-9 0,0-3-697,2-3 1,-4-1 0,2-6 0,0 2 0,0 4 511,0 5 0,-8 4 0,4 4 857,1 3 1,-6 11-1,5 12 1,-2 10-374,1 11 1,1 0 0,-3 5-1,3-4 163,2-1 0,-4-2 1,4-4-1,1-5 36,-1-4 1,2-9 0,5-3 0,0-5-393,1-1 0,-1-9 0,0-5 0,1-8-98,-1-3 0,0-3 0,-1-3 0,-2 2 0,-3 2 0,0 0 0,2-6 0,-3 1-2218,-1-1 1,-3 7 0,-5 5-1,0 2-2123,0 3 1,2 2 4340,3 3 0,-3-4 0,5 6 0</inkml:trace>
  <inkml:trace contextRef="#ctx0" brushRef="#br0" timeOffset="66">11850 4495 7869,'0'31'1294,"0"-3"0,0 2 1,0-4-1,0 1 158,0 0 1,0-7 0,2 2 0,1-4 1505,3-1 1,5-1 0,-4-1-2532,2-5 1,-4 3-2124,6-7 0,-2-8 0,2-9 0,-5-5 44,-5-6 1,-1-4-1,0-6 1,0-1 1651,0 0 0,-7-7 0,-2-1 0</inkml:trace>
  <inkml:trace contextRef="#ctx0" brushRef="#br0" timeOffset="67">11833 4120 7868,'-9'-8'1315,"4"-3"0,1 4 1547,-1 2 1,5 3-3044,0 2 1,2 5 0,7 3-1,0-1-3750,0 0 3931,2 6 0,5-4 0,0 7 0</inkml:trace>
  <inkml:trace contextRef="#ctx0" brushRef="#br0" timeOffset="68">12079 3956 8922,'-2'16'0,"-2"1"1743,-1-1 1,-1 6 0,6 0-1,0 1-598,0 6 0,6 0 0,1 13 0,2 0-549,4 0 0,-1 3 0,1 8 0,-4 3-384,-1 2 0,2 0 0,-4 0 0,-3-7-758,-1-5 0,-2-15 0,0 0 0,0-6-2185,0-5 0,0-11-907,0-9 0,0-7 3638,0-10 0,8-6 0,1-3 0</inkml:trace>
  <inkml:trace contextRef="#ctx0" brushRef="#br0" timeOffset="69">12324 3956 15354,'7'16'2404,"-3"10"1,7 7-1,1 10-1463,3 10 1,1 12 0,-1 10 0,-3 1-534,-1 0 0,-7-7 0,3 0 1,-1-9-3873,-1-11 0,1-14 3464,-6-13 0,7-4 0,2-2 0</inkml:trace>
  <inkml:trace contextRef="#ctx0" brushRef="#br0" timeOffset="70">13533 4299 7798,'-11'0'1238,"0"2"0,-1 2-741,-3 1 0,6 2 0,4-1 0,1 5-269,-1 3 0,3 5 0,-5 1 112,-1 1 1,6 14-1,-3-2 1,1 3-1,1 2 67,-3 0 0,1-5 0,5-8 1,0-1-653,0-4 0,7-9 0,4-6-251,4-3 0,-1-4 0,-1-3 1,-2-6-8,1-4 1,-4-6 0,-1-3 0,-2 0 118,1 1 0,1-5 0,-3 5 0,1-1 319,-1 1 1,-2-5 0,-2 7-1,0-1 479,0-2 0,0 10 0,-2-5 0,-2 3 366,-1 3 1,-3 2 0,5-1 1777,-3 1-2136,1 7 1,5 4 0,0 13-1,0 7 330,0 7 1,7 0 0,2 2 0,2 4-428,0 2 1,0-4 0,5 5-1,1-5-839,-1-4 1,0-5 0,1 3 0,-1-3-839,0-7 1,1-5 0,-1-6-1,0 2 1352,1-3 0,-1-8 0,0-4 0</inkml:trace>
  <inkml:trace contextRef="#ctx0" brushRef="#br0" timeOffset="71">14056 4299 8682,'-16'0'1119,"0"0"1,-3 0 0,-1 2 0,-1 2-208,1 1 1,2 2 0,1-3-1,1 3-103,0 2 1,-1-3-627,1 5 1,1 0 0,4 5 0,6 0 0,3 1-156,2-1 1,2 0 0,3 1 0,8 1-6,7 4 1,-2-4 0,6 4-1,-1-4 134,5-2 0,-3 1 1,1-1-1,-1-2 562,0-3 1,-5 2-1,2-6 189,-4 2-1210,-1 2 0,-10 4 0,-7-4 0,-9-6-195,-6-3 0,-8 3 0,-3 1 1,-1-2-1195,0-3 0,0-2 0,-4-5 0,2-5-2575,1-3 4266,16-10 0,-17-1 0,10-8 0</inkml:trace>
  <inkml:trace contextRef="#ctx0" brushRef="#br0" timeOffset="72">14203 3972 8496,'0'-9'3276,"6"6"1,-1 12 0,-1 11-2846,-2 9 0,3 7 0,2 15 0,1 5-813,-1 10 1,-2-5 0,-5 7 0,0-3-784,0-3 1,0-8-1,0-3 1165,0-11 0,0 5 0,0-10 0</inkml:trace>
  <inkml:trace contextRef="#ctx0" brushRef="#br0" timeOffset="73">14334 4545 8035,'17'-17'323,"-1"1"0,2-1 116,4 1 1,-2-2-1,5-2 1,-1-2 44,-4 2 1,-2 0 0,-3 0-485,-5-2 0,5-7 0,-6 4 0</inkml:trace>
  <inkml:trace contextRef="#ctx0" brushRef="#br0" timeOffset="74">14416 4299 8651,'-9'17'1038,"0"-6"1,5-1-1,-1 3 669,1 2 0,4 3 0,5 2 0,6 3-938,4 3 1,3-6 0,2 2 0,4-2-931,1 1 1,-3-8 0,3 4 0,-1-3-2311,-4 1 1,-2-6 2470,-2-4 0,1 4 0,-1 0 0</inkml:trace>
  <inkml:trace contextRef="#ctx0" brushRef="#br0" timeOffset="75">15740 4692 7944,'-17'14'4897,"1"-3"-4276,0-5 0,7-6 0,3-6 1,4-5-99,2-3 1,0-5 0,0-2 0,0-7 200,0-2 0,0-5 1,0-1-1,0-4-86,0-2 0,-5-3 0,0-8 1,-1-3-246,-1-3 0,3 7 0,-5-3 1,2 4-151,3 2 1,2 13-1,2 5-240,0 6 0,2 5 0,4 9 0,5 5-345,3 5 0,4 1 1,4 0-1,5 0-189,4 0 0,2 1 0,0 3 0,1 3-650,4 2 1,-3-3 0,1 3 0,-5-2-441,-4-3 1,-10 3 0,1 0 1620,-4 2 0,-3 2 0,-11 6 0</inkml:trace>
  <inkml:trace contextRef="#ctx0" brushRef="#br0" timeOffset="76">15544 4348 9182,'-15'11'0,"2"0"4116,3 2 1,6-4-2903,-2 2 1,6-6-1,8 4 1,6-1-1061,6-5 0,9-1 0,-1-2 0,4 0-1299,6 0 0,-1-2 1,3-1-1,-2-5-1642,-2-1 2787,-5 6 0,16-19 0,-5 4 0</inkml:trace>
  <inkml:trace contextRef="#ctx0" brushRef="#br0" timeOffset="77">16018 4528 8999,'-22'37'0,"0"-3"2348,2-3 0,7-4 1,4 0-1699,2-5 1,9-9-1,9-4 1,5-2 1,6-3 0,-2-2 0,7-2 0,2-2-288,2-4 1,2-3-1,-2-7 1,-2 0-215,-2-1 0,-7 1 0,2 0 0,-6-1 29,-5 1 0,2 0 0,-8-1-125,-1 1 1,-4 0-1,-6-1-326,-5 1 0,-5-1 0,-4 3 0,-2 1-482,2 2 1,-3 6 0,1-4 0,0 2-211,-1 3 0,4 2 0,-2 2 0,2 0-1613,3 0 2577,0 7 0,-1 10 0,1 8 0</inkml:trace>
  <inkml:trace contextRef="#ctx0" brushRef="#br0" timeOffset="78">16328 4561 7885,'0'27'1348,"0"0"0,0-7 0,0 2 0,0-4-335,0-1 1,0-1 0,2-1 0,2-3-268,1-1 1,2-5-587,-1 5 1,-2-8-13,6 3 0,-6-12 0,1-5 199,-3-3 0,-2-3 0,0-1 0,0-2 53,0-2 1,0-1-1,0 1 1,0-5 175,0-4 1,2 4-1,2-1 1,3 1-473,2 2 1,-3-4 0,3 5 0,2 0-556,3 1 0,-5 6 1,11 7-1,2-1-527,2 2 0,-3 1 0,5 8 0,-1 0 978,1 0 0,-6 8 0,3 1 0</inkml:trace>
  <inkml:trace contextRef="#ctx0" brushRef="#br0" timeOffset="79">17374 4169 7964,'-9'7'4043,"0"-5"-2979,4 3 1,5 4 0,0 0 0,11 2 0,9 0 0,9 4 0,5 3 0,8 5 802,5 3 1,-5-4 0,11 5 0,1 2-1700,2 2 1,-8 1-1,-3 1 1,-7 0-395,-7 0 1,-9-8-1,-2-3 1,-8-4-2218,-6-2 0,-4-5 131,-2 0 1,-8-7 837,-2 1 0,-5-5 0,-1-5 0,1-6 1474,4-4 0,-10-8 0,2-3 0</inkml:trace>
  <inkml:trace contextRef="#ctx0" brushRef="#br0" timeOffset="80">17930 4120 8614,'-11'5'782,"0"0"0,6 6 0,-6-5 0,0-1 926,2 2 0,-4-3 0,6 7 749,-2 2 1,3 1-1,-4 3 1,-1-1-1965,2 0 1,-6 8 0,4 3 0,-3 6-494,-3 5 0,-5 0 0,-1 8 0,-3 3 0,-3 1 0,6-2 0,1 4 0,4-6-1710,1-8 1,3-11 0,3-5-721,6-4 0,5-9 1,5-5-1,8-8 2430,7-7 0,5-11 0,8-3 0</inkml:trace>
  <inkml:trace contextRef="#ctx0" brushRef="#br0" timeOffset="81">18502 4070 7823,'-16'17'2532,"7"-1"1,3 1-1,4 1-882,2 3 0,0 1 0,0 9 0,2 4-813,4-1 0,-3 2 0,6 3 0,-1 4-283,-5 4 0,1-5 0,0-4 0,1-5-583,-1-6 0,-3-3-1351,-1-8 0,0-8 681,0-8 0,2-8 1,2-10 373,1-4 0,3 4 1,-3-4-1,6 4 165,4 2 0,1-2 0,0 0 0,1-1 197,-1 5 0,2 3 0,2-2 0,4 4 388,1 2 0,-5 1 0,2 6 0,-4 2 91,-2 4 1,1 3-1,-3 9 1,-3 2-55,-5 2 1,1 5 0,-2-3 0,-3 1-73,-6 4 1,-6-5 0,-10-3 0,-4-1-644,-1 2 0,-3-9 0,-3 1 0,1-3-651,-3-2 0,6-5 0,-8 2 0,6-5-341,0-1 0,5-7 1,4-4-1,6-3-257,3-3 1,7-1-1,1-2 1,6-2 1501,8 2 0,4-5 0,1 0 0</inkml:trace>
  <inkml:trace contextRef="#ctx0" brushRef="#br0" timeOffset="82">18960 4446 7823,'-2'17'2258,"-3"-1"1,-5 0 0,-4 1-1,1-1-1209,2 1 0,6-7 0,-4 1 0,2 2-440,3 2 1,2 1 0,2 0 0,0 1-707,0-1 1,2-2-1,3-1 1,6-4 198,4-1 0,1 2 0,0-4 0,1-2-70,-1-3 1,0-2 0,1-5-168,-1-5 0,1-3 1,-3-3-1,-1 1-359,-2 0 1,-6-3-1,4-1 1,-2-1-268,-3 1 1,0 2-1,-1 1 1028,3 1 1,1-1 685,-1 1 1,-5 9 0,7 5-256,-1 6 1,-5 14 0,3 0 0,-1 6 190,1 5 1,-3-2 0,3 4 0,-3 3-864,-2 1 0,0 5 0,-2-2 0,-3 0-26,-6 2 0,-3-4 0,-3 4 0,1-3 0,0-6 0,-1-4 0,1 0 0,0-5 0,-1-4 0,1-7 0,-1-2 0,1-2-1558,0-3 1,-1-4 0,1-6 0,0-6-522,-1-8 0,7 0 1,0-7-1,1-4 2079,0-6 0,6-4 0,-5-9 0</inkml:trace>
  <inkml:trace contextRef="#ctx0" brushRef="#br0" timeOffset="83">19450 3972 13798,'0'-7'3809,"0"7"0,0 9-2651,0 6 0,6 10 1,-1 8-1,-1 10-578,-3 10 0,-1 7 1,0 9-1,-1 4-644,-5 1 0,-1-5 1,-6 0-1,2-9-2203,-1-11 0,3-9 0,-2-14-2625,-2-10 1,4-9 4891,-2-12 0,-7-4 0,-8-8 0</inkml:trace>
  <inkml:trace contextRef="#ctx0" brushRef="#br0" timeOffset="84">19238 4479 14545,'23'0'1461,"5"0"0,4 0-668,6 0 1,-1-5 0,6-3 0,1 1-1019,-2 0 1,3 0 0,-9 3 0,-3-1-208,-4 1 0,-9 2 0,2 2 0,-4 0-362,-2 0 0,-5 0 559,0 0 1,-7-2 0,3-1 739,0-3 1,-5-7-321,4 3 1,-5 1-1,-2-2-137,-5-2 0,2 4 1,-8 0 8,-6 1 1,5 3-1,-7 7 1,0 3 952,2 6 0,-2 6 1,0 4-1,-2 7-97,2 2 0,2 3 0,2 0 1,-1 0-633,1-1 0,7 6 1,3-1-1,5-5-402,1-3 0,3-9 1,6 0-1,8-5-1398,1-4 1,7-8-1,2-1 1,4-9-6689,2-9 8207,-8-12 0,14 3 0,-5-8 0</inkml:trace>
  <inkml:trace contextRef="#ctx0" brushRef="#br0" timeOffset="85">20006 4414 8407,'-16'0'2403,"5"0"0,0 0-1001,-2 0 1,4 0 0,-2 0 0,-2 0-263,-1 0 1,3 2 0,0 1-751,-2 3 0,6 1-811,2-2 1,3 4 682,2 8 1,2-1 0,3-1 0,6-3 433,3-1 0,3 0 0,-1 6 0,2-1-138,4 0 0,-9 1 1,3 1-1,-1 2-454,-1 2 1,-3-1-1,-2-4 1,-2-1-105,-3 0 0,3 1 0,-1-1 0,-3 0 0,-8-1 0,-8-2 0,-5-4-1063,-4-2 0,-5-2 1,3-5-1,-1 0-776,-4 0 1,4-1 1838,-3-5 0,1-10 0,-6-10 0</inkml:trace>
  <inkml:trace contextRef="#ctx0" brushRef="#br0" timeOffset="86">21019 4528 8366,'-16'0'1209,"0"0"0,-1 0 0,1 0 1492,0 0-2031,6 0 1,-4 0 0,5 2-1,-2 3 832,0 6-1236,7 4 0,-3 1 0,5 2 0,-1 4 0,-3 5 0,3 2 1,3 1 383,5-3-610,-3 0 1,14-2-1,-1-3 1,7-5 0,1-6-1,3-6 1,-1-3-690,4-2 1,2-2 0,0-3-1,-4-6 125,-5-4 0,-4-1 0,-3-1 0,-3-1 220,-1-4 0,-7 4 1,1-4-1,-5 4 184,-5 2 1,-4 0-1,-9-1 1,-2 1-71,-2 0 0,-7-1 0,1 3 1,-1 3 28,2 5 1,-2-1 0,7 2 0,2 1 160,2 2 0,9 2 0,2 0 0</inkml:trace>
  <inkml:trace contextRef="#ctx0" brushRef="#br0" timeOffset="87">21542 4773 10214,'-16'0'1203,"0"0"0,5-1 0,0-5-860,-2-5 1,4-3 0,0-4 0,0-4-208,0-6 1,5-4 0,-1-6 0,3-8 235,2-6 1,-6-1 0,1-5 0,1 0 106,3 0 0,1-1 1,1-2-1,3 3-199,1 1 1,6 6 0,-3 6 0,1 1-333,3 10 0,1 1 0,0 11 1,-2 2-416,1 2 1,-3 9 0,2 4 0,2 3-1883,2 2 0,-4 2 0,-2 3 2349,-2 6 0,13 11 0,-2 3 0</inkml:trace>
  <inkml:trace contextRef="#ctx0" brushRef="#br0" timeOffset="88">21248 4316 7832,'-11'9'1102,"2"-2"1,0-2 2154,0 1 1,5 1-1735,-1-1 1,5-5 0,7 5-1401,9-4 1,8-2 0,9 0 0,1 0-364,4 0 0,-3 0 1,3 0-1,-2 0-1055,3 0 1,-10-6 0,3 1 0,-1 1-3738,0 2 5032,-6-5 0,6-2 0,-5-7 0</inkml:trace>
  <inkml:trace contextRef="#ctx0" brushRef="#br0" timeOffset="89">22539 4021 22302,'0'24'0,"0"5"669,0 7 0,2 10 1,2 14 15,1 11 0,1 5 0,-6 4 0,0-4 0,0-1-1007,0-8 0,0-11 0,0-5 0,0-11-1364,0-13 1,-2-9-1,-4-7-564,-4-5 0,0-5 0,0-2 1,-3-5 2249,-2-5 0,-1-10 0,0-5 0</inkml:trace>
  <inkml:trace contextRef="#ctx0" brushRef="#br0" timeOffset="90">22441 4561 8095,'9'-26'965,"-3"5"1,-4 1-1,-1-2 149,5-5 0,3 8 0,7 5 0,2 5-357,4 5 1,-2 2-1,7 2 1,3 0-544,0 0 0,3 0 1,-2 0-1,-2 0-1456,-2 0 1,-7 0 0,2 0-282,-4 0 1,-9-1-890,-3-5 1,-4 3 2411,-2-8 0,-8-8 0,-1-6 0</inkml:trace>
  <inkml:trace contextRef="#ctx0" brushRef="#br0" timeOffset="91">22801 4267 8061,'0'-17'525,"0"1"1,0 0 0,2-1 633,3 1 1,-3 5 237,3 0 1,-1 7 0,0 1 0,3 6-321,2 8 1,-5 13-1,1 9 1,-3 10-329,-2 10 1,0 5 0,0 7 0,0 1-385,0-1 1,-2 1 0,-3-5-1,-4-2-679,-1-5 0,-2-14 0,6 2 0,1-11-1304,-2-10 1,7-12 540,0-9 1,1-7 0,10-11 0,2-4 606,2-5 1,-3-4 0,1-2 0,3 1 471,2-1 1,-3 0 0,7 1 0,-4 1 473,-2 4 1,6-3 0,-2 9 0,-4 3 276,-3 5 0,-7 6 0,3 8 0,-2 7-116,-3 8 0,3 8 0,-2 10 0,-1 2-618,-2 3 1,-2 1-1,2-6 1,1 1-1110,3-5 0,1-2 0,-2-1-936,6-5 1,-2-10 0,2-2 956,2-3 1,1-9 0,1-9 0,-1-3 555,3-3 1,-10 1 0,9-1-1,-1-1 280,0-3 0,1 6 0,-2-5 0,-1 2 965,-2 5 1,-6-3-1,5 5-218,-3-4 0,-2-1 1,-7 1 803,-3 5 1,-4 2 0,-7 8-442,-1 0 0,1 8 0,0 2 0,1 7-715,4 5 1,-2-2 0,6 5-1,0-1-210,0-4 0,1 3 0,6-1 0,0-2-66,0-2 0,0-7 0,0 0-793,0 2 0,7-6 130,4-2 0,4-5 418,1-5 1,-5-2-1,-2-6 1,0 2 118,0-2 0,-5-1 0,3-3 40,0 1 0,-5 0 1,6-1-1,-3 1 931,0 0 1,6-1-1,-5 1-27,-3 0 0,5-1 1,-3 1 180,-1 0 1,-1 7 245,3 3 0,-4 6-700,3 6 0,-3 3 0,-2 7 0,0 2-186,0 4 1,2-4-1,1 6 1,5-2-105,1-1 1,-4 7 0,4-7 0,0 1-265,0 2 1,-5-10 0,3 4 0,-1-1-936,-1-4 1,2-3 0,-3 3-2133,2-2 1,1-7 2060,-2 1 0,-3-10 1,4-6 1128,-5-4 0,-1-1 0,0 0 0</inkml:trace>
  <inkml:trace contextRef="#ctx0" brushRef="#br0" timeOffset="92">23553 4185 8271,'0'-16'1555,"0"-1"1,-2 6-119,-4 0 1,5 10 74,-5 1 0,10 14 1,3 15-739,2 8 0,0 4 1,4 10-1,-2 2 1,2 3-406,1 2 1,-3 0 0,-2 4 0,-2-2-728,-3 2 1,0-11 0,-1-4 0,3-5-488,-3-6 1,-1-9 0,-2-5-6116,0-4 4608,-7-9 1,3-9 2351,-7-11 0,0-3 0,-5-2 0</inkml:trace>
  <inkml:trace contextRef="#ctx0" brushRef="#br0" timeOffset="93">23520 4561 9505,'-9'7'4986,"3"-5"-3767,12 3 0,5-3 1,12-4-1173,10-3 0,2-2 0,6-4 1,1 4-1,-2 1-1141,0 1 1,-4-1 1093,-8 6 0,3-7 0,-6-2 0</inkml:trace>
  <inkml:trace contextRef="#ctx0" brushRef="#br0" timeOffset="94">19074 5672 14235,'2'17'1102,"2"-1"1,3 1 335,2-1-1157,2 7 0,0 1 0,0 5 0,0-2 0,-1 1 0,1-1 0,0-2 216,-2-1 0,0-2 0,-5-6-589,2 0 0,-1-5-2285,-5 0 1741,7-7 0,-5-4 1,3-11-1,-3-4 1,-2-1 427,0 0 0,2-6 0,2 0 0,1 2 311,-1 2 1,-2 0 0,-1-2-1,3-2 178,2 2 0,1 0 0,-2 0 1,4-2-201,0 2 0,6 0 1,-4 0 62,3-1 1,3 6 242,-1 10 0,-1 10 1,-3 6-1,-3 5-328,-1 6 1,-3 4 0,-5 6 0,0 1-181,0 0 0,6-6 0,-1-2 0,-1-1-362,-3-4 0,-1-2-1191,0-2 1331,0 1 1,2-15 0,2-8 0,1-7 293,-1-3 0,5-6 0,2 0 1,2 1 259,-2-3 1,5 4-1,-3-5 1,3 1 337,-2 4 0,-1 4 0,4 3 0,-1 4 224,0 2 1,-5 3-1,0 9 1,0 6-149,-2 4 0,4 7 0,-8 1 1,-1 3-712,-2 3 1,-2-6 0,0-1-1,0-4-559,0-1 1,0-1-3944,0 0 4588,0 1 0,0-15 0,0-4 0</inkml:trace>
  <inkml:trace contextRef="#ctx0" brushRef="#br0" timeOffset="95">19777 5820 8780,'11'5'6473,"0"1"-5697,2-3 0,-4-1 0,2-2 0,1 0-843,3 0 1,-4-5 0,0-3 0,1-1-396,3-4 0,-4 1 1,-2-1-1,-2 2 3,-3-2 0,-1-1 0,1-2 0,1-1-351,-1 1 0,-4-1 1580,-5 1 1,-5 2 0,-6 3-61,0 5 0,-1 4 1,1 4-1,0 4-284,-1 5 0,7 9 0,-1 3 0,0 3-154,2 3 1,-4 2-1,7 1 1,3 1-179,1 0 1,2-6-1,0-2 1,0 1-1200,0-1 1,2-7 0,1 1 0,5-9-1304,1-2 0,2-3 2408,5-5 0,8-7 0,1-2 0</inkml:trace>
  <inkml:trace contextRef="#ctx0" brushRef="#br0" timeOffset="96">20055 5754 9389,'0'17'1294,"0"-1"0,0 0 0,0 1 0,0-1-422,0 0 0,0 1 1,0-1-1,2 0-347,3 1 1,-3-1-1,3 0-197,-3 1 1,-2-1 0,0 0 132,0 1 0,2-8-1290,4-4 1,-5-5 0,5-5 276,-4-6 1,3-9-1,2-4 1,2-1 160,4-4 1,2 3-1,1 1 1,0 0 178,1-1 1,-6 6 0,-1 0 0,1 6 823,-2 3 1,6 7 226,-4-1 1,2 5-1,-3 5 1,-4 6-440,-4 4 1,-2 6 0,0 1 0,0-2-244,0-2 1,0-1-1,0-1 1,0 0 242,0 1 1,0-6-3990,0 0 3012,0-8 0,0-3 0,2-11 385,3-3 1,-1-3 0,7 1-1,-1 0 304,0-1 1,4 3 0,-3 1 0,3 4 850,3 2 0,-1 1 0,0 6 211,1 0 1,-1 2 0,1 4 0,-3 4-893,-3 5 0,3 7 0,-4 0 0,-1-1-490,-4 3 0,-3-6 0,0 4 0,1-4-21,3-2 0,-1-5-9602,-5 0 9678,0-7 0,0-4 0,0-9 1</inkml:trace>
  <inkml:trace contextRef="#ctx0" brushRef="#br0" timeOffset="97">20774 5771 7888,'-14'1'1425,"1"3"1,2 1 1031,-2-1 0,4 3-1180,-2-1 1,6 5 0,-4-4-819,1 2 0,3 2 0,5 5-578,0 1 1,2-1-1,1 0 1,5 1 261,1-1 0,0 0 0,4-1 0,-3-4-128,3-6 0,2 3 1,1-3 54,0-1 1,1-3-1,-1-1-125,0 0 1,-5-5 0,-2-2-1,-1-2-181,-5-4 0,-1 4 0,-2-2 1,0-2 21,0-1 1,0-3 0,0 1 0,-2 0 68,-3-1 0,-4 3 1,-6 1-1,3 2-555,1-2 0,0 6 0,-4 0 0,3 1-1755,1 1 1,5 0-1486,-5 5 3940,8 0 0,-12 0 0,6 0 0</inkml:trace>
  <inkml:trace contextRef="#ctx0" brushRef="#br0" timeOffset="98">20938 5820 7885,'9'7'1933,"-4"4"1,-3-2 0,-2 2 726,0 1 1,0 3-1749,0 1 0,2-1 1,1-2-316,3-2 1,5-1 0,-4 5 330,2-4-259,-5-4 0,5-7-89,-4 0 1,-3-7-1,3-4 1,-3-4-445,-2-1 1,2-2-1,2-2 1,1-4-137,-1-1 0,3 3 0,0-3 0,2-1-946,4 1 0,-4 3 1,2-3-1,2 1-1016,1 4 0,-1 2 1,2 1-1,3 3 1962,0 3 0,7-4 0,1 6 0</inkml:trace>
  <inkml:trace contextRef="#ctx0" brushRef="#br0" timeOffset="99">21379 5738 7885,'-17'0'2690,"1"0"1,0 2-547,-1 3 0,8-1-1493,4 7 1,3-6-1,2 6-582,0 2 0,7-1 0,4 1 0,4-2 0,1 2 42,0 1 0,1-3 0,-1-2 0,1 0-259,-1 0 0,-5-5 1,0 2-177,1-5 0,3-1 0,-1-1 0,-1-3-260,-2-2 1,-6-6 0,5 1 0,-3-4 85,-4-1 0,1 0 1,0-1-1,1 1 1103,-1 0 0,-1-1 1,1 1 1704,2 0-1104,-1-1 0,-3 8 0,3 5-914,6 8 0,-2 5 0,0 8 1,0-1-105,0 0 0,-3 6 0,3 2 0,0 1 158,0 4 0,-3 4 1,3 3-1,-2 4 173,-3 2 1,-3-2 0,-1 5-1,-1 4-192,-5 2 0,-3-4 0,-7 6 1,-2-6-328,-4-3 0,2-8 0,-7 1 0,-3-7-32,0-2 0,1-14 0,-1 1 0,-2-6-1465,-3-6 0,-3-3 0,-9-5 1,0-8-2249,-2-7 0,9-5 3745,-9-8 0,3-7 0,-3-2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397"/>
    </inkml:context>
    <inkml:brush xml:id="br0">
      <inkml:brushProperty name="width" value="0.05292" units="cm"/>
      <inkml:brushProperty name="height" value="0.05292" units="cm"/>
      <inkml:brushProperty name="color" value="#FF0000"/>
    </inkml:brush>
  </inkml:definitions>
  <inkml:trace contextRef="#ctx0" brushRef="#br0">1111 2681 12005,'9'-7'6544,"6"5"-5495,-13-13 0,3 14 1306,-10-5-2082,-5 12 0,-8-3 0,-3 6 0,-7 0 0,-4-1 0,-7-1 0,-4-4 719,-4-1-978,-2-2 1,-6 0-1,-1-2 1,1-1-1,3-4 1,6-1-1,3-1 188,1 0 1,11 0 0,0-4-66,6 2-74,10 8 500,8-4-479,14 7 1,-5 1 0,5 5-67,1 5 0,-5 11 1,6 7-1,0 9 133,0 11 1,-3 0-1,3 7 1,-2 0-62,-3 4 0,3-2 0,-1 2 1,-3 0-91,-1-2 0,-2 6 0,0-6 0,0 2 0,0 0 0,0-7 0,0-1 0,-2-3 0,-3 0 0,3-14 0,-3 7 0,3-2 0,2 0 0,0-2 0,0 2 0,0-2-140,0-2 0,0-5 0,0 7 1,0-3-43,0-2 0,0-1 0,0 1 0,0 0-34,0-1 0,0-3 0,0 0 0,0 2 0,0-2 1,0 6 0,0 5-1,0 2 56,0 3 1,-2-1 0,-2 3 0,-1 4 64,1 0 1,1-1-1,-1-1 1,-2 2-22,3 4 1,-1-3 0,1 7 0,-3-1 245,2 0 0,3-2 1,1 6-1,-2 1-72,-4-1 1,5 0 0,-5 2 0,4-3 38,2-1 1,-2-2 0,-1 4 0,-3-2-10,3 2 1,-1-2 0,1 2-1,-3 1-29,2-1 1,1 3 0,-1 6 0,-1 4 0,1-3 0,0-8 0,1 3 0,-3-5-51,3-1 1,1-2-1,2-1 1,-2 0-57,-3 0 1,3-4-1,-4 3 1,5-3-16,1-1 1,0 1 0,0 10 0,0-2 52,0-2 0,0-6 0,0 4 0,0-1 8,0-5 1,0 1-1,0-2 1,0 2 126,0-1 0,0-6 0,0 4 1,0-4-61,0-1 1,0-8-1,1-1 1,3 2-78,1 2 1,3-4 0,-5 1 0,5-5-68,1 1 0,-6-9 0,5 7 1,-3-4-57,1-2 1,1-3 0,-4 3 0,3 1 83,-3-1 0,5-3 0,-3 5 0,-1 2 4,-2 2 1,3 2 0,1 0 0,-3-1 194,-1 1 1,-2 0 0,0 1 0,2 3 8,3 1 0,-3 7 1,4-1-1,-5 3-43,-1 2 1,0-4-1,0 3 1,0 3 30,0-1 1,6-2 0,-1-3 0,-1 2-54,-2-1 0,-2 1 0,0 4 0,0 1-62,0 1 0,0-9 0,0 8 0,0 3 26,0 1 0,0-7 0,0 2 0,0 0 11,0 0 1,0-4 0,0 6-1,0-4-29,0 0 0,0-9 0,0 9 0,0-2-39,0 0 0,2-3 0,1-2 0,4 1 0,2 4 0,-5-1 0,3 8 0,-1-1 0,-1 1 0,3-6 0,-5 4 0,3 3 0,-3 1 0,-1-7 0,0 2 0,2 0 0,1 0 0,0-2 0,-5 9 0,0 0 0,0 0 0,0-9 0,0 6 0,0 3 0,0 4 0,0-8 0,0-3 0,0 0 0,0 0 0,0-2 0,0 7 0,0-3 0,0-6 0,0-5 0,0 5 0,0 4 0,0 0 0,0-4 0,0-2 0,0 2 0,0-1 0,0-6 0,0 2 0,0-2 0,0-4 0,0-2 0,0-3 0,0-2 0,0-1 0,6-14 0,-1 2 0,-1-1 0,3 0 0,-1 1 0,-3 0 0,5-5 0,-3 0 0,0 0 0,3-2 0,-6 6 0,3-3 0,-3 8 0,3-2 0,1 4 0,-1-4 0,2-1 0,-5-1 0,4 0 0,-5 1 0,-1-1 0,2-1 0,2-3 0,1-1 0,-1 2 0,-2 1 0,-2 3 0,0-1 0,0-5 0,0 0 0,0 2 0,0 1 0,0 3 0,0-7 0,2 0 0,3-3 0,-3-2 0,7-5 0,-4 0 0,-1 0 0,9 0 0,3 0 0,4 0 0,11 0 0,0 0 0,7 0 0,4 0 0,1 0 0,6 2 0,2 2 0,4 1 0,-4 1 0,3-5 0,-5 5 0,-5 5 0,-3-2 0,-6 2 0,-1 1 0,-3 3 0,-7 1 0,0 1 0,-4-1 0,-6 0 0,-3-5 0,2-2 0,-2-1 0,-8 4-1557,4-10 0,-7 4-6881,0-12 8438,0 4 0,8-19 0,1 2 0</inkml:trace>
  <inkml:trace contextRef="#ctx0" brushRef="#br0" timeOffset="1">9218 1063 7918,'-16'7'540,"0"2"1,-1 7 0,1 1-1</inkml:trace>
  <inkml:trace contextRef="#ctx0" brushRef="#br0" timeOffset="2">9169 1095 18477,'17'-11'0,"-1"2"0,0 2 2146,1 3 1,-1 3-1,0 1 1,1-2-1745,-1-4 0,2 4 0,2-3 0,2 3-714,-2 2 1,0-2 0,0-1 0,2-3-1030,-2 3 0,-2-5 1,-2 3-1,0 0-1117,1-3 0,-1-1 1,0-7-1,1 1 2456,-1 4 1,1-10 0,-1 2 0</inkml:trace>
  <inkml:trace contextRef="#ctx0" brushRef="#br0" timeOffset="3">10117 638 5754,'-16'0'9830,"1"1"0,4 5-8968,-3-4 0,7 12 1,-6-3-696,2 4 1,6 3-1,-5 2 1,3 5-168,4 6 0,-5 0 0,1 13 0,0 3 0,0 5 0,1 1 0,6 5 0,0 0 0,0 0 0,0-9 0,2 2 0,3-3 0,6-8 0,-2-4 0,2-7 0,2-5 0,1-8 0,3-9 0,-1 2 0,1-2 0,-1-3 0,0-2 0,1-2 0,-1-2 0,0-3 0,2-4 0,2-8 0,2-1 0,-2-4 0,0 4 0,0-5 0,2 1-40,-2 0 1,-2-2 0,-2 4-1,1-1-198,-1 1 1,0 0 0,-1 0 0,-2-2 125,-2 2 1,-6 2-1,4 1 1,-2 1 164,-3 0 0,-2 5 0,-2 0 0,0-2 282,0-1 0,-2 3 0,-2 0 1,-3 0-336,-2 2 0,4-4 0,-6 6 0,-2-2 0,-2 5 0,-1-1 0,0 1 0,-1-1 0,1 3 0,0-4 0,-1 6 0,1 6 0,0-3 0,-1 6 0,1-1 0,5 3 0,2-4-3568,2 2 0,-4 2-26,5 5 0,3-5 3594,8 0 0,4 0 0,8 5 0</inkml:trace>
  <inkml:trace contextRef="#ctx0" brushRef="#br0" timeOffset="4">10853 1095 9812,'-17'0'2008,"1"0"1,0 0-1,-1 2-909,1 4 0,0-3 1,-1 6-1,1 0-551,0 0 1,-1 2-1,1 6 1,1-1-55,4 0 0,-3 8 0,5 1 0,-2 4-363,0 4 1,7-4 0,-1 9-1,3-5-497,2-6 0,9-1 0,6-8 0,5 0-42,0-3 0,5-10 0,1-1 0,1-8 31,0-7 1,0-3 0,4-5-1,-4-2 49,-5-7 1,-4 3 0,-1-2 0,-3-2 139,-3-2 1,-4 0 0,-7 2-1,0 3 274,0 3 0,0-1 1,-1 6-1,-5 0 313,-5 3 1,-3 4 0,-3 1 166,1 4 1,0 4 0,-1 2 0,1 0-43,0 0 0,5 0 1,0 0-1,0 2-547,2 4 0,0-5 0,5 7-602,-1-1 1,-6-3-2320,5 6-1069,1-6 768,5 11 3245,0-14 0,0 14 0,0-6 0</inkml:trace>
  <inkml:trace contextRef="#ctx0" brushRef="#br0" timeOffset="5">11131 1161 8553,'-17'0'8225,"1"0"-6551,0 0 1,5 0-1037,0 0 0,2 7 0,-4 4 1,4 3-192,2 3 1,-4 4 0,3 3 0,1 2-330,0 3 0,1 1 1,6 3-1,0-2-624,0-4 0,2-3 0,4-8 0,5-1-37,3-4 1,8-4-1,0-7 1,0-2-95,1-3 1,-5-10-1,4-8 1,-4-3 365,-1-3 0,-3-2 0,-3-2 0,-6 1 361,-3-1 1,-2 6 0,0 1-1,0 3 589,0 3 0,0 2 1014,0 1 1,-5 10 0,-1 7-731,3 9 0,1 6 0,2 3 0,0 2-739,0 2 1,0 7-1,0-4 1,0 2-225,0 1 0,7-7 0,2 5 0,2-3-237,0-3 1,0-1-1,5-3-1774,1 0 0,-1-7 0,0-3-107,1-4 1,-6-4 0,-2-4 0,-2-5-1072,-3-3 3189,5-2 0,-8-8 0,7-1 0</inkml:trace>
  <inkml:trace contextRef="#ctx0" brushRef="#br0" timeOffset="6">11572 556 7884,'-16'0'2266,"1"7"1,4 6 190,6 7 1,3 0-1,2 9 1,2 5-1495,3 8 1,-1 14 0,5 8 0,0 7-696,0 3 1,0-5 0,4 2 0,-4-4-1643,-2-1 0,0-19 1,-3-7-1,1-7 354,-1-10 1020,5-3 0,0-3 0,8-1 0</inkml:trace>
  <inkml:trace contextRef="#ctx0" brushRef="#br0" timeOffset="7">12324 752 7975,'-11'0'5973,"0"0"-2254,7 0-2579,-3 0 0,7 7 0,0 4 1,2 5-348,3 6 0,3 9 0,4 9 1,-3 4-433,-1 7 0,3 5 0,-4 9 1,0 1-502,0-1 0,-1-7 1,-6-3-1,0-4-1815,0-2 0,2-19 0,1-4-861,3-4 0,-1-11 0,-5-11-646,0-10 3462,7-11 0,2-5 0,8-6 0</inkml:trace>
  <inkml:trace contextRef="#ctx0" brushRef="#br0" timeOffset="8">12438 1242 8280,'2'-16'802,"3"0"0,-3 5 0,4 0 241,-4-2 1,5 4 0,4-2 0,3-2 122,3-1 0,1-2 0,2-1 0,3-1-732,3-4 1,-4 2 0,5-5-1,0 1-1544,-2 4 0,-1 2 0,-8 2-291,1-1 1,-8 7-164,-4-1 1,-5 7 0,-5-1 0,-4 5 1563,0 5 0,-13 4 0,4 7 0</inkml:trace>
  <inkml:trace contextRef="#ctx0" brushRef="#br0" timeOffset="9">12634 997 7943,'-2'17'307,"-1"-1"1,-3 0 546,3 1 0,1-1 1,2 0-1,0 2-77,0 4 1,0-4 0,0 6 0,0 0-353,0 3 0,2-2 0,1 3 0,5 1-117,1 1 1,-4-4 0,4-4-1,0-4-1710,0-2 1,-3-1 0,5-4 1401,2-6 0,1-3 0,2-2 0</inkml:trace>
  <inkml:trace contextRef="#ctx0" brushRef="#br0" timeOffset="10">12896 1259 7943,'2'11'4194,"1"0"-2457,3 1 1,6-4 0,-1-3-1283,4-3 1,1-2-1,1 0 1,-3-2-222,-3-3 0,4-5 0,-5-6-753,5 0 1,-6-1 0,-4 1 0,-3 0 129,-2-1 1,0 1-1,-2 0 1,-3-1 251,-6 1 0,-3 5 0,-3 2 1,1 2 571,0 3 0,-1 2 1,1 2-1,0 2 198,-1 4 0,1 1 1,1 7-1,3 1 98,1 3 0,7 4 1,-1-2-1,3 3-474,2 3 1,0-4 0,0 5 0,0 0-210,0-1 0,5 3 1,3-8-1,1-1-201,3-1 0,-3-5 1,2-1-1,2-4-3115,2-2 0,-5-1 1,1-6 3267,2 0 0,2 0 0,1 0 0</inkml:trace>
  <inkml:trace contextRef="#ctx0" brushRef="#br0" timeOffset="11">13206 1340 10741,'11'0'1914,"0"0"0,2 0-1468,1 0 1,-3 0-1,0 0 1,2 0 573,1 0 1,3-5-1,-1-2-259,0-2 0,-1-2-503,-4-6 0,-4 1 0,-7 0-38,0-1 0,-7 8 1,-4 2-1,-4 2-194,-1-1 0,0 1 1,-1 5-1,1 0-167,0 0 0,5 2 1,0 5-1,0 7 568,2 6 0,-4 11 0,8 0 1,1 5 130,2 1 0,2 3 1,0-2-1,2-2-402,4-1 1,3-10 0,7-3 0,0-4-3434,1-2 0,1-7 0,2-3 3104,2-4 1,-1-10 0,-4-1 0</inkml:trace>
  <inkml:trace contextRef="#ctx0" brushRef="#br0" timeOffset="12">13517 1291 21746,'11'19'0,"0"2"0,1 7 1339,3 3 1,-4 3 0,0 4-1,0 6-948,-2 3 1,0-5 0,-6-6 0,3-5-890,-2-4 0,-3-12-10,-1 1 0,0-12 0,0-6 0,0-13-1129,0-10 1,-1-8 0,-3-3-1,-2-4 1193,3-2 0,1 4 1,2-4-1,0 0 894,0 1 0,0 8 0,2-1 0,1 1 43,3 4 0,5 7 0,-4 2 0,2 7 127,4 8 0,-4 3 0,2 4 0,2 3 315,1 6 0,-3 11 0,-2 5 0,0 4-672,0 2 0,-5 1 0,1 1 0,-3-1-800,-2-3 0,0-2 0,-2 2 1,-3-2-206,-6-2 1,-5-5-1,-4 2 1,-6-4-547,-5-6 1288,2-8 0,-11 1 0,8-7 0</inkml:trace>
  <inkml:trace contextRef="#ctx0" brushRef="#br0" timeOffset="13">11768 1210 7845,'0'11'4736,"0"-1"1,2-6-4345,3 2 0,4-5 1,10-1-1,1 0 1,3 0-805,3 0 0,1 0 1,5 0 411,1 0 0,7-7 0,2-2 0</inkml:trace>
  <inkml:trace contextRef="#ctx0" brushRef="#br0" timeOffset="14">14579 834 10255,'-9'7'2039,"-5"-5"0,5 5 467,0 0-2141,1-5 1,1 13 0,-2-4 0,0 5 0,3 6 0,5 9 957,1 10-1253,0 3 1,5 20 0,2-5 0,1 3 0,1 2 0,0-2 0,2 1-1213,-2-1-77,-2-15 1,-5 4 0,1-17 0,3-4 1218,-2-5 0,-3-10 0,-1-8 0</inkml:trace>
  <inkml:trace contextRef="#ctx0" brushRef="#br0" timeOffset="15">14465 1242 7887,'-2'-9'8936,"-3"4"-7967,3 3 0,2 0 0,13-1 0,5-3-1154,4 3 0,7-5 1,-2 1-1,4 0-1009,1-1 1,7-4-1,-1 3 1,-2-2-421,-2 0 0,-8 0 1614,-4-5 0,-4-1 0,-2 1 0</inkml:trace>
  <inkml:trace contextRef="#ctx0" brushRef="#br0" timeOffset="16">14841 899 12807,'0'16'868,"0"1"0,0-1 1,0 2-1,0 4-151,0 5 0,5 6 0,3 5 0,-1 8-126,0 6 0,4 1 0,-6 5 0,-1-2-329,-2-3 1,-2-2 0,0-4 0,0-5 53,0-9 1,0-3-2100,0-8 0,-6-9 645,1-13 0,0-7 0,6-10 0,3-1 916,1-4 1,6 2 0,-3-5 0,1 0 261,3-1 0,-3 1 0,2-3 0,2 7 30,2 3 0,1 3 0,0 2 0,1 4 791,-1 2 0,0 1 1,1 6-1,-1 0-152,0 0 1,3 8-1,-1 4 1,2 8-339,0 8 0,-11-3 0,5 2 0,-5 2-261,-5 2 0,0 2 1,-1-2-1,3-2-1151,-3-2 0,-1-7 0,-4 0-2662,-3-7 1,1-6-1014,-7-7 4716,8-7 0,-5-2 0,8-8 0</inkml:trace>
  <inkml:trace contextRef="#ctx0" brushRef="#br0" timeOffset="17">15315 1406 12459,'-7'9'2199,"5"5"1,-4-3-1,5 4-1064,1 1 1,0 2 0,0 4-1,0 4-849,0-1 1,5 6 0,0-6 0,1 1-1085,1-4 1,-5-4-1,3-2-5544,-3 0 2897,-2-6 0,0-10 3445,0-11 0,0-11 0,0-4 0</inkml:trace>
  <inkml:trace contextRef="#ctx0" brushRef="#br0" timeOffset="18">15282 1406 7887,'-14'-26'-47,"1"5"0,2 2 1926,-2 3 1,6 5 0,0 0 879,0-1-3126,5 4 0,-4 1 0,12 7-1068,5 0 1,5 0 1434,6 0 0,3 0 0,8 0 0</inkml:trace>
  <inkml:trace contextRef="#ctx0" brushRef="#br0" timeOffset="19">15723 1308 7887,'-23'16'1679,"5"-1"0,-4-3 0,4-3-396,1-1 1,1-1-1,0-3-361,-1 1 0,1 1-2338,0-6 193,7 0 1,3 0 868,12 0 0,3 1 0,7 3 721,0 1 1,1 3 0,-1-3 350,0 6 0,1 2 0,-1-1 0,0-1-123,1 2 0,-3-4 0,-1 0 0,-2 0-462,2 0 0,-6-3 1,0 5 563,0 1 1,-5 3 0,2 1-63,-8 1 1,-5-1 0,-9-1 0,-4-3-641,-5-1 1,2-5 0,-3 3-1,-1-2-549,-2-3 0,4-4 0,2-4 554,1-1 0,-5-15 0,4 1 0</inkml:trace>
  <inkml:trace contextRef="#ctx0" brushRef="#br0" timeOffset="20">16851 1602 7847,'-11'5'1763,"1"1"1,4-1-223,-5-5-1302,8 0 1,-5-1-1,8-5 1,0-5-1,0-3 1,0-4-1,0-2 1631,0-2-1687,0 0 0,-5-2 0,-1-3 0,1-6 0,-1-3 0,-1-4 0,-2-2 203,-4-3-369,6-2 1,-6-2-1,6-2 1,0 0 0,0-2-1,3 4 1,4 2 51,5 7 0,-1 6 0,9 6 0,3 6-321,4 4 0,9 4 0,-3 1 0,1 4-423,0 2 0,0 1 1,4 6-1,-2 2-281,-1 4 0,-7 3 0,3 7 1,-4 0-25,-6 1 0,-8 1 0,-1 4 980,-3 5 0,-9 4 0,-2 1 0</inkml:trace>
  <inkml:trace contextRef="#ctx0" brushRef="#br0" timeOffset="21">16622 1242 9456,'-9'17'2006,"11"-8"0,15-4 0,8-3-2701,6-2 0,2 0 0,-1 0 0,1-2-1399,0-3 2094,7 3 0,1-13 0,8 6 0</inkml:trace>
  <inkml:trace contextRef="#ctx0" brushRef="#br0" timeOffset="22">16998 1275 7866,'-7'27'333,"-2"-1"0,-2-1 802,0 1 0,6-5 0,-4 5 0,1-1-512,5 1 1,1-5-1,2 5 1,2-2-436,3-4 0,4-2 0,10-4 0,1-3 4,1-5 0,3-5 0,-4-1 0,3-1 382,3-5 1,-6-3 0,2-7 0,-4-2-179,-2-4 0,-5 4 0,-2-4 0,0 2-447,0-2 0,-5 4 1,1-4-1,-3 4-1669,-2 2 0,0-1 0,0 1-4304,0-1 6024,0 1 0,0 0 0,0-1 0</inkml:trace>
  <inkml:trace contextRef="#ctx0" brushRef="#br0" timeOffset="23">17293 1390 9708,'-6'16'0,"1"0"877,1 1 1,-3-1 0,1 0 0,3 1 488,1-1 0,2 0 0,0 1-868,0-1 1,0-5-1034,0 0 1,2-8 43,3 3 0,-3-6 364,3-6 1,-3-3 0,0-7 0,2 0 46,1-1 1,6-5 0,-4-1 0,2-1 326,4 1 1,-4-1 0,2 4 0,2-2-24,1 2 1,3 2 0,-1 2 0,0 1 384,1 4 1,-1 4 0,0 7 0,1 2 119,-1 3 0,-5 6 1,0 11-1,0 5-676,-2 4 1,-2-4 0,-7 1 0,2-1-1282,3-2 0,-3-1 1,4-8-3827,-5 1-264,-1-8 5318,0-2 0,0-7 0</inkml:trace>
  <inkml:trace contextRef="#ctx0" brushRef="#br0" timeOffset="24">17897 1275 7866,'6'-11'1200,"-1"0"1,1 6 694,-6-6 0,0 5-479,0-4 1,-2 6 0,-4-1-714,-4 3 1,-5 4 0,-1 1 0,-1 4-145,1 2 0,5 2 0,0 6 1,0-1-84,2 0 0,-3 3 1,4 1-1,1 3-98,0 3 1,1-5 0,6 7 0,0-1-711,0-2 1,8 4 0,2-7-1,5-2-1225,1-2 0,2-9 1,2-3-1,4-4 381,1-2 1,-3-2 0,4-5 0,-3-8 1175,-3-5 0,-2-16 0,-1 1 0</inkml:trace>
  <inkml:trace contextRef="#ctx0" brushRef="#br0" timeOffset="25">18061 768 17094,'0'26'2168,"0"6"1,2 12-1977,3 9 1,-1 7 0,7 9 0,0 2-1100,-2-2 1,3-8-1,-6-4 1,-3-7-2168,-1-8 1,4-11 3073,-1-4 0,-7 1 0,-7 4 0</inkml:trace>
  <inkml:trace contextRef="#ctx0" brushRef="#br0" timeOffset="26">17979 1112 12578,'0'-11'5697,"0"0"-5164,0-2 0,7 4 1,4 0-1,4 2-393,1 3 1,2-3-1,2 1 1,2 3-854,-2 1 0,0 2 0,0 0 1,2 0-2286,-2 0 0,-2 2 1,-2 3 2997,1 6 0,-1 4 0,0 1 0</inkml:trace>
  <inkml:trace contextRef="#ctx0" brushRef="#br0" timeOffset="27">18306 1144 7837,'9'17'1621,"0"-1"0,-5 0-1075,1 1 0,6-1 0,-5 0 0,-1 1 512,2-1 0,-3 6 1,5 1-1,0 1-121,0 0 1,-5 3 0,1-3 0,-1-1-1211,1 1 0,-3-8 0,4-5-2421,-5 2 0,-1-8 2694,0-5 0,0-14 0,0-12 0</inkml:trace>
  <inkml:trace contextRef="#ctx0" brushRef="#br0" timeOffset="28">18469 932 8902,'-16'2'0,"0"1"1700,-1 3 0,3 6 0,3-1 0,4 4-938,-1 1 1,7-5-1,-5 0-812,4 2 0,4-4 50,4 2 0,3 0 0,7 5 0</inkml:trace>
  <inkml:trace contextRef="#ctx0" brushRef="#br0" timeOffset="29">18617 1291 7919,'-2'17'302,"-4"-1"0,4 0 0,-3 1 524,3-1 0,2-5-74,0 0 0,7-2 88,4 2 0,4-4 1,1-7-251,1 0 1,-7 0 0,0-2-1,-1-1-32,0-3 0,-4-6 0,6 1-326,2-4 1,-6-1 0,-2-1-1,-3 1-361,-2 0 0,0-1 0,0 1-550,0 0 0,-2-1 0,-3 3-156,-6 3 0,2 4 0,-2 7 0,-2 0 835,-1 0 0,-2 0 0,-1 0 0</inkml:trace>
  <inkml:trace contextRef="#ctx0" brushRef="#br0" timeOffset="30">18927 1275 8004,'-9'0'87,"0"0"6737,3 0-6138,5 0 0,-7 2 0,8 3 0,0 6-350,0 4-181,0 1 0,0 6 1,0 0-1,2-2 1,2-2-1,1-2-325,-1 1 0,0-7 0,1 0-709,6-3 1,-2-11 0,0-10-1,0-8 592,0-4 1,-3-3 0,5-7 0,1-2 285,3 2 0,1 1 0,1 2 1,-1 2 99,0 4 0,-5 4 1,0 8-1,2 4 890,1 6 0,-3 10 0,-2 8 0,0 9-144,0 10 0,-5 3 0,1 7 0,-3-1-643,-2 1 1,0-4-1,0 4 1,0-4-757,0-7 0,0-5 0,2-10-78,4 0 0,-3-7 1,8-7 631,2-11 0,9-9 0,3-15 0</inkml:trace>
  <inkml:trace contextRef="#ctx0" brushRef="#br0" timeOffset="31">19532 1193 7874,'-13'0'950,"-3"0"665,-8 0 0,4 2 1,0 2-1,4 3-657,-2 2 0,-2 2 1,3 5-1,3 1-652,3-1 1,-4 6 0,6 1 0,0 1-164,4 0 0,3 3 0,2-5 0,2-2-808,3-2 0,4-9 0,8-4 0,-1-3-301,0-2 0,3-7 0,1-4 0,1-3 562,-1-3 1,-2-5-1,-1-1 1,-3-3 158,-3-3 0,2 4 0,-6-1 0,0 3 423,1 3 0,3 0 0,-4 0 2844,2-2-1482,-5 0 1,3 17 0,-7 8-1024,0 12 0,0 12 0,0 1 0,2 2-520,3 3 0,-1-2 1,5-2-1,-2-4-1520,-3-1 1,3-2 0,0-6-628,2 1 0,-3-7 1,5-2 2149,1-6 0,-4-6 0,-1-12 0</inkml:trace>
  <inkml:trace contextRef="#ctx0" brushRef="#br0" timeOffset="32">19826 801 9297,'-11'0'5818,"2"2"-4865,2 3 1,1 4 0,6 10 0,0 2-458,0 7 1,0 4-1,0 6 1,0 6-305,0 3 1,6 4-1,-1 2 1,-1 1-467,-2-1 0,-2-2 0,2-4 0,1-3-269,3-6 0,-1-11-6644,-5-5 7187,7-11 0,2-19 0,8-10 0</inkml:trace>
  <inkml:trace contextRef="#ctx0" brushRef="#br0" timeOffset="33">20022 1210 7843,'0'16'3697,"0"0"1,-2 1-2915,-3-1 0,3 0 0,-3 1 0,3-1 0,2 2 443,0 4 1,0-4 0,0 4-1733,0-4 1,0-1 0,2-3-2021,3-3 0,-3-6 0,3-10-2573,-3-6 5099,-2-3 0,0-10 0,0-1 0</inkml:trace>
  <inkml:trace contextRef="#ctx0" brushRef="#br0" timeOffset="34">20039 883 7843,'-10'16'0,"-4"0"0,5 1 0</inkml:trace>
  <inkml:trace contextRef="#ctx0" brushRef="#br0" timeOffset="35">20267 589 9808,'-7'9'1381,"5"5"-146,-3-3 1,3 9-1,4 5 1,3 6 0,4 11-430,0 9 1,4 11-1,-7 12 1,-1 10-149,2 5 0,-5-9 0,4-4 1,-5-9-148,-1-9 0,0-21-2160,0 1 0,2-16 1,2-8-1873,1-12 3521,1-9 0,-6-10 0,0 1 0</inkml:trace>
  <inkml:trace contextRef="#ctx0" brushRef="#br0" timeOffset="36">20218 1226 17987,'19'-2'2326,"2"-1"0,7-3-1936,2 3 0,5-1 0,3 0 1,4-1-1455,0 1 1,-2-3 0,-8 1 0,1 3-1467,0 1 1,-8-3 0,-3-1 2529,-4 2 0,-2-5 0,1 0 0</inkml:trace>
  <inkml:trace contextRef="#ctx0" brushRef="#br0" timeOffset="37">20676 1161 7841,'-16'16'432,"5"-5"0,2 0 0,0 2 496,0 1 0,5 2 1,-3 1-1,1-1-143,1 0 1,-1-5-1,8 0-899,4 2 1,-3-6 0,8-1 0,2-5-212,1-1 0,3 0 0,-1 0 0,0 0-31,1 0 0,-3-1 0,-1-3 608,-2-1 0,-2-3 1,4 5 189,-2-3 0,-8-1-516,3 2 0,-5-5 1,-1-6-264,0 0 0,0 5 0,0 0 282,0-2 1,0-1 1880,0-3-1059,0 8 0,2 2 0,2 9 0,1 3-212,-1 6 0,3 6 0,0 4 0,1 7-228,-1 2 0,0 3 1,-3 0-1,3 1 448,2 4 0,-5-1 0,1 5 0,-3-1 110,-2 1 0,0-9 1,0 3-1,0 2-655,0 2 1,-7-3-1,-6 1 1,-5-4-231,-4-1 0,-1-8 0,3-3 0,-2-4 0,2-1 0,-4-6 0,1-2 0,-1-2-1365,0-3 1,-5-3-1,4-1 1,-2 0-957,-1 0 1,1-7 0,-5-4 2320,-1-3 0,-7-10 0,-2-1 0</inkml:trace>
  <inkml:trace contextRef="#ctx0" brushRef="#br0" timeOffset="38">9316 1962 14715,'-9'0'5812,"4"1"-5021,10 5 0,4 5 0,8 11 0,-1 7 549,0 7-1216,1 6 0,4 9 0,1 1 1,-2 5-1,-2 1 0,-3 0 0,-2-4 163,-2-5-1118,-8-10 0,4-7 0,-7-15-3501,0-16 4126,8-11 0,-6-23 1,5-2-1,-2-1 1,2-2-1,3 2 1,2 1 63,3 2 0,-4 6 1,0 0-1,1 0 267,3 1 1,1 8 0,1 9-1,-1 2 651,0 3 1,1 2 0,-1 4-1,0 2-377,1 1 1,-3 10-1,-1-1 1,-4 6 51,-2 0 1,-1-2 0,-6-1 0,0 1-83,0 4 1,-8-4 0,-3 2 0,-3-4-337,-2 0 0,-3-8 1,-1 8-1,-3-3-331,-3-4 0,5 0 0,-5-5 0,3 1-526,3-1 0,1-3 1,3-1-7086,0 0 7909,7 0 0,9-7 0,9-2 0</inkml:trace>
  <inkml:trace contextRef="#ctx0" brushRef="#br0" timeOffset="39">9937 2289 9432,'-5'11'0,"0"-1"2034,1 3 0,-3 2 0,1 1 1,3 0-895,1 1 0,2 6 1,0 3-800,0-1 0,0 6 1,0-4-1,2 2 0,3-1-111,6-7 1,5-4 0,4-6-1,2-6 126,-2-3 0,4-2 0,-3-2 0,1-5-80,2-10 0,-6-1 0,2-9 0,-6 0-780,-3 1 1,-2-4 0,2 4 0,-5 1-929,-4 3 1,-2 4-1,0 1 1,0 1-1224,0 0 1,0-1 2654,0 1 0,-8 0 0,-1-1 0</inkml:trace>
  <inkml:trace contextRef="#ctx0" brushRef="#br0" timeOffset="40">10248 1815 8243,'-9'-8'2550,"2"5"818,7-8-2036,0 7 0,1 0 0,5 15 0,5 13-345,3 11 1,4 10-1,2 13 1,2 11-417,-2 9 0,4 8 0,-14-39 1,0 0-1,6 42-359,-3-7 0,-10-22 0,3-4 1,-4-9-5129,-2-12 1,0-17 281,0-18 4634,-8-15 0,-1-10 0,-7-8 0</inkml:trace>
  <inkml:trace contextRef="#ctx0" brushRef="#br0" timeOffset="41">10297 2240 7876,'-2'-11'3276,"-3"0"1,3 5 0,-2-3-2880,8 2 0,7 2 0,9 5 0,3 0-1740,3 0 1,3 1 0,9 3 0,6 3-472,3 2 1,4-3 1813,3 5 0,4 0 0,8 5 0</inkml:trace>
  <inkml:trace contextRef="#ctx0" brushRef="#br0" timeOffset="42">11327 2289 11204,'-17'7'0,"1"2"1794,0 0 0,1 6 0,2-6 0,4 2-145,2-1 0,2 1 0,5 6-1197,0-1 1,0 6 0,1 1 0,5 1 0,5 1-452,3 1 1,-3 1 0,0 4 0,0-4-1206,-2-5 0,0-6 0,-3-3-531,5-2 1,-4-11-1,-2-4-2943,-3-10 4678,-2-13 0,7-6 0,2-9 0</inkml:trace>
  <inkml:trace contextRef="#ctx0" brushRef="#br0" timeOffset="43">11294 2043 10561,'-11'0'7425,"2"2"-6080,2 4 1,0-5 665,1 5-3494,4 3 1,-5-5-256,7 7 1,2-8 0,3 3 0,4-3 764,0 3 1,6-4 0,-2 5 0,5 0 408,4 4 1,1-2-1,-3 2 1,2 2 379,-2 1 0,4 8 0,-3 2 1,1 1 890,2 4 1,-6 2-1,4 2 1,-4-1 123,-2 1 0,-5-4 0,-2 0 0,-2 0 1328,-3-5 1,-2 1-1223,-2-3 1,-2-7-852,-3-10 1,1-5 0,-5-5-96,2-6 0,1-4 0,6-1 0,0-2-113,0-4 1,0 4 0,0-4 0,0 2-280,0-2 1,0 9 0,0-3 0,2 3 25,4 4 0,-3 2 1,8 7 905,2 0 1,-1 7 0,1 4 0,-4 4 579,-1 1 1,-1 0 0,-4 1-1342,3-1 0,1-5-492,-1 0 1,-3-9 0,6-2 427,-1-9 0,2-6 0,-4-1 1,-1-1 426,3 1 1,-1 5-1,6 2 1,-3 0 739,3 0 0,2 5 0,1-1 1,0 5 319,1 5 1,-1 6 0,0 9 0,1 4-542,-1 1 0,-1 2 0,-3 4 0,-3-3-567,-1-7 0,-3-2 0,-3-3 0,2 0-3070,1 1 1,-1-8 2984,-10-4 0,-10-3 0,-10-2 0</inkml:trace>
  <inkml:trace contextRef="#ctx0" brushRef="#br0" timeOffset="44">12275 2338 7812,'-17'0'772,"1"0"0,0 0 950,-1 0 1,8 1-823,4 5 1,5-2 0,3 6-133,3 3 0,5 9 0,-4 5 0,2 6-318,4 5 0,-4 0 0,0 9 0,0 6 88,0 3 1,-5-3 0,1 0 0,-1-6-599,1-3 0,-3-15 1,4-2 16,-5-7 1,-1-13-1230,0-7 1,0-9-1,0-13 1,0-5 490,0-4 1,0-2 0,0 1 0,0-1 616,0 0 1,-5-5 0,0 0 0,1 2 359,2 1 1,-3 3 0,-1-1-1,3-2 303,1-3 1,2 9 0,0-4 0,0 4-115,0 4 1,2 1-1,1 8 1,4 0 350,3-1 1,-5 8 0,6 4-47,2 3 0,1 4 0,1 3-191,-4 6 1,1 4 0,-6 1 0,-1 2-197,2 4 0,-5-2 1,4 5-1,-5 1-243,-1-1 0,0-3 1,-1 3-1,-3 1-247,-1-1 1,-6-3-1,3 3 1,-1-1-582,-3-4 1,3-4 0,-1-3 0,1-4-1063,0-1 1,0-5 0,-2-8 592,6-6 1237,3-11 0,2-11 0,0-8 0</inkml:trace>
  <inkml:trace contextRef="#ctx0" brushRef="#br0" timeOffset="45">12569 2321 8559,'0'17'2036,"0"-1"1,0 0-923,0 1 1,0 1-1,0 2 1,0 2-430,0-2 0,0 3 0,0-1 0,2 0-376,3 1 1,-3-4-1,3 2 1,-3-2-176,-2-3 0,2-5-362,4 0 298,-5-8 1,7-3 0,-8-11 0,0-3-95,0-2 0,0-3 0,0-2 0,0-7 157,0-3 0,0 4 0,0 0 0,1-2-924,5-2 0,-2 4 1,5 1-1,0 3 93,0 3 1,-4 3-1,6 5 698,2 1 0,9 0 0,3-5 0</inkml:trace>
  <inkml:trace contextRef="#ctx0" brushRef="#br0" timeOffset="46">12847 2370 7812,'-15'17'1614,"3"-3"-1156,1-3 1,5 4 0,-3-4 908,2 3 0,-4-3 1,6 0-1,1 2-713,2 1 0,2 2 1,0 1-1,0-1-446,0 1 1,2-3 0,3-1 0,6-2-127,4 1 1,1-4-1,0-3 1,3-3 334,2-2 1,-1-2-1,6-3 1,-1-6 220,1-4 0,-10-1 1,4 0-1,0-1-744,-2 1 0,-7-1 1,-4 1-1,-1 0-165,-1-1 1,1 1 0,-8 0-1,-4-1 65,-5 1 1,-5 0 0,-4 1 0,-3 4-873,-3 6 0,4-2 0,-3 1 1,1 2-101,4 3 1,2 1 0,2 0 1177,-1 0 0,1 7 0,0 2 0</inkml:trace>
  <inkml:trace contextRef="#ctx0" brushRef="#br0" timeOffset="47">13157 2403 15924,'0'16'2261,"2"-5"1,2 0 0,3 4-1359,2 5 0,-3-2 0,3 4 0,0-4-274,0-2 0,-4 1 0,6-1-647,2 0 1,-6-5 0,0-2-1649,1-2 1528,-7-1 0,7-8 0,-8-3-134,0-6 1,5-9 0,1-2 0,-3 0 33,-1-1 1,0 3-1,2-8 1,1 1-1337,-1 2 1,3-6-1,0 5 1,0 1-209,1 3 1,3 4-1,-4 2 1,0-1-356,0 1 1,6 7 2119,-2 3 1,2 6 0,-1 6 461,-1 5 1,-2 3 0,2 3 0,-3-3 669,-1-3 0,0 4 0,6-5 0,-2 3-203,1-2 0,3 2 0,1-6 1,1 0-496,-1 1 0,0-3 0,1-5 0,1 0 87,4 0 1,-4-2 0,4-3-196,-4-6 0,-4 2 1,-3-2-1,-4 0-93,1 2 0,-7-6 1,5 4-250,-4-3 1,-2 3 0,-2 2 0,-4 2 34,-4 3 0,1-3 1,-2 1-1,-2 1 122,-2-2 1,-6 5 0,-1-4-1,2 5 129,2 1 1,-1 5 0,0 2 0,-3 2 222,2 4 0,7 2 0,2 1 0,-2 0 103,-1 1 0,5 1 1,3 2-1,5 3-142,1 3 0,0-1 0,1 4 0,5-3-715,5-3 1,3-1 0,4-7-1,2-3-1057,2-1 1,0-7 0,-4 1 0,2-3-3033,2-2 4367,0 0 0,-6-7 0,0-2 0</inkml:trace>
  <inkml:trace contextRef="#ctx0" brushRef="#br0" timeOffset="48">14939 2223 7965,'-16'0'861,"5"6"1,0-1 0,-2 1 0,-1-1-1,-3 0 1,1-1 322,0-2 0,5 0 1,0 1-1,-2 3-889,-2-3 1,-1-1 0,0 0-175,-1 4 1,7-3 0,0 8-1,1 0-510,0-2 1,6 6 0,-1-5 38,8 5 0,5 1 0,7 1 1,2-1 312,4 0 1,-2 1 0,5-3 0,1-1 308,-1-2 1,-3-6 0,4 4 0,-3 0 242,-3 1 0,-2-5 1,-1 4 572,-1-2 0,-7 6-779,-3-2 1,-6 2-1,-6-1 1,-5-3-235,-3-1 1,-8 3 0,0-6 0,0 1-646,-1 1 1,3-5 0,-6 3-1,3-3-880,3-2 0,-4-7 0,2-4 0,2-4 52,2-1 0,9-6 0,4 0 0,3 0 1398,2-1 0,0-3 0,0-6 0</inkml:trace>
  <inkml:trace contextRef="#ctx0" brushRef="#br0" timeOffset="49">15086 2338 8050,'0'16'701,"0"0"0,0 1 1,0-1 589,0 0 0,0 8 0,0 3 0,2 4-350,3 2 0,-3 1 0,5 3 0,-1 3-415,-1 1 1,1 1 0,-6 2 0,0-6-275,0-4 0,0-12-1831,0 0 0,0-17 416,0 1 0,0-19 0,0-16 1,0-5 476,0-5 1,0-6-1,0 3 1,2-1 608,3-1 0,-1 6 0,5-4 0,0 2 706,0 4 1,-5 1-1,3 5 1,0 0 236,4 3 0,-2 7 1,2 0-1,2 6-144,1 3 1,2 7 0,1 1 0,-1 6-306,1 8 0,-3 5 0,-1 6 1,-4 5-175,-2 4 1,-1 2-1,-6 0 1,0-1-230,0 1 1,-8 0 0,-3-2-1,-3-2-126,-2-2 0,-1-7 1,1 4-1,-1-3-405,1 1 1,0-5-1,-1-8-1819,1-2 1,2-3 322,3-10 0,3-8 0,10-10 2013,4-1 0,3-3 0,7-4 0</inkml:trace>
  <inkml:trace contextRef="#ctx0" brushRef="#br0" timeOffset="50">15691 2419 7908,'-18'11'0,"-2"-2"1313,-2-1 1,0 3-1,6-4 1,-1 0 298,1 0 0,0 1 1,-1-3-883,1 6 1,1-2 0,5 2-629,4 2 1,4-4 0,2 2 0,0 1-648,0 3 0,0-4 0,0 0-229,0 1 1,8-3 0,2 1-32,5-3 1,-4 0 0,0-3 342,2 1 0,-4 1 0,0-8 50,-2-4 0,4-3 0,-4-7 204,2 0 1,-3 5 0,3 0 0,-2-2 348,-3-1 0,3-3 0,0 1 932,2-1 1,-5 7 247,1-1 0,-1 5 49,1-5 0,4 10 1,8 1-692,-1 9 1,-5 5-1,0 2 1,0 1-262,-2-1 0,5 1 0,-4-1 0,0 0-546,1 1 1,-7-1 0,1 0 0,-1-1-2955,1-4 1,-3-2-574,4-4 0,1-5 3655,-2 0 0,8-7 0,-4-9 0</inkml:trace>
  <inkml:trace contextRef="#ctx0" brushRef="#br0" timeOffset="51">16067 2354 7908,'-17'0'2230,"1"0"1,5 2-1,0 1 2528,-1 3-4758,4 7 0,-6-12 0,5 7 0</inkml:trace>
  <inkml:trace contextRef="#ctx0" brushRef="#br0" timeOffset="52">15936 2436 10340,'-7'18'2457,"-4"4"1,2 3-1,0 6 1,1-2-1070,5-2 0,1-5 0,2 4 1,0-3-1620,0-3 1,0-2 0,2-3-1,1-2-1320,3-3 0,7-6 0,-3 2 0,5-6-199,1-6 0,2-3 0,2-7 1,2-3-355,-2-2 2104,-2 3 0,6-13 0,1 5 0</inkml:trace>
  <inkml:trace contextRef="#ctx0" brushRef="#br0" timeOffset="53">16165 2517 7890,'11'10'2331,"0"-5"1,-6-3 0,6-2-1932,2 0 1,-4 0 0,2-2 0,1-3-454,3-6 0,1 2 0,-1-2 1,-3-4-84,-1-5 0,0 2 0,4-4 484,-4 4 0,-4 2 0,-7-1 7,0 1 1,0 5-1,-2 2 1,-1 0-98,-3 0 0,-7 5 0,2-1 29,-3 3 0,-2 2 0,-1 0 146,1 0 1,1 7 0,3 4-1,1 4 286,-2 1 1,6 2 0,0 4 0,1 5-130,1 4 1,-1-4 0,6 1 0,0 1-525,0 2 1,2-4 0,3-2 0,6-1-657,4-4 1,1-2 0,1-4 0,-1-3-987,0-5 0,1-4 0,-1-4 0,0-4-2386,1-5 3962,-1-3 0,0-10 0,1-1 0</inkml:trace>
  <inkml:trace contextRef="#ctx0" brushRef="#br0" timeOffset="54">17162 2387 8713,'-11'5'252,"0"1"1,7 1 0,-3-4 3282,0 3-2975,-2-1 1,-2-3 0,0 4 0,0 5 118,2 3 0,0-3-688,4 0 1,3 2 0,-4 7 0,4 1-1,4-1 1,2-1 294,1-3-572,8 0 1,-9 1 0,7-1 0,1-2 0,1-1 0,0-4 0,-2-1-359,1-5 0,-3-1 0,0-4 0,1-1 257,-1-3 1,-4-7-1,4 1 1,-2-7 128,-3-2 1,3-3 0,-1 4 0,-3-4 372,-1-1 1,-2 5-1,0-2 1,0 4 228,0 2 1,0-1 0,0 1 682,0 0 0,0 5 0,-2 2 3447,-3 1-3989,3 3 0,-5 12 0,7 4 0,2 4-272,3 1 1,-1 2 0,5 2-1,0 4-108,0 1 0,0-3 0,4 2 0,-2-3-1340,1-1 0,-2-11 0,-1 8 0,0-4-2154,0-4 0,2-2 3389,5-7 0,0-7 0,1-2 0</inkml:trace>
  <inkml:trace contextRef="#ctx0" brushRef="#br0" timeOffset="55">17407 2485 7864,'9'7'2602,"-2"-3"-1585,-7 7 1,-1-1 0,-3 7 0,-2-1-430,3 1 1,1-1-1,2 0 1,0 1-21,0-1 1,0 0-1458,0 1 824,0-8 0,5-11 0,3-13 0,-1-5-3,0 0 0,6 0 0,-4 0 0,2-1 136,0 1 1,0 1 0,5 5 0,0 1 674,1 2 0,-5 8 0,3-3 1,3 4 205,0 2 0,1 4 0,-3 5 0,0 9-754,1 6 0,-3 1 0,-1 4 0,-4-1-642,-2 1 0,-1-4 0,-6 1 676,0-3-229,0-1 0,0-20 0,0-4 0</inkml:trace>
  <inkml:trace contextRef="#ctx0" brushRef="#br0" timeOffset="56">17995 2158 7826,'0'-11'0,"2"2"3058,4 2-2319,-4 1 0,5 10 0,-7 5 0,2 9 0,1 7 947,3 10 0,-1 5 1,-3 7-1,2-1-1105,1-3 0,2-5 1,-3 4-1,3-4-752,2-7 1,-5-4-1,1-7-1327,-3 2 640,5-7 1,-5-10 0,2-10-77,-8-6 0,1 2 0,-8 0 1,-2-1 436,-2 1 0,-1 4 1,0-4-1,-1 0 311,1 0 1,0 5 0,-1-1 0,1 3 357,0 2 0,-1 0 1,1 0 1354,0 0 0,5 0 0,2 2 1,1 3-719,5 6 1,1-2-1,4 2 1,3 0-294,6-2 1,4 5-1,3-4 1,2 0-162,2 1 1,1-5 0,-1 3 0,3-2-247,1-3 0,-1-1 0,-5 1 0,2 2-1647,-2-3 0,0-1 0,0-4 0,2-5 1538,-2-9 0,5-8 0,1-9 0</inkml:trace>
  <inkml:trace contextRef="#ctx0" brushRef="#br0" timeOffset="57">19107 2060 24222,'2'27'0,"1"2"552,3 6 1,7 6 0,-4 14 0,1 5 3,1 3-276,0-5 0,-2 4 1,-3-7-1,-3-6 0,1-7 1,2-12-4051,-3-4 1943,-1-12 1,-2-8 0,0-12-1,0-5 1,0-3 1826,0-2 0,-7-8 0,-2-1 0</inkml:trace>
  <inkml:trace contextRef="#ctx0" brushRef="#br0" timeOffset="58">19058 2419 7905,'0'0'0</inkml:trace>
  <inkml:trace contextRef="#ctx0" brushRef="#br0" timeOffset="59">19058 2419 20190,'16'0'1735,"6"2"1,2 2-1,1 1-1762,4-1 0,0 3 0,0-1 0,-3-1-835,-3 2 1,4-5 0,-5 4-1,-2-3-441,-2 3 0,-7-4 1303,0 3 0,7 4 0,8 0 0</inkml:trace>
  <inkml:trace contextRef="#ctx0" brushRef="#br0" timeOffset="60">19516 2485 8982,'-2'16'2404,"-4"0"0,4 1 0,-3 1-1579,3 4 1,2-8 0,0 6-358,0 0 1,2 0-1524,3-3 1,-3-6-445,4-1 1,-3-6 0,1 0-421,1-8 1,1-5 1918,-6-7 0,-7-8 0,-2-1 0</inkml:trace>
  <inkml:trace contextRef="#ctx0" brushRef="#br0" timeOffset="61">19483 2305 7844,'-6'-16'0,"1"-1"366,1 1 0,-3 5 1,2 0 3262,1-2-1893,2 6-3642,2 0 840,0 7 1066,0 0 0,0 7 0,0 2 0</inkml:trace>
  <inkml:trace contextRef="#ctx0" brushRef="#br0" timeOffset="62">19679 2501 8490,'0'16'1018,"0"1"1,0-6-1,0 0 1,0 1 401,0 3 1,0-4-585,0 0 0,0 0 465,0 5 1,0-5-798,0 0-339,0-8 0,2-3 0,1-11-82,3-3 1,-1-2-1,-5-1 1,2 1-646,4 0 0,-3-1 0,6 1 0,0-1 60,0 1 1,-3 5 0,3 0 0,0-1 576,0-3 0,0 4 1,4 2 324,-2 2 1,-6 1 0,6 6 28,2 0 1,-6 2 0,0 4-68,1 5 1,-7 3 0,5 2-1,-4 1-84,-2-1 0,0 0 1,0 1-1,0-1-176,0 1 1,0-1 0,0 0-392,0 1 0,0-7-908,0 1 1,0-9 908,0-2 0,0-2 0,2-9 0,1-3 212,3-6 0,5 2 0,-4-4 0,0 2 47,0-2 1,4 9 0,-3-3 507,1 2 1,1 1-1,7 2 657,-1 6 1,-5 3-1,0 4-402,2 3 1,-1-1-1,1 7 1,-4 1-224,-2 3 0,4 1 0,-3 2 1,-1 2-177,0 2 0,-1 0 0,-5-6-1676,5 1 0,-4-1 0,3 0-4471,-3 1 5812,-2-8 0,0-9 0,0-9 0</inkml:trace>
  <inkml:trace contextRef="#ctx0" brushRef="#br0" timeOffset="63">20300 2452 8801,'-14'16'2842,"3"1"0,5-8 0,12-4-2534,5-3 1,3-2 0,2-2 0,3-1-70,2-3 1,-6-5 0,5 4 0,0 0-100,-2 0 0,-5-6 1,-2 4-151,1 0 0,3-6 6,1 4 0,-1-3 1,-4-3 292,-6 1 0,-3 5 0,-2 0-98,0-2 1,-2 4 0,-3-1 0,-6-1 8,-4 2 0,-1 1 0,0 8 0,-1 0 190,1 0 0,-1 0 0,1 0 0,0 0 69,-1 0 0,-4 8 0,-1 2 1,4 7 202,5 5 0,-2-2 1,6 7-1,0 0-592,4-2 0,3 6 0,2-3 0,2 2-70,3 3 0,4 0 0,10-2 0,1-2 0,1-2 0,7-12 0,-5 1 0,3-3 0,3-4 0,-4-2 0,1-7 0,-3 0-1341,-3 0 1,-2-7-1,-1-4 1,-1-6-1202,0-4 1,-1 3 0,-2-4 2541,-3 4 0,1-6 0,6-1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461"/>
    </inkml:context>
    <inkml:brush xml:id="br0">
      <inkml:brushProperty name="width" value="0.05292" units="cm"/>
      <inkml:brushProperty name="height" value="0.05292" units="cm"/>
      <inkml:brushProperty name="color" value="#FF0000"/>
    </inkml:brush>
  </inkml:definitions>
  <inkml:trace contextRef="#ctx0" brushRef="#br0">6012 2318 9606,'0'-13'45,"2"5"-161,2 0 1,-1-1 0,4-3 120,-2-1 1,3 1-1,-2 1 1,0 1 0,-1 2-1,-1-1 1181,2 2 1,-5-4 714,3 3 1,-2 1-400,-2-2 1,-2 7-592,-2-2 1,2 2 0,-7 2-257,-1 0 0,-1 0 0,-1 0-285,-1 0 0,1 0 0,-1 0 1,-1 0-149,-2 0 1,2 2-1,-3 0 1,2 2 17,-2-1 0,2 3 1,-5-2-1,2 0 0,3 2 1,-3-3 0,1 3-1,0 1-29,-1 0 0,3-2 0,-5 2 1,1 0-134,-1-1 0,5-1 0,-2 2 1,2 0-79,-2 0 0,2 1 0,-4 3 0,1-1 0,2-2 0,1 0 0,0 4 0,-2-3 0,2 0 0,1-1 0,1 5 0,1-1 0,-1 1 0,1-5 0,0 0 0,3 2 0,0 1 0,1 2 0,-3-1 0,1 2 0,2 3 0,4-3 0,-3 2 0,0 0 0,0 1 0,4 2 0,-1 5 0,2-2 0,2-1 0,0-4 0,0 3 0,0 1 0,0-1 0,6-1 0,1-3 0,1 2 0,1 1 0,-1-2 0,4 2 0,1 1 0,0-1 0,-1-3 0,2 2 0,3-2 0,4 1 0,-2 1 0,2-2 0,3 0 0,3 0 0,1-3 0,4 0 0,0 0 0,0-1 0,2-4 0,3 1 0,2-1 0,3-1 0,-6 0 0,4-4 0,2 2 0,1 2 0,-1-3 0,1 5 0,-2-1 0,-5-1 0,-6 4 0,2-4 0,0 0 0,0-3 0,-6 2 0,0-2 0,0-1 0,1-2 0,-2-1 0,6 0 0,-2 0 0,-1 0 0,-3-1 0,7-2 0,0-1 0,0 1 0,-3-2 0,3 0 0,-1 1 0,-4-1 0,1 2 0,-1-4 0,0 0 0,1 0 0,-8 4 0,5-2 0,-3 0 0,-2 1 0,-2-1 0,-6 2 0,1-3 0,-1-1 0,1 3 0,-1-4 0,1-2 0,-1-1 0,-3 3 0,-2-1 0,0-2 0,0-4 0,-3 1 0,3-3 0,0 3 0,0 2 0,-3-1 0,3 1 0,-2-2 0,-2-3 0,0 6 0,0-4 0,2-1 0,2 2 0,-4 1 0,1 0 0,-2 0 0,-2 1 0,0-5 0,0 1 0,0-1 0,0-1 0,0 2 0,0-4 0,0-3 0,0 0 0,-5-2 0,0 1 0,-2 0 0,-3-1 0,3 7 0,-1-7 0,-3 3 0,-5 2 0,2-2 0,-2 4 0,2 0 0,1 0 0,-3-3 0,-1 4 0,0 0 0,-1-1 0,4 4 0,-4-4 0,0 2 0,-3-1 0,2 0 0,-2 5 0,-2-1 0,0 1 0,-2-1 0,0 2 0,-2 1 0,-2 2 0,-2 5 0,-3-2 0,0 0 0,-1 1 0,8 0 0,-1 3 0,0-2 0,2-1 0,2-2 0,2 3 0,-2-1 0,2 1 0,4-2 0,-3 1 0,-2-1 0,0 0 0,-4 3 0,-1-2 0,-2 2 0,-2-3 0,3 4 0,-3-3 0,0 2 0,0 2 0,0 5 0,-3 0 0,3 2 0,1 3 0,1 1 0,2 0 0,-2-1 0,3-2 0,4 1 0,4 2 0,-1-2 0,1 0 0,4-5 0,-2 3 0,3-2-6725,1-2-2724,7 4 9449,0-5 0,12 14 0,0-2 0</inkml:trace>
  <inkml:trace contextRef="#ctx0" brushRef="#br0" timeOffset="1">5123 1817 8216,'0'-13'2794,"0"5"-212,0 0-2103,-6 5 1,4-1 0,-5 8-1,0 4 1,1 5 0,-1 5 482,0 7 0,3 3-707,-4 9 1,1-2 0,-3 8 0,3 0 0,0 1 0,1-1 111,1-2-1069,1-10 1,0 8 0,-1-12 0,3-5-5195,0-3 5008,8-8 888,-5-5 0,10-12 0,-4-1 0</inkml:trace>
  <inkml:trace contextRef="#ctx0" brushRef="#br0" timeOffset="2">4910 2130 8741,'-13'1'1935,"1"4"-1492,-1 3 1,5-2 0,1-1 0,2 1 798,2 2 1,1 3 0,2 3-500,0 3 1,0-2-1,0 6 1,0 0 0,0 0-168,0 0 0,2 0 0,2 2 0,3-2-202,0-4 0,3-3 0,-5-2 35,2 1 1,1-2-315,5-3 0,-5-2 415,1-6 0,-5 0-160,4 0 1,1-6 0,3-2 147,1-3 0,-1 0 0,-1 1 0,0 1-579,2 0 0,-3-2 1,6-2-1,-2 1-1476,-1-1 0,1 2 0,0 1 0,1 2 43,0-2 0,-4 3 0,6 0 1514,-3 2 0,4-5 0,2 3 0</inkml:trace>
  <inkml:trace contextRef="#ctx0" brushRef="#br0" timeOffset="3">3620 6402 8007,'-7'0'-237,"0"0"837,3 0 1,2-6 230,-2-2 0,3-3 294,1-2 0,0 5 782,0 0 0,0 3 21,0-3 0,1 5 0,2-2 2168,1-1-3049,0 5 0,2-5-1047,2 6 0,-1 0 0,2 0 0,0 0 0,2 0 0,-2 0 0,-1 0 0,3 0 0,5 0 0,-2 0 0,4 0 0,-2 0 0,1 0 0,5 0 0,-1 0 0,3 0 0,1 0 0,-4 0 0,0 0 0,1 0 0,2 0 0,-4 0 0,1 0 0,2 0 0,0 0 0,-2-1 0,-1-2 0,-1-1 0,1 1 0,-4 2 0,4 1 0,-1 0 0,1 0 0,-5-5 0,2 1 0,-2 1 0,2 2 0,-3 0 0,2-2 0,-2-1 0,-1 1 0,-1 2 0,1 1 0,-1 0 0,1 0 0,4 0 0,-1 0 0,0 1 0,-2 3 0,-2-2 0,1 2 0,0-3 0,4-1 0,-1 0 0,3 0 0,0 0 0,1 0 0,-3 0 0,4 0 0,1 0 0,1 0 0,-2 0 0,-1 0 0,-1 0 0,1 0 0,-4 0 0,4 0 0,-1 0 0,1 0 0,-3 0 0,2 0 0,-1 0 0,-2 0 0,-1 0 0,0 0 0,3-1 0,2-3 0,-5 2 0,2-2 0,-2 3 0,2 1 0,-2 0 0,5 0 0,-1 0 0,0 0 0,-2 0 0,3 0 0,-1 0 0,1 0 0,-4 0 0,4 0 0,-1 0 0,1 0 0,-3 1 0,2 2 0,0 1 0,1-1 0,-5-1 0,3 1 0,-1 1 0,0-1 0,1 0 0,-3 0 0,2 1 0,-2-1 0,0-2 0,1-1 0,0 2 0,0 2 0,-2-3 0,0 3 0,1-2 0,2-2 0,-1 0 0,-3 0 0,-1 1 0,1 3 0,-1-2 0,2 2 0,3-3 0,-6-1 0,6 2 0,2 2 0,-6-3 0,-1 3 0,0-2 0,-1-2 0,3 0 0,2 0 0,5 0 0,-3 0 0,-1 0 0,-2 0 0,2 0 0,-2 0 0,6 0 0,1 0 0,2 0 0,1 0 0,0 0 0,0 0 0,0 0 0,0 1 0,0 2 0,0 1 0,1-1 0,-1-2 0,-2-1 0,-1 0 0,-1 0 0,-1 0 0,1 0 0,-3 0 0,0 0 0,-3 0 0,5 0 0,-1 0 0,1 0 0,-4 0 0,4 0 0,-1 0 0,1 0 0,-3 0 0,2 0 0,0 0 0,1 0 0,1 0 0,4 0 0,0 0 0,0 0 0,0 0 0,0 0 0,0 0 0,0 0 0,4 0 0,1 0 0,-3 0 0,0 0 0,-2 0 0,0 0 0,0 0 0,0 0 0,0-4 0,-1 0 0,-3 0 0,-5-2 0,3 5 0,-3-3 0,0 2 0,-3 2 0,0 0 0,-1 0 0,1 0 0,0 0 0,-1 0 0,1 0 0,-1 0 0,1 0 0,-1 0 0,-3 0 0,-1 0 0,0 0 0,1 0 0,-1 0 0,-4 0 0,4 0-1342,-5 0 1,4 0 0,-4-1 1341,1-3 0,6-3 0,-3-6 0</inkml:trace>
  <inkml:trace contextRef="#ctx0" brushRef="#br0" timeOffset="4">2781 6953 7891,'-7'1'9830,"3"4"-7127,2-4 0,1 5-631,-3-6-446,2 0 0,-2 0-1516,8 0 0,3 0-110,6 0 0,-1 0 0,-1-2 0,-1-1 0,-2-1 0,1 0 0,3 4 0,1 0 0,1 0 0,1 0 0,2 0 0,-2 0 0,0 0 0,2 0 0,4 0 0,3 0 0,-2 0 0,2 0 0,2 0 0,0 0 0,5 0 0,0-1 0,-1-2 0,1-1 0,2 0 0,-3 4 0,-1 0 0,1 0 0,-7 0 0,2 0 0,-3 0 0,-3 0 0,1 0 0,-5 0 0,3 1 0,2 3 0,-5-1 0,2 4 0,-2 0 0,2 0 0,-3-3 0,2 3 0,-2-2 0,-1-2 0,1 0 0,1 0 0,2 1 0,-2-1 0,-1-2 0,-1-1 0,-1 0 0,1 0 0,-1 0 0,1 0 0,-1 0 0,1 0 0,-5 0 0,0 0 0,2 0 0,1 0 0,2 0 0,-1 0 0,-3 0 0,-1 0 0,2 0 0,-3 0 0,1 0 0,0 0 0,-1 0 0,-1 0 0,-7 0 0,-2-1 0,-1-3 0,-12-3 0,2-6 0</inkml:trace>
  <inkml:trace contextRef="#ctx0" brushRef="#br0" timeOffset="5">4772 7078 8902,'0'-7'3568,"0"0"-2451,0 3 1,2 3 781,2-3-1450,-3 2 0,10 2 0,-2 0 0,3 0 0,5 0 0,4 0 1967,2 0-2314,2 0 0,6-4 0,5 0 0,7 1 0,12 2 1,7 1-1,-25 0 0,0 0-120,2 0 0,1 0 1,2-2-1,0 0 1,1-1-1,0 1 1,0 0-1,-1 0 12,0 0 0,0-1 0,-3 0 1,0 0-1,0-2 0,1 0 1,-1 2-1,0-1-57,1 1 1,-1 1-1,-2-1 1,0 2-1,1 0 1,0 0-1,0 0 1,0-1-343,-2 0 0,0 0 1,31-2-1,-3 4 0,-6 0-306,-3 0 0,-11 0 0,5 0 0,-3 0-383,-2 0 1,-8-1-1,-1-2 1094,-7-1 0,1-3 0,-12-2 0,-3-4 0</inkml:trace>
  <inkml:trace contextRef="#ctx0" brushRef="#br0" timeOffset="6">9707 6452 8685,'-7'0'9830,"2"0"-9194,5 0 0,1 6 0,3 3 0,5 7 0,2 6 916,1 6-1607,1 4 0,-1 5 1,1 1-1,-1-1 1,1 0-1,-2-4 0,-1-4-3264,-2-2 534,1-8 1,-4-3 65,-5-12 0,-1-6 2719,-8-10 0,-5-6 0,-5-2 0</inkml:trace>
  <inkml:trace contextRef="#ctx0" brushRef="#br0" timeOffset="7">9645 6652 7902,'-9'-7'-713,"1"3"966,-2 3 0,5-1 0,-1 0 2968,0-2 1,5-2-1741,-3 2 1,3 1-1,1-5-883,0-2 0,0-1 1,1-2-1,2 1 107,1-1 0,4 5 1,-2-1-1,-1 0-870,1-2 1,4-2 0,-3 1 0,1-1-296,0 0 0,-3 4 0,3-2-8,2-3 0,-3 0 0,0 4 74,-2 2 1,5-1 1548,-2-3 0,-1 5 217,1 3 0,-3 2 1,3 2-768,2 0 1,1 4 0,1 2 0,1 1-606,-1 3 0,-2 1 0,1 0 0,3-1 0,0-2 0,0 0 0,-3 5 0,-1-2-268,-2-3 0,1 2 0,2-4 1,-1-1-593,-2 1 1,-4-2 0,3-3-4215,-1 4 5074,-2-4 0,1 5 0,2-6 0</inkml:trace>
  <inkml:trace contextRef="#ctx0" brushRef="#br0" timeOffset="8">4459 7893 7948,'0'-7'1471,"0"-5"-577,0 4 0,0-3 0,0-2 353,0 1-364,0-1 1,0 5 0,1 1 3670,4 2-4021,-4 0 1,5 11 0,-6 2-1,0 3 1,0 3 0,0 3 2853,0 4-3169,5-3 0,1 10 1,4-3-1,-4 3 1,1 1-1,0 0 1,3 0-219,1 2 0,2-4 0,-1 0 0,1-3 0,-1-3 0,-1-4 0,-1 1 0,-3-3-3285,-1-4 1807,3-7 1,-7 0 0,2-8 0,-3-4-268,-1-3 0,0-3 1,0-1-1,-1-4 842,-3 0 0,-3 2 0,-6-2 0,1 1 903,-1 2 0,-5-3 0,-1-1 0</inkml:trace>
  <inkml:trace contextRef="#ctx0" brushRef="#br0" timeOffset="9">4346 7968 7948,'-8'4'0,"1"1"6066,1 2-3278,-3-4 0,7 1-1783,-2-8 1,4-3-1,3-7 1,1-1-468,-1-2 0,2-4 1,1 5-1,0-1-359,-1-1 1,4 3 0,-4-5 0,1 2-181,-1 3 1,1 1-1,-3 1 1,1 1 278,-1-1 1,2 5 0,1 0 50,1-2 1,-3 0 0,3 0-239,-2 2 0,5 1 0,-3-3 0,1 3-91,1 2 0,-5 1 0,4 4 0,2 0 0,1 0 0,2 0 0,-1 0 0,1 1 0,-1 3 0,1 0 0,-1 7 0,2 3 0,3 0 0,-3 2 0,3-1 0,-4 2 0,0-2 0,0 3 0,-1-1 0,1-2 0,-5-5 0,0-2 0,2 2 0,-3-5-5171,1 0 5171,-5-4 0,8-7 0,-4-1 0</inkml:trace>
  <inkml:trace contextRef="#ctx0" brushRef="#br0" timeOffset="10">1390 10611 7898,'-8'0'1327,"0"0"1,-2 0 3587,-1 0 0,4-1-1240,3-4 1,4 4-3442,4-3 0,4 2 0,7 2 1,2 0-235,-1 0 0,3 6 0,2 2 0,3 4 0,1 0 0,0 2 0,1 3 0,2 4 0,1 2 0,0-2 0,-5-1 0,-2-2 0,-1-3 0,-6-1 0,2-2 0,-3 1-4126,-1-6 1,-6-3 2070,-3-8 1,-4-3 0,-3-7 2054,-1-3 0,-6-2 0,3-6 0</inkml:trace>
  <inkml:trace contextRef="#ctx0" brushRef="#br0" timeOffset="11">1704 10498 20590,'-7'2'8081,"4"0"-8081,6 3 0,-1 4 0,7 0 0,0 2 0,3 1 0,1 1 0,3-1 0,0 1 0,7 4 0,-4 1 0,2 0 0,0 1 0,1 1 0,-2-1 0,-1 2 0,1-3 0,-1 0 0,-3-4 0,0 3 0,-3-3 0,-5-2 0,2-3 0,-6-1 0,-1-5 0,-7 2 0,-5 1 0,-2-3 0,-1 5 0,-2 2 0,-3 1 0,-3 2 0,-5 1 0,0 1 0,0 2 0,4 3 0,1-1 0,-1-1 0,1 0 0,2-2 0,7-3 0,1-2 0,2-3 0,5-2 0,-2-12 0,5-1 0</inkml:trace>
  <inkml:trace contextRef="#ctx0" brushRef="#br0" timeOffset="12">10659 6903 8078,'-14'8'884,"-2"1"1,6-1-1,-1 5 1,4-1 0,3 1-1,-1-1 1,1 2 912,1 3 0,2 2 0,1 8 0,0 2 845,0 4-2256,0-2 1,1 11 0,4 1 0,2 7-1,1 8 1,0 4 0,2 6-121,-5-33 0,1 1 0,7 32 1,-8-29-1,1 1 0,-1 0 1,0 0-267,-1-2 0,0-1 0,-1 28 0,1-2 0,-3-5 0,-1-6 0,0-10 0,0-6 0,0-10 0,0-8 0,0-8-1171,0-2 0,0-6-805,0-2 1,0-6-1,0-6 1,0-2-126,0-3 0,0-4 0,-1-8 2101,-3-4 0,-3-15 0,-6-3 0</inkml:trace>
  <inkml:trace contextRef="#ctx0" brushRef="#br0" timeOffset="13">10572 6953 8082,'-13'6'0,"0"1"534,1 0 0,5-1 4381,3-1 0,4-4-3300,4 3 1,4-4 0,8-3-1,0-1-683,0 1 0,2 1 0,0-1-846,1-1 1,6-2-1,6 3 1,0-1 0,1 0-87,0-2 0,2 4 0,8-5 0,5 0 0,6 0 0,-4 3 0,4-5 0,3 1 0,3 1 0,7-4 0,-30 7 0,2 1 0,-2-1 0,1 1 0,1 1 0,0 0 0,31-4 0,-30 4 0,0 0 0,1 0 0,-1 0 0,2-1 0,-1 0 0,31 2 0,-35-2 0,0 0 0,1 1 0,0 0 0,1 0 0,-1 0 0,1 0 0,0 0 0,1 2 0,1 0 0,-2 0 0,0 0 0,0 0 0,-2 0 0,25 0 0,9 0 0,0 0 0,-34 0 0,0 0 0,35 0 0,-32 0 0,1 0 0,2 0 0,0 0-37,2 0 0,-1 0 0,-3 0 0,0 0 0,4 0 0,1 0 0,-3 0 0,-1 0 37,1 0 0,-2 0 0,0 0 0,0 0 0,6 0 0,1 0 0,1 0 0,0 0 0,0 0 0,0 0 0,-5 0 0,-1 1 0,0 0 0,-1 1 0,2 0 0,-1 0 0,2 0 0,0-1 0,-2 0 0,0-1 0,5 0 0,2 0 0,-3 0 0,1 0 0,1 0 0,0 0 0,-8 0 0,-1 0 0,3 0 0,1-1 0,-1 0 0,0-1 0,-1 0 0,0 0 0,2-2 0,0 0 0,1 1 0,0 1 0,0 0 0,-1 0 0,1-1 0,-1 1 0,-7 1 0,0 0 0,4-1 0,-1 0 0,0 1 0,-1-1 0,1 0 0,0 0 0,-2 1 0,1 1 0,1-2 0,1 0 0,1 1 0,-1 0 0,0 1 0,-1 0 0,-3-2 0,-1 0 0,1 0 0,-1 0 0,29-2 0,-7-2 0,-7 5 0,3-3 0,-4 2 0,-3 2 0,-10 0 0,0 0 0,-4 0 0,-4 0 0,-3 0 0,-4 2 0,-4 0 0,-3 2 0,-2 1 0,1-5 0,-1 0 0,-5 0 296,-1 0-296,-6 0 0,0 0 0,0 5 0,1-2 0,3 5 0,-2-3 0,3 2 0,0-1 0,-1 1 0,4 2 0,-2 5 0,-1 1 0,1 2 0,2 6 0,-2 1 0,1 7 0,2 5 0,-2 0 0,2 10 0,-1 3 0,-1 4 0,4 1 0,-4 7 0,1 3 0,1 0 0,-1 0 0,3-3 0,-1-1 0,-2-1 0,1-8 0,3-1 0,-1-5 0,-2-2 0,2-12 0,-3 1 0,2-4 0,-2-6 0,2 1 0,-4-6 0,-1 0 0,1 1 0,-2-4 0,-4 3 0,1-4 0,3 0 0,-2 0 0,2-1 0,-3 1 0,-1-6 0,0-2 0,-1-5 0,-3-1-1044,-4-3 1,-8 1-1,-2-6 1,-1 0-7776,-4-2 8819,-6-2 0,-8-5 0,-8-2 0</inkml:trace>
  <inkml:trace contextRef="#ctx0" brushRef="#br0" timeOffset="14">10847 8256 9112,'-7'0'8673,"2"0"-6901,5 0 0,1 0 0,3 0 1441,4 0-2877,4 0 1,6 0 0,3 0-1,4 0 1,4 0 0,6 0 0,5 0-337,6 0 0,8 0 0,5 0 0,9 0 0,-32 0 0,2 0 0,1 0 0,1 0 0,0 0 0,-1 0 0,1-1 0,0 0 0,-1-1 0,0 0 0,23 1 0,-24-2 0,-1 0 0,25 3 0,-3 0 0,3 0 0,-5 0 0,4 0 0,2 0 0,-6 0 0,4 0 0,-3 0 0,-1 0 0,-7 0 0,2 0 0,-1 2 0,1 2 0,-2-3 0,7 3 0,2-2 0,2-2 0,-1 0 0,6 0 0,-2 0 0,-1 0 0,-4 0 0,-1 0 0,2 0 0,1 0 0,4 0 0,2 0 0,4 0 0,-34 0 0,-1 0 0,28 0 0,7 0 0,-6-2 0,-2-2 0,-9 3 0,-1-3 0,1 2 0,2 2 0,4 2 0,4 1 0,1 1 0,0-2 0,-3 0 0,3-2 0,-2 0 0,-1 0 0,-5-2 0,10 0 0,3-4 0,-34 3 0,0-1 0,3 1 0,0-1 0,0-1 0,0 0 0,1 1 0,-1 0 0,0-1 0,-1 0 0,27-6 0,-29 6 0,-1-1 0,32-4 0,0 2 0,-4 0 0,3-5 0,1 2 0,-4 3 0,-8-2 0,-3 6 0,-8 1 0,-6 2 0,-10 1 0,-2 1 0,-5 3 0,-3 4 0,0-1 0,-2 2 0,0 1 0,0 1 0,-2 1 0,-2-1 0,1-1 0,-1-2 0,5-1 0,0 3 0,-1-2 0,2 2 0,2-3 0,4 0 0,-2 0 0,-1 0 0,1-3 0,4 3 0,2 0 0,0 0 0,-8-3 0,5 3 0,-2-1 0,1-3 0,1-2 0,0-1 0,0 0 0,0 0 0,-3 0 0,1 0 0,0 0 0,0 0 0,-1 0 0,3 0 0,0 0 0,0 0 0,-4 0 0,0 0 0,0 0 0,-2 0 0,-1 0 0,-5 0 0,-8 0-1103,-5 0 1,-5 0-1,-8 0 1,-2-1 1102,-6-4 0,0-2 0,-10-5 0</inkml:trace>
  <inkml:trace contextRef="#ctx0" brushRef="#br0" timeOffset="15">10471 8506 8573,'0'-12'6048,"0"-1"-2529,0 1 1913,0 5-4564,0 1 1,0 8 0,0 2 0,0 4 755,0 3-1624,-5 2 0,3-1 0,-3 2 0,1 2 0,-1 2 0,1 1 0,0 2 0,0-1 0,0 3 0,2-5 0,0 3 0,-3-4 0,3-3 0,0-2-2861,2 1 0,-1-2 1809,-3-3 0,1-2 1,-4-7-1,0-4-631,0-3 0,3-4 1683,-5-5 0,1-3 0,-4-5 0</inkml:trace>
  <inkml:trace contextRef="#ctx0" brushRef="#br0" timeOffset="16">10296 8481 22745,'12'-5'1830,"1"3"0,0-3 1,-1 1-1723,1-1 1,-1 0 0,1 2 0,-1-1-109,1 1 0,-1-2 0,1-1 0,-1-1 0,1 3 0,-1-4 0,1-1 0,-2-3 0,-1 1 0,-2 2 0,-5-2 0,2 4 0,0-1 0,-1-1 0,0 5 0,-4-4 0,0-2 0,1 5 0,4 0 0,-4-2 0,4 6 0,-5-5 0,6 8 0,2 2 0,-2-1 0,0 5 0,-1 2 0,3 1 0,-1 2 0,0-1 0,0 1 0,0-1 0,0 5 0,3 0 0,-3-2 0,-2-1 0,1-2 0,-3 1 0,1-1 0,4 1-6668,-3-1 2951,-1-5 0,-6-2 3717,-2-10 0,-3-2 0,-5-5 0</inkml:trace>
  <inkml:trace contextRef="#ctx0" brushRef="#br0" timeOffset="17">10020 8857 8073,'-8'-4'2370,"0"0"-13,5 0 198,-8-2 1,8 5 2992,-5-3-3842,5 2 0,-1 4-1346,8 2 0,-3 3 0,5 5 0,-1 2 0,4 3-360,2 4 0,-3-2 0,1 2 0,0 1 0,-2-2 0,0-1 0,0-1 0,-1-2-431,-1-2 1,1-3 0,-3-2-1312,1 0 1,1-6 1230,0 1 0,-3-8 0,5-5 1,-1-3 439,-3-5 1,2 3 0,1-4 0,-1 1 47,1 1 1,4-1-1,-2 6 1,2 1 201,-2 2 1,3 1 0,-2-2 0,2 5 202,1 3 1,-3 1-1,-1 0 1,2 0-145,1 0 1,-3 5-1,-1 4 1,0 2 128,0 1 0,-4 2 1,1 2-1,-3 0 2,-1 0 1,-1-1 0,-2 0 0,-2 2-169,-2-2 0,-2-1 0,-3-3 0,-1-1-344,1-2 1,-5-3-1,0 2 1,2-2-137,1-2 0,2-2 0,-1-1-1744,1 0 1,-1 0 0,2-1-486,3-3 0,2 1 0,6-5-522,0-2 3030,6-1 0,6-7 0,8-2 0</inkml:trace>
  <inkml:trace contextRef="#ctx0" brushRef="#br0" timeOffset="18">10434 8932 8987,'-11'6'0,"1"1"1635,2 0 1,-1 0 0,-3-4 0,0 2 46,4 2 1,-3-3-1,4 5-1187,0 0 0,0 3 0,4 0-332,-1 1 0,0-1 0,4 1 0,0-1 0,1 1-199,4-1 1,-3 1 0,7-2 0,0-3-481,3-4 1,0-2-1,1-2 0,-1 0-367,1 0 0,-1-6 0,-1-2 0,-1-5 80,-2-3 0,-3 2 0,2-4 1,-2 1 506,-2 0 0,-2 1 0,-1 3 0,0 0 1092,0 1 1,0 4-1,0-1 3507,0-1-3481,0 5 1,0 5-1,0 8 1,0 3-79,0 2 0,2 5 0,0 2 0,4 0-473,1 1 0,-3-4 0,3 2 0,0 0-1749,0-4 0,-3-1 0,5-2-1302,0 1 0,2-6 0,1-4-609,-4-6 3389,3-4 0,-4-11 0,6-2 0</inkml:trace>
  <inkml:trace contextRef="#ctx0" brushRef="#br0" timeOffset="19">10709 8870 7854,'-12'0'1639,"-1"0"0,5 0 0,0 0 0,-2 1-292,-1 3 0,-2-1 0,1 4 0,-1-1 407,1-4-1452,-1 5 0,2-4 0,3 5-345,3 2 1,5-3-1,5 0 1,3 0 425,3 0 0,6-3 0,1 5 0,1 0 9,4 2 1,-4-2-1,1-2 1,-2 0-28,-3 0 0,-1 0 1,-2 2-1,0 0-62,-4 0 0,-1 1 0,-4 0 0,1-2-246,-1 2 1,-8 1 0,-4 0 0,-5-1-101,-3-2 1,-4-3 0,4 2 0,1-2-1500,-2-2 1,4-2 0,-3-1 0,3-1-1297,2-3 1,3-5 0,2-6 2837,2-2 0,1-10 0,4 0 0</inkml:trace>
  <inkml:trace contextRef="#ctx0" brushRef="#br0" timeOffset="20">10822 8945 7854,'13'7'2323,"-5"0"1,0-4-1712,2 1 1,1 4-1,3-4 1,1-1 362,2-2 0,0-1 1,-5 0-1,1 0-528,-1 0 0,1-4 0,-1-1 0,0-2-391,-4-3 1,2 3 0,-5-1-1,1-2 68,-1-1 1,-1 2-1,-4 1 159,0-2 1,0 3 0,-1-1-79,-3-2 0,-3 5 0,-6 1-72,1 2 0,-5 2 0,0 0 0,2 0 538,1 0 0,2 2 1,-1 0-342,1 3 0,-1 3 0,2-3 1,1 2 193,2 3 1,4 1 0,-3 2 0,1-1-525,3 1 0,2-1 0,1 2 0,0 2 0,0 0 0,7 2 0,4-2 0,6 0 0,2 0 0,2-2 0,4-2 0,0 1 0,0-1 0,-4-3 0,0-2 0,1-2-1545,2-2 1,-3-2 0,-2-1-1,0-1-2623,-4-3 4168,-1-3 0,-2-11 0,1-2 0</inkml:trace>
  <inkml:trace contextRef="#ctx0" brushRef="#br0" timeOffset="21">11486 8281 8177,'12'0'-218,"6"0"1,2 0 0</inkml:trace>
  <inkml:trace contextRef="#ctx0" brushRef="#br0" timeOffset="22">11949 8118 8071,'25'0'225,"-1"0"1,-2 0-1,-2 0 1039,-2 0-1195,-1 0 1,-5 0 0,2 0 0,3 0 0,4 0 0,2 0 0,2-1-70,0-3 0,0-9 0,0-7 0</inkml:trace>
  <inkml:trace contextRef="#ctx0" brushRef="#br0" timeOffset="23">12814 7880 7920,'37'6'33,"-6"-4"1,-5 5-1,-4-1 31,1-3 0,-5-2 0,0-1 1,-1 0-917,-1 0 852,7 0 0,-4 0 0,6 0 0</inkml:trace>
  <inkml:trace contextRef="#ctx0" brushRef="#br0" timeOffset="24">13753 7880 7826,'31'0'529,"-1"4"0,4 0 1,-4-1-1055,1-1 0,-5-2 1,5 0-1,0 0 525,2 0 0,-2-6 0,-1-1 0</inkml:trace>
  <inkml:trace contextRef="#ctx0" brushRef="#br0" timeOffset="25">14968 8018 7900,'12'8'0,"1"1"0,5-1 0,2 4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487"/>
    </inkml:context>
    <inkml:brush xml:id="br0">
      <inkml:brushProperty name="width" value="0.05292" units="cm"/>
      <inkml:brushProperty name="height" value="0.05292" units="cm"/>
      <inkml:brushProperty name="color" value="#FF0000"/>
    </inkml:brush>
  </inkml:definitions>
  <inkml:trace contextRef="#ctx0" brushRef="#br0">2208 4441 8118,'-9'8'-428,"1"1"-602,-2 0 902,5-3 31,-1-1 1,6-10 0,0-3-1,0-3 1,0-2 0,0 1 96,0-1 0,0-5 0,0-1 0</inkml:trace>
  <inkml:trace contextRef="#ctx0" brushRef="#br0" timeOffset="1">2084 4379 8118,'-9'7'-139,"1"-3"415,5-2 0,-4-2 691,3 0 1,2 0 1399,-7 0 2023,7 0-1448,-4 0-320,6 0-1737,0 0 0,6 0-131,2 0 1,-1 0 0,1 0 0,2-2-208,1-2 1,5 3-548,1-3 0,5-3 0,-3 0 0</inkml:trace>
  <inkml:trace contextRef="#ctx0" brushRef="#br0" timeOffset="2">2232 4354 10816,'13'0'0,"-1"0"2457,1 0 1,-1 0-1,1 0 1,-1 0-452,0 0 0,1 0 0,-1 2 1,1 0-2007,-1 3 0,0-1 0,1-3 0,-1 3 0,-4-2 0,1 2 0,0-3 0,-2 3 0,1 0 0,2-1-1464,-4-1 1,1-2-3496,-3 0-909,-3 0 727,5 0 5141,-6 0 0,0 0 0,0 0 0</inkml:trace>
  <inkml:trace contextRef="#ctx0" brushRef="#br0" timeOffset="3">2443 4181 9124,'-8'4'0,"0"1"2527,-2 2 1,3-3 731,-1 5 361,5-7-2748,-2 4 0,6-5 0,3 2-253,5 1 1,2 2 0,2-4-309,4 3 0,-3 3 1,2-4-1,-2 0-426,-2 2 1,1-5 0,-1 3-1,1-1-79,-1 1 1,5-3 0,0 4-33,3-4 1,-9 3-1,1 0 180,-1-1 0,0-2 1,0 1 400,-2 2 1,-3-3 0,-3 5 536,1-1 1,0-2 0,-4 5-893,0 2 0,0-3 0,-1 1 0,-2 2 0,-1 1 0,-1-3 0,2 0 0,-3 2 0,-1 1 0,1 1 0,-4-1 0,2-1 0,-2-2 0,3 1 0,-1 3 0,-2 0 0,-1 1 0,-1-1 0,-1 1 0,5-5 0,0 0 0,4-5-5345,-5 1 5345,7-3 0,2-12 0,7-2 0</inkml:trace>
  <inkml:trace contextRef="#ctx0" brushRef="#br0" timeOffset="4">6127 4702 14586,'0'7'3327,"0"-2"-2217,0-5-128,0 0-712,6 0 0,-3 0 0,5 0 1,0-1 744,-1-3-717,4 2 0,-4-3 1,5 5 429,1 0-613,-6 0 1,4 0 0,-3 0 243,3 0 1,1 0 82,1 0 0,-1 0 113,1 0 0,-1 0-246,0 0 1,1 0 0,-1 0 9,1 0 0,-5 0 1,0 0-320,2 0 0,1 0 0,1 0 0,1 0 0,-1 1 0,0 2 0,1 1 0,-1-1 0,5-2 0,-1-1 0,1 0 0,1 0 0,-5 0 0,5 0 0,-1 0 0,-1 0 0,5 0 0,-4 0 0,-1 0 0,2 0 0,-4 0 0,2 0 0,0 0 0,0 0 0,-2 0 0,2 0 0,-2 0 0,-1 0 0,-1 0 0,0 0 0,1 0 0,-2 1 0,-3 4 0,3-4 0,-3 3 0,4-2 0,-4-2 0,0 0 0,2 0 0,1 0 0,1 0 0,1 0 0,-5 0 0,0 0 0,2 0 0,1 0 0,-3 0 0,0 0 0,2 1 0,1 3 0,3-3 0,1 4 0,1-4 0,0-1 0,2 0 0,-2 0 0,1 0 0,0 0 0,-1 0 0,3 0 0,-1 0 0,-3 0 0,3 0 0,-2 0 0,1 0 0,1 0 0,-3 0 0,4 0 0,-1 0 0,-3 0 0,-1 4 0,-1 0 0,-1-1 0,0-2 0,1-1 0,-1 0 0,2 0 0,3 0 0,-6 0 0,4 0 0,0 0 0,-1 0 0,0 4 0,-2 1 0,2-3 0,2 0 0,-2-2 0,3 0 0,-2 0 0,1 0 0,-2 0 0,3 0 0,-4 0 0,0 0 0,-1 0 0,1 0 0,-1 0 0,0 0 0,1 0 0,1 0 0,1 0 0,1 0 0,2 0 0,-3-2 0,3 0 0,2-3 0,-4 1 0,5 4 0,-1 0 0,0 0 0,3 0 0,-4-1 0,2-2 0,0-1 0,-5 0 0,4 4 0,-1 0 0,0 0 0,-2 0 0,2 0 0,-1 0 0,-3 0 0,0 0 0,0 0 0,2 0 0,-2 0 0,-1 0 0,-2 0 0,1 0 0,-1 0 0,1 0 0,-1 0 0,2 0 0,2 0 0,-2-4 0,4 0 0,0 0 0,3-2 0,-2 3 0,0-4 0,0 2 0,1 2 0,0 0 0,4 1 0,-2-3 0,-1 3 0,-5 0 0,3 2 0,1 0 0,-1 0 0,-7 0 0,5 0 0,2 0 0,-2 0 0,-1 0 0,-1 0 0,2 0 0,-3 0 0,4 0 0,0 0 0,2 0 0,0 0 0,0 0 0,2 0 0,2 0 0,-1-1 0,-2-2 0,-3-1 0,0 1 0,-5 2 0,4 1 0,-3 0 0,-2 0 0,-4 0 0,1 0 0,-5 0 0,4 0 0,-5 1 0,1 3 0,3-2 0,1 2 0,3-3 0,2-1 0,-5 0 0,0 0 0,2 0 0,-3 0 0,1 0 0,-5 0 0,2 0 0,-5 0 0,0 2 0,0 2-95,0-3 173,0 5-61,0-6-2475,0 0 0,0 5 1,0 2-1</inkml:trace>
  <inkml:trace contextRef="#ctx0" brushRef="#br0" timeOffset="5">2704 5471 7867,'-13'0'1014,"5"0"0,1 1 0,0 2 4540,0 1-4362,5 0 0,-2-4 0,8-1-360,4-3 1,3 1 0,1-4 0,1 0-281,-1 0 0,1 3 1,-1-3-1,2 2 221,2 2 0,0-3 0,3 2 0,0 0-773,0-1 0,-2 3 0,4-2 0,1 3 0,1 1 0,3 0 0,2 0 0,2 0 0,2 0 0,-3 4 0,4 0 0,1-1 0,2-2 0,3-1 0,1 0 0,1 0 0,-1 0 0,0-1 0,-1-2 0,-1-2 0,-2-2 0,-3 4 0,2-1 0,-4 2 0,0 2 0,-2 0 0,-5 0 0,1 2 0,0 2 0,-4 1 0,-2 5 0,0-2 0,1 2 0,-4-3 0,3 0 0,1 0 0,-1 0 0,-4-3 0,3 3 0,-1-2 0,-1-2 0,2-2 0,-3-1 0,2 0 0,-2 0 0,-1 0 0,-2 0 0,0 0 0,1 0 0,-1 0-7278,-5 0 7278,-1 0 0,-6 0 0,0 0 0</inkml:trace>
  <inkml:trace contextRef="#ctx0" brushRef="#br0" timeOffset="6">1240 8609 7998,'0'-8'3032,"0"0"1240,0-2 0,0-1-2273,0-1 1,6 1-1,2 3-1225,3 3 1,1 4 0,1 1 0,1 0-775,2 0 0,3 4 0,6 2 0,0 1 0,0 2 0,1-2 0,2 1 0,2 1 0,2-2 0,-3 2 0,2-5 0,0 0 0,-4 2 0,-1-3 0,-1 4 0,0 0 0,0-1 0,-2-1 0,-2 3 0,-3 1-812,0 2 0,-9-2 1,2-1-1377,-4 2 1,-3-3-767,-4 1 1,-1-5 2953,-3 1 0,-9-8 0,-6-3 0</inkml:trace>
  <inkml:trace contextRef="#ctx0" brushRef="#br0" timeOffset="7">1761 8250 9326,'-12'5'3408,"-1"-2"0,2 5-867,3 2 0,-2-3 0,6 1-1580,2 2 1,4 1 0,4 1 0,1 1-698,2-1 1,6 0 0,3 2 0,0 1-265,0 2 0,3 4 0,-3-5 0,1 1 0,3 1 0,-3-3 0,1 4 0,-2-1 0,-3-3 0,3-1 0,-2-2 0,1 1 0,1-1 0,-4 0 0,2 1 0,-2-1 0,-2 1 0,-3-2 0,-3-2 0,1-2 0,0-1 0,-4-1 0,1-1 0,-3-2 0,-2 5 0,-3-3 0,-3 3 0,-5 4 0,-1-2 0,1 0 0,-2-1 0,-1 4 0,-3 2 0,-1 3 0,4-8 0,-2 4 0,2-2 0,-2 0 0,4-3 0,-4 0 0,3 1 0,2-3 0,1 1 0,1-4-4333,2 1-5498,5 0 9822,-2-4 1,10-5-1,2-2 1</inkml:trace>
  <inkml:trace contextRef="#ctx0" brushRef="#br0" timeOffset="8">3023 11476 8039,'0'-11'0,"0"0"0,0-2 4821,0 6 0,0-8 868,0 5-4932,8 10 0,-6 3 0,5 19 1,-2 7-1,3 9 0,-1 11 1,2 11-758,0 9 0,-5-2 0,8 24 0,-8-45 0,0 1 0,0 3 0,1 2 0,1 4 0,0 0 0,1 1 0,-1-1 0,-1-1 0,1 1 0,1-2 0,1-1 0,-4-5 0,1-2 0,6 36 0,-2-13 0,-2-16 0,-2-15 0,-3-15 0,2-3 0,1-5-1294,1-10 0,-6 1 0,0-12 0,0-5-1722,0-3 0,-6-11 0,-1-6 3016,-2-6 0,-2-23 0,-5 0 0</inkml:trace>
  <inkml:trace contextRef="#ctx0" brushRef="#br0" timeOffset="9">3040 11329 9208,'-17'0'1509,"7"0"1,1-2-321,1-4 1,3 3-104,5-8 1,2 5 0,5-4 698,9-3 1,1 0-1,4 0 1,-1 2-871,2-1 1,-2 3 0,7-2 0,2-2-916,2-1 0,7 3 0,1 2 0,-3 1 0,4-3 0,0 4 0,2 0 0,3 0 0,2 3 0,4 2 0,0 2 0,2 0 0,-1 0 0,-3 0 0,8-2 0,-1-1 0,2-3 0,-11-1 0,15 3 0,2-3 0,1-2 0,-7 4 0,6-5 0,-5 3 0,0 4 0,-1-5 0,2 3 0,-4 1 0,0 2 0,-9 2 0,4 0 0,0 0 0,0 0 0,-2 0 0,9 0 0,2 2 0,4 4 0,1-5 0,11 5 0,2-4 0,1-2 0,-10-6 0,10 1 0,-2-1 0,-3-1 0,-1 5 0,5-5 0,4 2 0,1-1 0,-1 1 0,7 5 0,-2 0 0,-2 0 0,-8 0 0,6 0 0,3 0 0,3 0 0,-10 0 0,14 0 0,0-2 0,-47-1 0,0 0 0,45 2 0,-41-2 0,0 0 0,-3 1 0,0 1 0,0-2 0,-1 0 0,36-6 0,-33 1 0,2 0 0,2-1 0,1 1 0,2 0 0,0 0 0,-4-1 0,0 0 0,2-1 0,1 0 0,-1-1 0,-1 0-26,-1 1 1,0 0-1,-3 0 1,0 0-1,2 1 1,-1 0-1,0 0 1,-2 0 25,2 1 0,-1 1 0,41-6 0,-40 6 0,0 0 0,-1 0 0,0 1 0,-1 0 0,-1 1 0,34 2 0,-1-3 0,-3 4 0,-3 2 0,-1 0 0,3 2 0,2 2 0,0 1 0,-9 3 0,11-5 0,-5 5 0,-6 1 0,-13 0 0,-3 3 0,-1-1 0,-1 2 0,2-4 0,-2 0 0,1 0 0,1 0 0,-2-5 0,12 1 0,5-1 0,-1 1 0,-6-3 0,-2 4 0,-1-4 0,0-2 0,-6 0 0,1 0 0,-6 0 51,-3 0 0,-6 0 0,4 0 0,-2 0-51,-4 0 0,-7 0 0,-2 0 0,1 0 0,-3 0 0,-1 0 0,-8 0 0,0 0 0,-7 0 0,-1 0 0,-8 0 0,0 0 0,0 7 0,0 4 0,0 3 0,0 4 0,0 4 0,0 5 0,7 6 0,2 5 0,2 8 0,0 6 0,0 7 0,5 8 0,0 2 0,1 2 0,-1 9 0,1-2 0,-1 3 0,0-1 0,-5-9 0,0-2 0,2-5 0,1-4 0,3-11 0,-3 2 0,-1-4 0,-2-7 0,-2-2 0,4-4 0,-4 1 0,-2-4 0,4-4 0,-4 2 0,2-2 0,4 2 0,-6-3 0,0 1 0,-1 0 0,-1-1 0,1-1 0,-6-5 0,0 2 0,0-2 0,0-7 0,0-2 0,0 1 0,0-4 0,0-1 0,-8-7 0,-2 0 0,-5-2 0,-1-2 0,-1-1 0,-4-1 0,-3 5 0,-2-3 0,-3-1 0,-3-3 0,-6 5 0,-6-3 0,-3 3 0,-10 1 0,-4 2 0,-6 0 0,-4 0 0,-4 5 0,4 2 0,-5 1 0,-2-1 0,2 4 0,-15-4 0,45-3 0,-1 1 0,-1 2 0,0-1 0,-41 1 0,41-3 0,0-1 0,1 0 0,1 0 0,-45 2 0,4 1 0,-2-6 0,0 0 0,-2 0 0,6 0 0,35 0 0,-2 0 0,1 0 0,-1 0-34,-1 0 1,1 0 0,-41 0 0,46 0 0,0 0 0,-2 0 0,1 0 33,-1 0 0,0 0 0,-43 0 0,42 0 0,0 0 0,-1 0 0,0 0 0,-2 0 0,1 0 0,4-3 0,-1 0 0,-5 1 0,-1-1 0,2 0 0,-1 0 0,2 0 0,1-1 0,-40 2 0,42 0 0,0-1 0,-3 2 0,-1 0 0,-4 1 0,1 0 0,4 0 0,0 0 0,-5 0 0,0 0 0,5 0 0,1 0 0,2 0 0,1 0 0,-35 2 0,33 0 0,0 0 0,-3 0 0,0 1 0,0-1 0,-1 0 0,3 1 0,1 1 0,-1 0 0,0-1 0,0 1 0,0-1 0,2 1 0,0 0 0,-38 3 0,40-5 0,0 0 0,-42 3 0,3-1 0,3 3 0,36-4 0,-1-1 0,1 1 0,0 0 0,-42 4 0,9-5 0,7 3 0,2-1 0,2 1 0,9-3 0,-5 4 0,2-4 0,1-2 0,7 0 0,-14 0 0,-2-2 0,-1-4 0,6 4 0,1-3 0,1 3 0,3 2 0,8 0 0,-10 0 0,1 0 0,-2 0 0,6 6 0,-9 1 0,0 0 0,0 0 0,1 1 0,-7-5 0,3 3 58,1-3 0,11 5 0,-4-3 0,5 1-58,5 1 0,8-5 0,-10 5 0,-4-2 0,-4 1 0,7 1 0,3-3 0,-3 1 0,-1-1 0,9 3 0,0-1 0,5-3 0,5-1 0,3-2 0,3 2 0,2 1-352,2 3 1,7-1-1,-2-5 1,4 0-1623,1 0 0,7 0 1,0-1-1326,3-5 3299,9-3 0,14-15 0,10-1 0</inkml:trace>
  <inkml:trace contextRef="#ctx0" brushRef="#br0" timeOffset="10">2876 13241 14330,'-9'8'3788,"2"-7"0,7 8-2864,0-3 0,0-2 1,-2 5-1,-1 0 1001,-3 0-1842,1 2 1,-1 10 0,-1 3 0,0 2 0,-2 3 0,1 1 0,-1 3-492,0 0-730,-2-8 1,2 4-1,2-7 1,2-2-1,-1-2-7312,2-1 6257,3-8 0,1-11 2193,0-14 0,-8-8 0,-1-9 0</inkml:trace>
  <inkml:trace contextRef="#ctx0" brushRef="#br0" timeOffset="11">2680 13209 8719,'-9'0'9643,"4"-6"-9085,10 1 0,4-6 1,8 4-1,-1-3-85,0-2 1,1 3 0,-1-2 0,0-2-21,1-2 1,-1 5-1,0 1-438,1 1 1,-6-3-1,-1 4 13,3-2 0,-4 0 774,2-2 258,-7 4 1,5 7-612,-4 0 0,-3 7 0,5 2 0,-1 2-449,-1 0 0,6 0 0,-4 5 0,3 0 0,2 1 0,-3-1 0,0 1 0,1-1 0,-1 0 0,-4-1 0,4-3 0,-2-1-1903,-3 2 0,3-4-6268,-1 2 4331,-1-7 3840,-5 3 0,-7-7 0,-2 0 0</inkml:trace>
  <inkml:trace contextRef="#ctx0" brushRef="#br0" timeOffset="12">2206 13503 7734,'0'-9'1163,"0"0"0,-2 5 2671,-3-1-2455,3-1 1,-5 8 0,7 3-754,0 6 1,2 6 0,1 3-1,5 3-200,1 3 0,0 6 0,3 8 0,-1 0-268,2 0 0,-4 4 0,2-6 1,0-2-485,-2-1 1,-2-10-1,-5-3 1,2-4-1591,1-1 0,1-10 1478,-6-7 1,0-9-1,0-11 1,1-4 375,5-1 0,-4 3 0,3-4 1,-1 1 185,1 0 1,-1 5 0,5-2-1,0 4 176,0 1 1,0 6 0,4 2 0,-2 2 203,2 3 0,1 3 0,2 1-338,1 0 1,-3 1 0,-1 5-1,-4 5 229,-2 3 0,1 3 0,-5-1 1,3 2 42,-3 4 0,-1-4 0,-4 4 0,-1-4-188,-3-2 1,-6 1 0,1-1-1,-4 1-217,-1-1 1,-1-5-1,1-2 1,0 0-973,-1 0 0,1-5 1,0 1-2746,-1-3 1,1-2 1285,0 0 0,7-7 2398,3-4 0,19-4 0,5-1 0</inkml:trace>
  <inkml:trace contextRef="#ctx0" brushRef="#br0" timeOffset="13">2648 13764 8632,'-15'11'0,"2"-2"2607,2-1 1,1 4-1718,-7-1 0,3 4 0,1-1-708,2-3 0,7 4 0,-1-4-32,3 3 0,8 3 1,-1-1-1,0-2-670,3-3 1,1-2 0,7-5-13,1 1 0,-1 1 0,0-8 0,-1-3 146,-4-6 0,1-4 0,-4-3 0,-1-2 70,0-2 0,-1 0 1,-6 6-1,0 0 799,0-1 0,0 1 1,0 0 2851,0-1-2513,0 1 0,0 9 1,1 7-1,3 9-142,1 5 0,1 3 0,-6 1 0,2 2-566,3 2 0,-3-1 1,5-4-1,-1-1-1446,-1 1 1,2-7 0,-1-1-1793,5-1 1,-2-3 3123,2-5 0,0-7 0,5-2 0</inkml:trace>
  <inkml:trace contextRef="#ctx0" brushRef="#br0" timeOffset="14">2909 13699 7930,'-9'2'1607,"2"1"64,-1 3 1,1 1 0,-6-3-583,3 1 0,4 1 1,-3-4 625,2 3-1386,1-3 0,6 7-120,0-4 1,0-1 0,2 7 262,4 2 1,-3-4 0,6 2-401,-1 1 0,-3 3 0,-3-1 0,1-1 62,3-2 1,-1 0 0,-5 5-524,0 1 1,-1-1 0,-3 0-1778,-2 1 0,-4-7 1,2 0-1320,-1-3 3485,6-2 0,-5-5 0,8 0 0</inkml:trace>
  <inkml:trace contextRef="#ctx0" brushRef="#br0" timeOffset="15">2974 13748 13784,'11'0'1952,"0"0"-1767,2 0 0,-4 0 0,0-2 1,0-1-464,0-3 0,0-1 1,4 3-85,-2-1 1,-6-6-1,5 4 2280,-3-2-1294,-2 5 0,-7-9-173,-3 8 0,1-1 0,-7 6-161,-1 0 0,-3 0 1,-1 0 227,-1 0 1,7 6 0,1 1 4,1 2 0,-3 2 1,6 5-1,1 1-32,2-1 0,2 2 0,0 2 0,0 4 127,0 1 1,2-5-1,2 4 1,3-2-461,2-1 1,0 1 0,4-5 0,-2-1-159,2 0 0,-4-7 0,2-3 0,1-4-644,3-2 0,1 0 0,-1-2 1,-3-4-1135,-1-5 0,0-3 0,4-4 0,-2-4 1778,-3-5 0,-6-4 0,3-2 0</inkml:trace>
  <inkml:trace contextRef="#ctx0" brushRef="#br0" timeOffset="16">4560 12931 15032,'9'0'1380,"-2"0"0,-7 1 0,2 5-1334,4 5 0,-5-2 1,5 2-1,-4 3 1,-1 5-196,5 2 1,-4 10 98,3 2 0,2 0 0,-1 7 1,-3-1-1,1 1 0,0 0-143,1-1 0,1-10-630,-6 3 1,0-6 0,1-12 0,3-1-2253,2-2 2311,-1-7 0,-5-6 0,0-13 0,-2-7 764,-3-3 0,3-2 0,-5-6 0</inkml:trace>
  <inkml:trace contextRef="#ctx0" brushRef="#br0" timeOffset="17">4462 13061 7848,'-9'0'-1496,"2"0"2812,7 0 3599,0 0 0,1-7-4324,5-4 0,-3-1 0,6-1 0,-1 2 0,-3-2-494,2-1 0,1-3 1,4 1-1,-2 0-223,-3-1 0,4 1 1,-4 0 125,2-1 0,-4 1 0,5 0 0,-3-1 0,-2 3 722,3 3 0,-5-2 67,8 8 1,-5-1 0,4 8-140,3 3 0,-4 6 0,2 9 0,2 4-651,1 1 0,1-3 1,-2 4-1,-3-3-657,3-3 0,-4-2 1,0-1-1,0-1-2227,1 0 0,-5-5-1166,6 0 4051,-8-7 0,5 10 0,-8-5 0</inkml:trace>
  <inkml:trace contextRef="#ctx0" brushRef="#br0" timeOffset="18">4478 13699 8643,'-9'-9'2552,"2"2"0,7 8 0,0 5-1750,0 5 0,2 3 0,1 3 58,3-1-737,6 0 0,-8-5 1,7-2-1,2 0 1,1-1-1,3-1-940,-1-3 579,0-3 1,1-1-1,-1 0 1,0-1 0,1-5-1,-3-5-1308,-3-3 1240,4 5 0,-14-6 0,7 6 0,-3-2 0,1 0 0,-3-1-535,-1-3 1,-2 4-1,0 0 841,0-2 0,0-1 0,0-2 0</inkml:trace>
  <inkml:trace contextRef="#ctx0" brushRef="#br0" timeOffset="19">4723 13601 8994,'-14'11'0,"3"0"1233,5 1 0,-1-2 0,2 0 208,1 3 1,2-4-1415,2 2 0,8-5 1,2 3-1,5-2 78,1-3 1,1-3 0,-1-1 0,2 0 79,4 0 0,-9 0 0,3 0 1,-3 2 248,-4 4 1,4-3-1,-8 8-279,-1 2 0,-3-4 1,-2 2-376,-5 2 0,3-1 1,-8-1-1,0-4-1758,2 1 1,-6-6-1,4 3-2216,-3-3 4194,5-2 0,-6-7 0,6-3 0</inkml:trace>
  <inkml:trace contextRef="#ctx0" brushRef="#br0" timeOffset="20">4838 13699 7430,'16'0'1279,"-1"-2"0,-3-1-43,-1-3 1,0 1-831,6 5 0,-1 0 1,-2-2 635,-3-4-1267,4 5 0,-8-14 110,4 4 0,-6 4 0,-8 0 0,-4 1 65,-3 1 1,5-1 0,-6 6 396,-2 0 0,-1 0 1,-2 2 187,-1 4 0,8-3 0,2 8 1,1 2-5,1 1 0,-1 4 0,6 4-384,0 6 0,2-10 1,2-2-1,3-1-1124,2-1 0,2-5 1,6-3-1,-1-5-1326,0-1 0,1 0 2303,-1 0 0,0-14 0,1-4 0</inkml:trace>
  <inkml:trace contextRef="#ctx0" brushRef="#br0" timeOffset="21">5116 13437 10771,'-6'11'1792,"1"0"1,-1-5 0,6 5-1204,0 1 0,8-3 0,1 2 0,2 2-227,-1 2 1,1 1 0,6 0 0,-3 1-333,-3-1 0,4-5 0,-4-2 1,1 0-636,-1 0 0,2-3 0,-6 3-2,2-2 0,-3 0-444,5-1 916,-8-5 1,-3 7 0,-11-8-1,-3 0 256,-3 0 0,1 0 1,0 0-1,-2 0 237,-4 0 0,4 1 0,-4 3 0,4 3 147,1 2 1,3-3 0,1 3 96,2-2 0,2 6-220,-2-2 0,6 2 0,10-3 1,6-2-433,4-1 1,1-5 0,0 3 0,1-3-1366,-1-2 0,6 0 0,0-2-759,-2-3 0,-2-6 2174,-2-11 0,-7 4 0,-2-6 0</inkml:trace>
  <inkml:trace contextRef="#ctx0" brushRef="#br0" timeOffset="22">4446 11100 14239,'0'16'480,"0"15"0,0 9 0,0 11 0,0 12 1790,0 12-2115,0 8 1,0-32 0,1 2 0,1 0 0,0 1-1,1 0 1,1-1 0,0 3 0,-1-1 0,2-1-1,0-1 1,-1 3 0,1-1 153,1 0 1,0-1 0,-1-6 0,-1-2-371,2 4 1,-1-1 0,1 29 0,3 5 0,0-12 0,-2-16 0,2-12-120,0-10 1,-3-11-334,5-1 1,-6-2 0,4-3 0,-1 0-1,-5 1 1,-1-1-2442,-2 0 0,0 1 1548,0-1 1,-2-9 1405,-3-7 0,-4-14 0,-8-12 0</inkml:trace>
  <inkml:trace contextRef="#ctx0" brushRef="#br0" timeOffset="23">2239 11999 15492,'18'0'0,"4"0"577,5 0 1,4 2 0,2 1 0,1 5 92,4 1-895,-3-6 0,10 12 1,-7-6-1,-1 2 1,-5 0-1,-4 0 1,-7 0-1215,-2-1 0,-9-6-2283,1 1 1538,-7 5 2184,-4-9 0,-2-1 0,-5-9 0</inkml:trace>
  <inkml:trace contextRef="#ctx0" brushRef="#br0" timeOffset="24">2582 11933 7931,'-16'0'1986,"-1"0"0,10 0-1166,7 0 0,7 0 0,10 0 0,-1 0-331,1 0 1,-1 0-1,2 2 1,2 2-228,2 1 0,1 6-396,-1-5 0,2 5 1,3-4 129,-5 2 0,-4-4 0,-2 5 0,-1-1-390,-4 0 1,-2-6 0,-6 5 322,3-1 0,-1 2 520,-5 7 1,0-5 0,-1 0-80,-5 2 1,-1 1 0,-6 1 0,4-2-226,2-3 0,-4 1 0,4 6 0,-2-1-62,-4 0 1,4-5-1,0 0 1,0 2-526,0 1 1,3 1 0,-3-2-2424,2-2 2865,1-1 0,-1 0 0,-2-3 0</inkml:trace>
  <inkml:trace contextRef="#ctx0" brushRef="#br0" timeOffset="25">3154 12963 15300,'8'9'1329,"-7"1"0,7-7 1,-3 4 865,1 3-1994,-1 0 1,0 9 0,3 1 0,-1 1-1,2 1 1,-2 2 0,2 3 682,0 4-936,2 2 0,0 5 0,0 2 0,0 0 1,0 1-1,-2-1 0,0-1-262,0-9-370,-5 3 1,9-15 0,-8 4 0,0-6-1078,3-5 0,-7-5 1,5-12 801,-4-5 0,-8-3 0,1-2 0,-1-1 176,-1 1 0,4-6 0,-7 0 1,1 0 782,0-1 0,-2-3 0,-5-6 0</inkml:trace>
  <inkml:trace contextRef="#ctx0" brushRef="#br0" timeOffset="26">3089 13209 7812,'-9'1'2600,"2"3"-955,-1 1 1,5 1-369,-8-6 0,7-2-760,-1-3 1,3-4-1,2-8 1,2 1-275,3 0 0,-1-3 0,5-1 0,-2-1-196,-3 1 1,5-4 0,0 2-1,0 2-103,-4 2 1,3 2-1,-1-1-9,2 1 1,-5 5 0,1 0-1,-1 0-42,1 2 0,-3 0 681,3 4 1,-1 3 0,0-2-195,1 8 1,2 5-1,-3 7 1,3 2-383,2 4 1,-3-2-1,3 8 1,0-1-261,0-2 1,-3 4 0,3-7 0,0-2-2438,0-2 1,-4-7-3113,6 0 3197,0-7 2614,-2-12 0,6-3 0,-6-12 0</inkml:trace>
  <inkml:trace contextRef="#ctx0" brushRef="#br0" timeOffset="27">3220 12751 7812,'-17'0'1050,"1"0"-93,0 0 0,5-2 1,0-2-114,-2-1 0,4 0 0,-2 5 193,-2 0 1,-1 0 465,-2 0 1,-1 1-1267,1 5 0,7 3 0,3 9 0,4 2-53,2 2 0,6 7 1,1-2-1,2 4-289,4 2 0,2-6 1,1-2-1,2-1-255,4-4 0,-2-7 0,5-4 0,-1 0 16,-4 0 1,0-5 0,-2-1 0,2-5 144,0-3 0,-11-8 0,7 2 0,-3-3 148,-4-3 1,-2 1 0,-5 2-1,2 1 97,1 2 0,1 0 0,-6-5-10,0-1 0,0 1 1,-2 1-1,-2 3-27,-1 1 1,-2 0 0,1-5-82,-5-1 0,2 3 0,-2 1 1,0 2 72,2-2 1,-5 4 0,3 0 0,-2 0-12,2 0 1,-3 5-1,3-1 1,-4 3-46,-1 2 0,5 0 1,0 0-1,-2 0 95,-1 0 0,3 0 0,0 2 218,-2 3 0,-1 5 0,-2 4-10,-1-3 1,6 3 0,2-3 0,0 4-68,0 1 0,0 1 0,-2-1 0,4 0 11,0 1 0,3 1 1,-5 2-1,2 3-45,3 3 0,2-3 0,2 8 0,2 4 15,3-1 1,-1 8 0,7 0 0,2 3 54,1 4 1,2-3-1,1 8 1,-1-5-159,1-5 0,4 1 0,3-8 0,0-5-275,-1-3 1,6-9 0,-2 0 0,4-7 59,2-8 0,-4-3 0,2-2 1,2-2 150,-4-3 1,3-4 0,-4-7 0,3-3-57,1-2 1,-6 1 0,-3-8 0,-1-1 42,0-2 1,-6 2 0,-7-1 0,-1-3-447,-5 4 1,-1-6-1,-2 6 1,0-5 103,0-3 1,-7 6-1,-4-7 1,-4 2 184,-1-2 0,-8 7 1,-1-5-1,-2-1 146,-1 3 0,1-2 0,-6 1 1,1 0 164,-1 5 1,6 6-1,1-1 1,1 1 205,0 4 0,-1 9 1,-3 4-1,4 1-38,1 1 0,2-1 1,6 6-13,0 0 0,1 2 0,2 2 0,2 3-92,-1 2 1,3-3-1,0 5 1,-1 3-372,1 6 1,4 0 0,-4 7-1,2 2-180,3 2 0,-3 2 0,1 0 0,3 1 123,1 4 0,2-3 1,0 5-1,2-2 7,3 0 1,4 2 0,6-4 0,-1 3-28,3-3 1,-5 4 0,10-2 0,-4-2 20,-1-1 0,4-8 0,1-2 0,0-1-91,2-4 0,-4-7 0,5-4 0,0-2-55,1-3 1,-4-2 0,3-2 0,-1 0 98,-4 0 0,0-8 0,0-3 0,1-3 91,-1-2 1,-1-3 0,-5-2 0,-1-7-47,-2-3 0,-8-1 1,3-1-1,-4-1-54,-2-5 0,0 9 0,-2-7 0,-4 1-1,-5 1 1,-5-5-1,-4 2 1,-4 0-573,-1-2 856,-2 6 0,-6-6 0,0 7 0</inkml:trace>
  <inkml:trace contextRef="#ctx0" brushRef="#br0" timeOffset="28">3579 11917 7753,'-11'0'2583,"0"0"1,6 0-1,-4 2-1313,2 3-783,1-3 0,6 7-101,0-3 0,0-3-153,0 8 0,0 0 0,0 6-395,0-1 1,2 0 0,3 1-64,6-1 1,-2-5-1,2-2 366,2-2 0,2 4 1,1-5-1,0-3 143,1-1 0,-1-2 0,0 0 0,1 0 277,-1 0 0,0-2 1,1-1-1,-1-5-698,0-1 0,1 6 0,-1-5 1,0 3-1485,1-1 1,-6 1-1,-2 3-705,-2-3-278,-2 3 0,-5-7 2604,0 3 0,-7-3 0,-2-7 0</inkml:trace>
  <inkml:trace contextRef="#ctx0" brushRef="#br0" timeOffset="29">3743 11884 7753,'-11'15'1000,"2"-2"3240,1-2 1,3-1-3395,5 7 1,0-1-1,0 1-655,0-1 0,5 0 1,1 1-1,-1-1-253,3 0 1,-7 1-1,5-1 1,-3 0-640,3 1 1,-4-6-1,3-1 1,-1 1-7651,1-2 8351,-3-1 0,13-1 0,-6 2 0</inkml:trace>
  <inkml:trace contextRef="#ctx0" brushRef="#br0" timeOffset="30">3628 12408 7745,'-11'1'1695,"0"5"-812,1-4 1193,0 5-355,3-7 0,14 0-741,4 0 1,4-2 0,1-2-1,1-1-221,-1 1 1,0-3 0,1 2-381,-1 1 0,0 0 1,1 1-1,1-3 1,2 1-292,2-2 1,-1 5-1,-2-4 1,1 3-416,1-3 0,1 4 1,-6-3-1,1 3-360,-1 2 0,1 0 0,-1 0-273,0 0 0,-5 0-1400,0 0-636,-7 0 1121,3 0 1,-5 2 429,3 3 1445,-3-3 0,5 6 0,-7-8 0</inkml:trace>
  <inkml:trace contextRef="#ctx0" brushRef="#br0" timeOffset="31">4021 12228 9023,'-2'9'3911,"-2"-2"-895,-1 0-2132,-1-5 1,6 7 0,2-5-680,3 1 1,5 1 0,6-6-80,0 0 1,1 0 0,-3 2 209,-3 3 1,4-1-77,-5 7 1,-2-6 0,-1 4 350,0-2 0,-5 6 0,3-2-433,-3 4 0,-2 1 1,0 0-1,-2 1-182,-3-1 1,3 0 0,-5-1 0,2-2-139,-1-3 0,1-4 1,3 3-9102,-4-2 3860,5 6 5383,-14-19 0,13 5 0,-5-16 0</inkml:trace>
  <inkml:trace contextRef="#ctx0" brushRef="#br0" timeOffset="32">3547 12359 10542,'-10'0'4466,"3"0"0,5 0-3724,-3 0 0,3 7 0,-3 4-140,3 3-597,-5-5 1,5 6 0,-4-4-1,3 3 1,-1 3 0,-1-1 234,1 0-918,2-7 1,0 11 0,-1-3 0,-3 1-1,3 0-23,1-2 1,2 1 0,2-3 583,3-3 1,-3-2-1,5-5 1,0 1 3,4-1 1,-2 3 0,2-1 0,2-1-451,2 2 0,1-5 0,0 4 0,1-5-682,-1-1 1,-3 0-1,3 0 1245,8 0 0,-3 0 0,3 0 0</inkml:trace>
  <inkml:trace contextRef="#ctx0" brushRef="#br0" timeOffset="33">5982 11100 9782,'-9'7'1067,"0"-5"1,5 5 164,-1 0-954,-1-5 1,6 7-1,0-3 1,0 6-1,2 7 1,2 4 514,1 3 0,6 3-494,-6 9 0,8 7 0,-4 13 1,2 10-1,-2 4 0,-1 6 860,-5 2-866,6 2 1,-7 5 0,3 0-1,-3-3 1,0-6 0,2-7 0,3-6-52,2-5 0,-3-9 0,4-11 1,1-4-729,-2-5 1,6-9-1,-4 0-123,3-4 0,-5-7-952,-3 0 1,-4-6 230,-2 6 1,-2-5 565,-4 4 0,-3 0 0,-5 2 37,3-1 1,-2-5 0,6 3-149,-2-2 0,-2-2 875,-5-5 0,-1-7 0,1-2 0</inkml:trace>
  <inkml:trace contextRef="#ctx0" brushRef="#br0" timeOffset="34">5197 11329 8497,'-14'11'1061,"3"-1"0,-4-4-587,5 5 1,2-6 0,3 6-1,3 2 1,2 1-299,0 3 1,0-1-1,0 0 63,0 1 1,5-1-1,3 0 1,1 1 92,3-1 0,3-5 1,1 0-1,3 2-97,2 1 0,-1 3 1,6-1-1,-3 0-61,-3 1 1,-2-1 0,-1 0-1,-3 1-526,-3-1 0,2 0 0,-8 1-231,-1-1 1,-2-5 0,-4 0 124,-3 2 0,1-6 1,-7-2-1,-3-3 113,-6-2 1,1 0-1,-2 0 1,2 0 116,3 0 0,5 0 0,0 0 154,-1 0 1,3-2 0,-1-3-26,3-6 1,2-4 0,5-1-1,2 0 378,3-1 0,4 1 0,7 0 0,1-3 39,-1-2 1,0 1-1,1-6 1,1 3-277,4 3 0,-4-4 0,2 2 0,-6 2-129,-3 2 0,-2 2 0,4-1 0,-4 1 88,-2 0 0,-1 5 0,-6 0 50,0-2 0,-7 4 0,-4 0 0,-2 0-11,2 0 1,-3 5 0,3-1-1,-6 3-479,-4 2 1,8 0-1,-3 0 1,1 0-1136,0 0 1574,-1 7 0,0 2 0,-1 8 0</inkml:trace>
  <inkml:trace contextRef="#ctx0" brushRef="#br0" timeOffset="35">4969 12146 8173,'-17'9'2518,"8"6"-1331,-5-14 1,14 7-107,0-8 1,1-6 0,10-1-52,2-2 0,3 3 0,4-3 1,4 2-1,1 2-214,4-3 1,-3 7 0,1-5 0,2 4-1005,2 2 1,-2-2-1,0-1 1,2-3-982,-2 3 0,-2 1 1,2 2-1,-3 0-1210,-3 0 0,-1 0 1,-5 0 15,-1 0 0,-5 0 2363,0 0 0,-15-7 0,2-2 0</inkml:trace>
  <inkml:trace contextRef="#ctx0" brushRef="#br0" timeOffset="36">5410 11966 7932,'-9'2'2011,"2"2"822,-1 1 0,6 2-2251,-3-1 1,3-3 0,4 7 0,3-3-37,6-4 0,4 1 1,1 0-1,1 1-274,-1-1 0,0-2 0,1-1 0,-1 3-263,0 1 1,1 1 0,-3-4 0,-1 1-638,-2 3 0,0 1 58,5-1 0,-7-3 0,-2 6 271,1-1 1,-7 4 0,3-3 820,-8 0 1,1 6 0,-8-4-260,-2 3 0,-1 1 0,-3-2 0,1-2-292,0 1 0,-1-3 1,1 0-1576,0-1 0,-1-1-180,1-2 0,0-3 669,-1 4 1,8-6-1,2-4 1115,0-1 0,-2-8 0,-8 4 0</inkml:trace>
  <inkml:trace contextRef="#ctx0" brushRef="#br0" timeOffset="37">4772 11950 7300,'9'0'2859,"-1"0"1,-8 7 0,0 4-2345,0 4 1,0 1 0,0 0-1,0 1-450,0-1 0,0 0 0,0 2 0,0 2-213,0 2 1,-2 0 0,-2-6 0,-1 3-189,1 2 0,-3-3 0,2 4 0,1-4-58,2-1 1,2-1-1,0 0 1,0 1 12,0-1 0,0-5 1,0 0 424,0 2 0,2-6 0,3 0 1,6-1-75,4-1 0,1 1 0,0-6 0,1-2-555,-1-4 0,2-1 0,2-6 0,2 2 585,-2-1 0,5-10 0,1-4 0</inkml:trace>
  <inkml:trace contextRef="#ctx0" brushRef="#br0" timeOffset="38">4560 12685 9170,'0'-10'3504,"0"-1"-2730,0-2 1,0 4-1,0-2 640,0-2-220,0 6 1,-2-8 553,-3 5-1338,-4 2 1,-8 1 0,1 7 0,0 2 431,-1 3-765,1-3 0,1 13 0,3-4 0,1 3 0,-2 4 0,-2 2 1,1 4 258,3 1 0,-2 4 0,6 8 0,0 3 56,0 1 1,1 3 0,6 3 0,2-3-307,3-6 0,6-5 0,9-6 0,4-5-380,1-4 0,-3-7 0,5-2 0,2-2 40,2-3 0,4-10 1,-1-5-1,1-5 215,-4-6 1,-2-1 0,2-6 0,-4 1 121,-5-1 0,-4 6 0,-2 1 0,-1 4-41,-4 1 1,-2-1 0,-6-4-207,3-5 0,-1 9 0,-5 2 0,0-1-67,0-3 1,-7 8-1,-4-5 1,-4 3 21,-1-1 1,3-3 0,-3-2 177,-8-2 0,3 0 0,-1 6 1,2 0 101,-2-1 0,4 6 0,-6 2 0,3 2 150,-1 4 1,-2 1 0,4 2 0,-3 0-176,-3 0 0,6 2 0,-3 1 0,1 4-34,0 2 0,0 2 1,6 6-1,-1-1-10,1 0 1,0 1 0,1-1 0,3 0 27,1 1 0,5-1 1,-3 1-1,2-1-8,3 0 1,2 2 0,2 2 0,0 2-207,0-2 1,8 6-1,4-1 1,7 2-52,2 0 1,8-5 0,-1 4 0,2-3 79,3-3 0,-4-2 0,0-3 1,2-2 172,-2-2 1,0-8 0,4 3-1,0-5-39,-1-1 0,-4-1 0,-3-5 0,-1-5 158,-4-3 0,-2-3 0,-2 1 0,-1 0-150,-4-1 1,-2-1 0,-6-2 0,3-2-20,-3 2 0,-1 1 1,-2-1-1,0-2-134,0 2 1,0 0 0,0 0 0,-2-4 283,-3-1 1,-4 3 0,-6-3 0,3-1 181,1 1 0,-2 5 0,-7-2 0,-2 4-148,2 1 0,2 6 0,0 2 0,-2 0-15,-2 0 0,-2 6 0,5-3 0,-3 4-57,2 2 1,0 8-1,0 3 1,-4 3-327,-1 2 1,5 1 0,-2-1 0,4 2 58,1 4 0,1-2 0,2 7 0,1 2-4,2 2 0,7 2 0,-1 1 1,3 5-59,2 4 1,7-1 0,4 0 0,6-2-316,4-4 0,-1-2 1,8-4-1,1-7-20,2-6 1,-2-12-1,0 0 1,2-3 364,-2-2 0,-6-7 0,3-4 0,-1-3 234,0-3 1,-5-1-1,2-2 1,-4-4-48,-1-1 0,-6 3 1,-2-3-1,-2-1 257,-3 1 1,-3 5 0,-1-2 0,0 2-187,0-2 1,0 4-1,0-4 1,-1 4 4,-5 2 1,-3-2-1,-7-2 1,-1-2-41,1 2 1,0 2 0,-1 3 0,1 3 261,0 1 1,-6 7-1,0-1 1,0 3-290,-1 2 0,5 2 0,-4 3 0,4 6-2190,1 3 1,1 3 2212,0-1 0,6 8 0,3 1 0</inkml:trace>
  <inkml:trace contextRef="#ctx0" brushRef="#br0" timeOffset="39">6227 12816 7946,'-9'0'2495,"0"0"-2821,3 0-1851,5 0 2177,-7 0 0,8 0 0,0 0 0</inkml:trace>
  <inkml:trace contextRef="#ctx0" brushRef="#br0" timeOffset="40">6227 12931 8206,'-16'16'0</inkml:trace>
  <inkml:trace contextRef="#ctx0" brushRef="#br0" timeOffset="41">4511 13715 10050,'0'-9'3097,"2"2"0,3 7-2604,6 0 1,5 2 0,6 1 0,5 5 146,4 1-574,2-6 1,0 7-1,-1-7 1,1 3 0,0-3-1,-1-1 1,-1-2-1018,-3 0 0,-5 0 476,-6 0 0,-3 2 0,-5 1 52,-9 3 1,-9-1 0,-11-5-1,-4 0-96,-1 0 0,3 0 1,-5 0-1,0 2 248,1 4 1,-5-5 0,6 5 0,0-4 167,3-2 0,4 0 0,1 0 1,1 2 385,0 3 0,5-3 17,0 3 0,9-3 0,2-2 0,11 0 247,9 0 0,5 0 1,8-2-1,1-3 29,5-6 1,2-4 0,8-1 0,0 0-220,1-1 1,-1 1-1,-2 0 1,-4 1-412,-5 4 0,-10-1 0,-6 6-287,-4 2 0,-13 3 0,-8 2-142,-12 5 1,-12 3-1,-1 7 1,-2 1 132,-3-1 0,6-1 0,1-3 0,1-3 368,-1-1 1,12 2-1,-2-4 827,1-2-833,0 5 1,14-9-1,6 0 1,8-9-9,3-6 0,8-1 0,1-1 0,4-1-4498,4-4 4494,-4 4 0,18-13 0,-5 6 0</inkml:trace>
  <inkml:trace contextRef="#ctx0" brushRef="#br0" timeOffset="42">6178 12914 7560,'2'-11'8645,"3"1"-6491,-3 6 1,7-3 732,-3 7-2593,3 7 0,2 4 1,0 11-1,-1 5 1,1 4-1,0 3 0,0 3 25,-2 1 1,4 0 0,-6-5 0,2-1-1138,4 1 1,-4-8 0,0-3-3618,-2-4 0,1-3 2714,-3-4 1,-1-9-1,5-10 1,-2-1 470,-3-3 0,-2 2 1250,-2 0 0,-8-1 0,-1-6 0</inkml:trace>
  <inkml:trace contextRef="#ctx0" brushRef="#br0" timeOffset="43">6194 13568 8077,'0'-9'3278,"0"2"1,0 5-1130,0-3-603,0 3-1104,-7-5 0,5 8-215,-3 5 1,3 3 0,2 7-428,0 1 0,0-1 0,2 0-123,3 1 1,3-1 0,4-2 0,-1-3 313,2-5 0,1 1 1,3-1 292,-1-3 0,0-1 1,1-2-73,-1 0 0,1-5 0,-3-3-404,-3-1 0,2-2 0,-6-5-1405,2 0 0,-5 5 1,1 0-156,-3-2 0,-2-1 1752,0-3 0,0 1 0,0 0 0</inkml:trace>
  <inkml:trace contextRef="#ctx0" brushRef="#br0" timeOffset="44">6472 13437 7779,'-16'17'2015,"5"-3"0,2-1 154,2-2 1,-4 0-1588,5 5 1,-1-5-666,2 0 0,5-7 0,-2 3 49,5 0 1,10-5 0,-2 3 0,4-3 353,1-2 1,0 2 0,2 2-132,4 1 0,-9 1 0,3-6 0,-3 1 711,-4 5 0,6-4 0,-6 5-1373,0 0 0,-2-3-243,-7 7 1,0-6 0,-2 4-108,-3-1 1,-4 2 0,-8-4-500,1-3 0,0-1 0,-1-2 1322,1 0 0,0 0 0,-1 0 0</inkml:trace>
  <inkml:trace contextRef="#ctx0" brushRef="#br0" timeOffset="45">6668 13519 9413,'17'0'4409,"-1"0"0,-5 0-4270,0 0 0,-2-2 0,4-1-650,-2-3 0,-8-6-293,3 1 1,-5-4 596,-1-1 0,-1 1 438,-5 4 1,-3 4 512,-7 7 1,-1 2-411,1 3 0,7 4 1,4 8-1,3-1-110,2 0 1,0-5 0,0 0 0,0 2-248,0 2 0,0 1 0,2 0 0,3-1-636,6-4 0,-2 1 0,2-6 0,2-1-868,1 3 1,2-7-1,1 3-905,-1-8 2432,1-5 0,-1-14 0,0-3 0</inkml:trace>
  <inkml:trace contextRef="#ctx0" brushRef="#br0" timeOffset="46">6930 13176 18039,'0'16'858,"7"1"1,2-1 0,2 2 0,0 4-433,2 5 0,1-1 0,3 1 0,-1 0-520,0-2 1,1 1 0,-3-6 0,-1 0-982,-2-6 0,-6 1-1586,6-10 2008,-7 1 0,1-6 640,-10 0 0,-4 0 1,-8 0-1,1 0 338,0 0 1,-1 0 0,-1 0 0,-2 0-85,-2 0 1,-1 2 0,3 3 0,-2 6 137,2 4 1,4 1-1,5 0 1,4 1 27,-1-1 0,6 0 1,-3 1 281,3-1 1,4-5 0,3-2-1,6 0-406,4 0 0,7-5 1,-1 1-1,1-3-565,2-2 0,-4 0 0,5 0 0,-1 0-101,-4 0 1,0-5 0,0-3 0,2-1-897,-2-4 0,-2-1 1279,-2-2 0,0-1 0,1 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534"/>
    </inkml:context>
    <inkml:brush xml:id="br0">
      <inkml:brushProperty name="width" value="0.05292" units="cm"/>
      <inkml:brushProperty name="height" value="0.05292" units="cm"/>
      <inkml:brushProperty name="color" value="#FF0000"/>
    </inkml:brush>
  </inkml:definitions>
  <inkml:trace contextRef="#ctx0" brushRef="#br0">9211 5587 21073,'8'9'92,"-4"1"1,-1-7 0,1 3-188,0 0 0,3-2 0,-3 5 0,4 2 47,0 2 1,5-4-309,-4 1 1,-1-1 0,2 5 0,-1 1 0,-1-1 0,-2-1 0,-1-2 0,0-2-1916,-2 2 1,0-3 801,2 1-2013,-4-5 3482,6 2 0,-14-12 0,0-2 0</inkml:trace>
  <inkml:trace contextRef="#ctx0" brushRef="#br0" timeOffset="1">9154 5729 7889,'-10'0'0,"1"0"2098,-2 0 1,3 5 320,-2-1-2043,7 1 1,-3-11-1,8-2-161,2 0 0,-2-5 0,4 4 0,-1-4-140,0-1 1,4 0-1,-3 0-127,2-1 0,0 1 0,3 0 178,-1 0 1,-6-1 0,4 1 387,-1 0 0,-1 5 97,-1-1 0,-2 2-114,6-1 0,-4 2-280,5 7 1,-6 0 0,6 0 51,1 0 0,-3 0 0,1 0-67,2 0 1,2 5 0,1 0-1,0 0-106,1 1 1,-1-3 0,0 5 0,0 0-288,0 0 1,-4-3-1,-1 2 1,2 0-430,2-4 1,1 3-1693,1-1 0,-1 0 757,0-5 1555,-6 0 0,4 0 0,-4 0 0</inkml:trace>
  <inkml:trace contextRef="#ctx0" brushRef="#br0" timeOffset="2">8713 5885 13393,'0'14'683,"0"1"1,-1-1-454,-4 0-209,3 7 1,-4-1 0,4 5 0,-1-2 0,-2-1 0,2-2 0,0 1-1409,-2-4 1,4-1 642,-4-2 0,4 0 1,1 1-1,-2-1 0,-1 0 744,-2 0 0,-6 0 0,3 1 0</inkml:trace>
  <inkml:trace contextRef="#ctx0" brushRef="#br0" timeOffset="3">8500 6155 14110,'-8'2'720,"3"3"1,4 3-1,1 6 1,0 2-533,0 3 0,4-2 0,1 5 1,0 0-370,1 0 1,-4-3 0,4 3 0,-1-1-208,0-4 0,-1-6 0,-2-1 95,3 1 0,-4-3 0,6 0 341,-1-2 1,-3-1 0,7-5 76,1 0 0,-3-5 1,-1-1-1,1-1-62,0 1 1,2-5-1,4 3 1,0-1-663,0-1 0,1 5 0,-1-4-602,0-2 0,0 0 0,0 0 1201,1 1 0,-1 1 0,0-5 0</inkml:trace>
  <inkml:trace contextRef="#ctx0" brushRef="#br0" timeOffset="4">5686 7790 8393,'-2'8'1726,"-1"-2"171,-2 1-1507,0-6 1,5 7 0,0-3 0,2 3 674,3 0 1,-2 4-998,6-2 0,1 4 1,4 5-1,0 5 0,0 1 1,1 2-272,-1 1 107,0-9 0,-1 14 1,-2-10-1,-2 0 1,1-1-1,-2-1 1,-2-5-3093,0-5-16,-4 1 2341,4-10 1,-12-2 862,-4-10 0,-2-2 0,-3-2 0</inkml:trace>
  <inkml:trace contextRef="#ctx0" brushRef="#br0" timeOffset="5">5572 8046 8381,'-10'0'1634,"1"0"1,-1 0-625,-4 0 1,6-1-516,4-4 1,2-3 0,4-6-265,2-1 0,-2 1 0,4 0 0,-1 0-139,0 0 1,4-1-1,-3 1-203,2 0 1,-3 0 0,3 0 0,-2-1 0,-1 1-162,1 0 1,-2 1-1,3 2 1,0 2 89,-4-2 0,3 3 0,1 0 1,-1 0 153,0 0 1,5 5-1,-3-3 1,3 1 73,3 0 1,-3 0 0,8 5-1,-1 0 55,1 0 0,1 0 0,6 2 0,-3 1-105,2 2 1,-2 4 0,-1-4-1,0-2-689,0-1 1,-5-2 0,2 0-1,-1 0 693,1 0 0,-4 0 0,6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8.8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3252 12032 12121,'-40'-10'491,"4"3"1,-8 7-1,-1 0 1,12 2-165,17 3 1,36-3 0,40 4-165,11-4 1,12-2 0,-29-1 0,1 2 0,5-1 0,2 1-55,4 2 0,1 0 0,3-2 0,3 0 1,7 1-1,3 1 0,-20-2 0,0 0 1,2-1-1,5 0 0,2 0 0,-1 0 0,-3 0 1,1 0-1,1 0 0,5 0 0,1 0 1,0 0-45,-5 0 1,0 0-1,1 0 1,4-1-1,0-1 1,-1-1-1,-6 1 1,-2 0-1,0-1 1,-3 0-1,0 1 1,-1-2-1,0 0 1,-1 0 0,0-1 56,28-2 1,-2 0 0,-12 1 0,-1 1 0,0 0 0,-1 1 0,-7-1 0,-2 1 17,-6 0 0,-3-1 1,-7 0-1,-2-1 1,0-2-1,-1-1 1,39-7 186,-5 0 1,-24-1 0,8 1 655,-8 0-492,-25 7 1,-17 1-247,-35 8 1,-10 0 0,-29 2 0,-4 2-1,-5 1 1,-2 6 0,-7-4 0,-3 1-410,-3-1 0,-5 0 0,40-5 0,-2 0 0,0 1 0,-1-1 41,-2 0 0,1 0 0,0-1 0,0 0 0,-9-1 0,-3 0 0,-4-1 0,-2 0 13,-3-1 1,-2-1 0,-4-2 0,0-1-1,-9-4 1,-2 0 0,28 2 0,0-1-1,0 0 28,-2-1 0,-1 0 0,1-1 0,2 1 0,0 0 0,0-1 0,-4-2 0,-1-1 0,0 0 0,1 0 0,0 1 0,1 0 55,-1 0 0,1 1 1,3 0-1,-14-4 0,3 0 1,-4 2-1,2 2 1,9 3-1,3 2 272,8 2 1,5 3 0,-22 3 0,17 10 81,16 11 1,20 2 0,22 1-132,12-1 1,30-6-1,25-2 1,-23-4 0,4 0-88,9 2 0,2 1 0,3-1 0,3-1 1,13 1-1,5-2 0,-24-4 0,0 0 1,2-1 53,4 1 1,1-2 0,1 0 0,-2-1 0,0-2 0,2 0-1,7 0 1,1-1 0,-1-1 0,-5-2 0,0-1 0,1-1-83,6 0 1,1 0 0,-2-2 0,-6-1 0,-2-3 0,0 1 0,4-2 0,1 0 0,-1-1 0,-2-1 0,-1-1 0,0 0 27,-3-1 0,1 0 0,-4 0 0,18-5 1,-4 0-1,-2-2 0,-3 0 0,-10 1 1,-4 0 135,-10 2 1,-4 0 0,22-15 0,-12 4 737,-13 2-656,-15 14 1,-23-2 0,-24 15-267,-20 0 1,-13 0 0,-3 0 0,-10 2-104,-8 4 0,-12-3 1,39 2-1,-2-1 1,-6 0-1,-2 0-81,-5-2 0,-2-1 0,-1 3 0,-2 0 0,-5-1 0,-2-1 0,-3 0 0,-2 0-123,-5-1 0,-1-1 0,-1 1 0,-4-2 82,18 2 0,-4-1 0,1-1 0,2-1 0,0-1 0,-1-1 82,-7 0 0,-2-1 0,2-2 0,5 0 0,2-2 0,-1 0 0,-4-3 0,-1 0 0,1-1 0,4 1 0,1 0 0,1 0-28,7 1 1,2 1 0,2 0 0,-21-3-1,4 1 1,10 4 0,2 1 0,6 1-1,2 1 304,6 2 1,3 1 0,-30 0-1,11 4 789,16 3-656,18-3 1,25 2 0,22-15-165,25-11 1,28-5 0,-20 12 0,4 2 0,11 2 0,4 1-66,11 0 0,2 2 0,6-1 1,2 1-1,-21 3 0,2 0 1,1 1-1,4-1 0,0 2 1,0 0-61,2 0 0,0 2 1,1-1-1,3 1 0,0 1 1,1-1-1,2 1 0,1 1 1,0-2-1,3 1 0,1 0 1,0-1-39,2-1 0,0 1 0,-1-2 0,-11 0 0,-1 0 0,0-2 0,2-1 0,0-1 0,-1-1 0,-7-1 0,0 0 0,-2-1 0,-3 1 0,-1-2 0,-2 0 0,17-5 0,-3 0 0,-7 0 0,-2-1 0,-7 1 0,-3-1 0,-10 1 0,-3 0 0,27-12 0,-13 1 0,-5-2 0,-20 5 0,-40 8 0,-27 12 0,-17 8 0,-11 7 0,-8 0 0,-17 3 0,39-5 0,-2 1-123,-5-2 0,-2 2 0,-3 2 0,-2-1 0,-12 1 0,-4-2 0,1 1 0,0 0 13,-2 1 1,1 0 0,2-5 0,-1-2-1,-7 3 1,-2-1 0,26-3 0,-1-1-1,-1-1 28,-1 0 0,0 0 0,-1-2 0,-3-5 0,-2-2 0,0-1 0,-2-2 0,-2-2 0,0-1 0,-2-2 0,0-2 0,0-2-8,1-1 1,-1-2-1,3-1 1,11 2 0,2-1-1,0-1 1,0 1 0,-1-2-1,2 1 1,-24-8-1,2 1-33,3 1 0,2 3 0,11 4 0,2 2 0,3 4 0,2 1 0,8 5 0,4 2-30,-28 1 0,21 7 644,16 6 1,21 3-296,17 7 1,38-7-1,33-4 1,-25-3 0,3 0-88,8 1 0,4 0 0,7-2 0,3-1 1,15 3-1,3-2 0,-27-1 0,1-2 1,1 0-29,3-1 1,0 0 0,0-2 0,-2 1 0,0 0 0,1 0 0,8-1 0,1 1 0,0 0 0,1 0 0,0 1 0,1-1-1,3 0 1,1 0 0,-1-1 0,-2-1 0,0-2 0,0 1 0,4-1 0,0-1 0,0 0 0,-5 0 0,0-1 0,-3 0-48,-5 0 1,-3-1-1,-1-1 1,22-2-1,-3-2 1,-11-4-1,-3 0 1,-2 1 0,-3 1-35,-5 2 0,-4 1 0,30-6 0,-12-1 0,-19 4 0,-21 1 0,-34 10 0,-22 7 0,-20 9 0,-16 6 0,-16 8 0,25-10 0,-4 0 0,-7 0 0,-2 1-123,-4 0 0,-2-1 0,1-2 0,0 0 0,-4 2 0,0-1 0,-5 1 0,0 0 24,-5 0 1,0-1 0,-1-1-1,-1-2 1,21-2 0,-1 0-1,-1-1 1,-2-1 0,0 0-1,0-2 17,-3 0 0,1-2 0,0 0 0,3 0 0,1-1 0,-2-1 0,-5 0 0,-1-2 0,1 0 0,2-1 0,0-1 0,2 0-115,2-1 0,2-1 1,2 0-1,-16-7 0,3 0 130,2 3 1,2 1 0,19-1-1,1 0 318,-3 2 1,2 1 0,-14-1 239,5 4 1,42 3-345,29 2 0,20-9 0,45-6 0,-32 4 1,3-1 97,6-3 1,3-1 0,4 2 0,3-1-60,12-4 0,3 0 0,-1 1 1,2 1-187,-17 6 0,2 0 0,0 1 0,-2-2 0,0 1 0,2-1 0,10 0 0,3 0 0,0 0 0,4-1 0,1 0 0,1 1 0,3-1 0,2 1 0,-1 0 0,-5 1 0,-2-1 0,1 1 0,5 0 0,-1 0 0,1 0 0,-5 0 0,0 0 0,0 0 0,-2 0 0,-1 0 0,-3 1 0,-11 1 0,-2 0 0,-1 1 0,32-3 0,-4 0 0,-13 3 0,-5 0 0,-10 2 0,-4 1 0,34-4 0,-2 5 0,-7-1 0,-8-2-425,-14 1 1,-25 4 204,-30-3 1,-38 3-1,-41 4 1,-12 2 55,-4 1 0,-1 8 0,41-8 0,-2 1 0,-5 1 0,-2 2 41,-6 2 0,-1 0 0,-2-2 0,-2 0 0,-5 2 0,-1 0 0,3-2 0,1 0-41,2-1 0,0 0 0,7 1 0,-1-1 0,-9 0 0,-3 0 65,0 0 1,0 0 0,-1 1-1,1-1 1,7 0 0,2 0-1,9 0 1,3 0 0,7 0-1,2-1 638,-25 4-294,38 3 1,28-10 0,43 5 0,18 0-1,13 0 1,19-3 0,-36-2 0,3 1-148,5-1 0,3-1 0,11 0 1,1 0-1,1-3 0,1 0 1,-2-1-1,0 0 0,3-1 1,1 0 23,0 0 1,0-1 0,-8-3 0,1-1 0,9 2 0,2-1 0,-6-1 0,0-1-233,-5 1 1,-2-2 0,-10 1 0,-2 0 0,-6 0 0,-1 1 0,-2 1 0,0 0-219,-1 0 0,-1 1 0,31-6 82,9-6 0,-22 1 0,-1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08.84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22686 1471 7817,'-10'0'1486,"-1"0"0,5 0 918,-5 0-775,8 0-1272,-5 0 1,8 2 0,2 2 512,4 1-427,3 1 1,2-6-1,0 0 1,1 0-1,3 1 1,1 3-1,0 1 2033,1-1-2215,-1-2 0,1-2 1,-1 0-1,0 2 0,1 1 1,-1 3-1,0-3 159,1-1 0,-1-2 0,0 0 0,1 0-347,-1 0 0,0 0 1,1 0-57,-1 0 0,0 0 0,1 0-195,-1 0 1,0 0-294,1 0-80,-1 0 278,-7 0 462,-2 0 0,-8 0 1,-5 0-153,-5 0 0,2 0 0,-2 0 1,-1 0-80,-3 0 0,-1 0 1,-1 0-1,1 0-169,0 0 0,-3 0 1,0 0-1,-3 0 74,2 0 0,-4 0 0,2 0 0,2 0 117,2 0 1,2 0-1,0 0 1,-1 0-75,1 0 1,5 0 0,0 0 322,-2 0 0,4 0 0,0 2-102,2 4 0,0-5-361,1 5 84,4-4 0,2-2 0,11 0 175,4 0 0,1 0 0,0 0 0,1 0 367,-1 0 0,6-6 0,0 1 0,0 1-33,1 2 0,-5 2 0,6 0 0,-2 0-278,0 0 0,-1 0 0,-4 0 0,-1 0-10,0 0 0,1 0 1,-1 0-693,0 0 0,-5 0 279,0 0 580,-7 0 0,1 0 0,-10 0-242,-6 0 0,-4 0 0,-3 0 1,-2 0-89,-2 0 0,-1 0 0,3 0 0,-4 0-175,-1 0 0,3 0 0,-3 0 0,1 0 175,4 0 1,0 0-1,0 0 1,-2 0 180,2 0 1,2 0 0,2 0 97,-1 0 0,7 0-153,-1 0 0,7-2 23,-1-3 1,8 1 0,6-5-1,4 2 164,5 3 0,9 3 0,1 1 0,3 0-25,1 0 0,3 0 1,1 0-1,2 0-137,-2 0 1,-1 0 0,-4 0-1,-2 0-215,-2 0 0,-5 0 0,3 0-111,-1 0 1,-8 0 62,-5 0 0,-9 0 167,-2 0 1,-7 0 0,-10 0-1,-1 0-183,-4 0 1,3 0-1,-7 0 1,1 0-178,-1 0 0,1 0 0,-4 0 0,2 0 103,-3 0 0,7 0 1,1 0-1,2 0 90,-2 0 0,10-6 0,-5 1 0,3 1 191,-1 2 454,6 2 1,4-2 0,12-1-132,9-3 1,2 1-1,10 5 1,1 0-108,2 0 0,1 0 1,1 0-1,0 0-75,-1 0 0,-4 0 0,-3 0 0,0 0-4611,1 0 1,-4 0 4482,5 0 0,0 0 0,6 0 0</inkml:trace>
  <inkml:trace contextRef="#ctx0" brushRef="#br0" timeOffset="1">19025 2076 7851,'-11'0'265,"2"2"185,2 3 0,0-3 0,3 5 407,-1 1 218,-1-6 1698,6 5 1251,0-7 294,0 0 0,7 0-3705,4 0 0,-2 0 1,2 0-614,2 0 0,2 0 0,1 0 0,0 0 0,1 0 0,1 0 0,2 0 0,1 0 0,1 0 0,-5 0 0,1 0 0,4 0 0,-2 0 0,5 0 0,0 0 0,1 0 0,1 0 0,6 0 0,-1 0 0,1 0 0,-6 0 0,1 0 0,1 0 0,2 0 0,1 0 0,-1 0 0,-2 0 0,-2 0 0,-1 0 0,3 0 0,-2 0 0,2 0 0,-3 0 0,-1 0 0,0-2 0,1-3 0,-4 3 0,5-4 0,2 4 0,0 2 0,0 0 0,-3 0 0,-3 0 0,6 0 0,-3 0 0,1 0 0,0 0 0,0 0 0,4 0 0,-2 0 0,-1 0 0,-3 0 0,4 0 0,-4 0 0,-1 0 0,0 0 0,-4 0 0,3 0 0,3 0 0,-5 0 0,5 0 0,-3 0 0,-3 0 0,0-5 0,0 0 0,2 1 0,-2 2 0,0 2 0,0-2 0,2-1 0,-2-3 0,0 1 0,2 5 0,5 0 0,-9-2 0,-2-2 0,-1-1 0,-6-1 0,2 6 0,-7 0-824,3 0 1,-14 0-1,-4 0-3683,-4 0 0,1-1 4507,3-5 0,-11 4 0,4-5 0</inkml:trace>
  <inkml:trace contextRef="#ctx0" brushRef="#br0" timeOffset="2">18960 2877 18386,'16'0'0,"0"0"970,1 0 0,1 0 1,2-2-1,4-1 1046,1-3-1695,2 1 0,4 3 0,-2-2 0,-2-1 1,2 1-1,2 2 0,2 2 749,0 0 0,-6-1-1070,0-5 0,0 4 0,4-3 0,-2 3 0,-1 2 0,2 0 0,7 0 0,-10 0 0,17 0 0,-12 0 0,5 0 0,1 0 0,0 0 0,-2 0 0,-1 0 0,-3 0 0,1 0 0,0 0 0,0 0 0,-1 0 0,-1 0 0,0 0 0,2 0 0,-2 0 0,10 0 0,1 0 0,0 0 0,-2 0 0,7-2 0,2-1 0,-4-3 0,4 1 0,-7 5 0,2-2 0,-1-4 0,-6 5 0,-1-5 0,-5 4 0,-4 2 0,-5 0 0,3 0 0,-1 0 0,-4 0 0,-2 6 0,-2-1 0,1-1 0,-1 3 0,1-1 0,-7-1 0,0-3 0,-1 2 0,0 1 0,-4 0 0,6-5 0,2 0 0,-4 0 0,2 0 0,1 0 0,3 0 0,1 0 0,1 0 0,-1 0 0,0 0 0,1 0 0,-6 0-1746,-1 0-4863,-6 0 6609,3 0 0,1 0 0,1 0 0</inkml:trace>
  <inkml:trace contextRef="#ctx0" brushRef="#br0" timeOffset="3">2713 9825 7742,'-22'-18'0,"0"-1"496,2 3 0,2-4 1509,2 9 1750,7 4-2307,2 0 1,8 8-1044,5 5 0,-4-1 0,5 10 1,0 5-1,2 5 0,2 12 1541,0 10-1704,0 9 1,5 17 0,-1 7-1,-3 11 1,-6-38 0,-1 3-1,2 4 1,-1 3 0,1 8-1,1 2 173,0 5 1,0 2 0,0-5 0,-1 0 0,-1 9 0,-2-1 0,0-3-1,-2-2-324,-1-1 1,0-3 0,-1-10 0,1-2 0,1-5 0,0 0 0,1-4-1,0-3-91,0 38 0,-1-18 0,-2-19 0,2-9-718,3-9 1,-3-11-1,4-1 1,-3-2-4307,3-3 3874,-5-7 0,12-9 0,-7-13 0,-3-7-1209,-1-7 0,-2-13 2359,0-9 0,0-7 0,0-10 0</inkml:trace>
  <inkml:trace contextRef="#ctx0" brushRef="#br0" timeOffset="4">2729 9563 8404,'-9'9'8722,"2"0"-7599,7-3 0,2-4 0,5 3 0,8-3-339,5-2 0,14 0 0,1 0-399,4 0 0,12-2 0,11-2 0,7-3 1,9-2-135,8-4 0,-40 8 0,2-1 0,5 0 0,1-2 0,3-1 1,1 0-218,0 0 0,0 0 1,-5-1-1,-1 1 1,-3 2-1,0 0 1,-1 0-1,0 1 50,0 0 1,-1 1-1,-1 1 1,1-1 0,5 0-1,1-1 1,-1 2-1,-1 1-75,1-1 0,-2 1 1,37 1-1,-40-1 1,1 0-1,-1 2 1,0 1-10,46 0 0,-2 0 0,-45 0 0,2 0 0,2 0 0,2 0-35,3 0 0,0 0 0,-3 0 0,0 0 0,7 0 0,0 0 0,-3 0 0,-1 0 35,-2 0 0,-1 0 0,35 0 0,-34 0 0,1 0 0,2 0 0,1 0 0,2 0 0,0 0 0,-4 0 0,-1 1 0,1 1 0,1 0 0,-1 1 0,1 1 0,-2 1 0,1-1 0,-2-1 0,1-2 0,0 2 0,1 0 0,0-2 0,0-1 0,1 0 0,-1 0 0,-3 3 0,0 0 0,5 0 0,2 1 0,-1 0 0,0-1 0,1 1 0,-2 0 0,-7 1 0,-1 1 0,3-3 0,1 1 0,1-1 0,1 1 0,1-1 0,0 1 0,2 2 0,1-1 0,2-2 0,1 0 0,0-1 0,0-1 0,-1 0 0,-1 0 0,-7-1 0,0 0 0,9 0 0,3 0 0,2 0 0,2 0-89,3 0 1,-1 0-1,-5 0 1,-1 0 0,3 0-1,0-2 1,1 0 0,0-1 88,2-2 0,-2-1 0,-2 1 0,1 1 0,4-1 0,1 1 0,-2-1 0,0 1 0,-1-1 0,0 1 0,-10 2 0,-1 0 0,1-1 0,0 1 0,0 0 0,0 2 0,-1 0 0,0 0 0,-1 0 0,0 0 0,2 0 0,0 0 0,-1 0 0,0 2 0,1 0 0,-2 1 0,-9-2 0,-1 0 0,6 1 0,1 1 0,-4 1 0,1 0 0,5-2 0,0 1 0,-2 0 0,-1-1 0,9-1 0,0-2 0,-2 1 0,-1 0-40,-2 1 1,-1-2-1,-3 1 1,1-1 0,-1-1-1,1 0 1,1-1 0,0-1 39,3-1 0,-1 1 0,-7 1 0,1 0 0,8-1 0,0-1 0,-3 1 0,0 1 0,0 1 0,-1 0 0,-7-1 0,-2-1 0,44-2 0,-2 1 0,0-2 0,-43 5 0,1 0 0,0-2 0,0-1 0,44-2 0,-4 3 0,-14-3 0,1 1 0,-8 1 0,-7-2 0,-4 3 0,1-5 0,-3 2 62,-6 3 1,-1 2 0,-1 2 0,-3-2-63,-4-3 0,-15 3 0,5-3 0,-8 3 351,-4 2 0,-5 0-351,0 0 174,-8 0 1,3 0-175,-12 0 0,5 2 0,-5 3 0,4-1 0,2 7 0,0-6 0,0 6 0,0 2 0,0-4 0,0 2 0,0 3 0,0 6 0,6 0 0,1 8 0,2 2 0,4 7 0,-4 6 0,2 14 0,2 10 0,1 13 0,-3 0 0,0 9 0,-5-43 0,1 0 0,0 1 0,0-1 0,1 1 0,0 0 0,0 1 0,-1 1 0,0-2 0,-1 0 0,-1 0 0,1-1 0,3 39 0,3 2 0,-1-3 0,2-2 0,-4-12 0,0-2 0,0-5 0,0-6 0,-3-3 0,5-3 0,0 0 0,-2-4 0,5-3 0,-5 1 0,2-3 0,0-2 0,-5 0 0,3-4 0,0 2 0,0-2 0,-6-1 0,3-4 0,-4-2 0,-2-2 0,0-12 0,0 1 0,0-1 0,0-6 0,0 2 0,0-6 0,0 6 0,-2-8 0,-2 5 0,-1-1 0,-2-5 0,1 3 0,-3-1 0,-7 0 0,-1 1 0,1 0 0,-2-5 0,-2 0 0,-2 0 0,-7 6 0,2-1 0,-6 1 0,-5 1 0,-6-3 0,-8 5 0,-6 0 0,-6 0 0,-1-4 0,-15 6 0,-4 2 0,1 2 0,-3 1 0,3 0 0,-4 1 0,-4-1 0,0 0 0,39-7 0,-1-1 0,1-1 0,0 0 0,1-1 0,0-1 0,5 2 0,0-1 0,-4-2 0,0-1 0,0 1 0,0-1 0,0 1 0,0 0 0,-37 1 0,39-5 0,0 0 0,-3 0 0,0 0-27,-3 0 1,-1 0 0,2 0-1,1 0 1,-3 0 0,1 0-1,2 0 1,2 0 26,1 0 0,2 0 0,-42-2 0,36 1 0,-1-1 0,-3-1 0,-1 0 0,-2 1 0,0 0 0,5 1 0,0 1 0,-2 0 0,1 0 0,-1 0 0,0 0 0,0 0 0,1 0 0,3 0 0,1 0 0,-6 0 0,-1 0 0,0 0 0,-2 0 0,-2 0 0,-1 0 0,7 0 0,0 0 0,-8 0 0,-1 0 0,3 0 0,1 0-72,2 0 1,0 0 0,3 0 0,0 0 0,-5 0 0,-2 0 0,-2 0 0,0 0 71,-2 0 0,1 0 0,4 0 0,1 0 0,-1 0 0,1 0 0,2 0 0,0 0 0,1 0 0,0 0 0,3 0 0,-1 0 0,-8 0 0,-2 0 0,1 0 0,1 0 0,1 0 0,1 0 0,6 0 0,1 0 0,0 0 0,0 0 0,-3 0 0,-1 1 0,-1 2 0,-1 0 0,4-2 0,0 0 0,-9 2 0,-1 1 0,5-1 0,1-1 0,3 1 0,2 0 0,8 2 0,0 1 0,-5-3 0,1-1 0,0 1 0,0 0-35,0 1 1,1-1 0,2-2-1,0 0 1,-2 2 0,1-1 0,-2-1-1,0 0 35,1-1 0,1 0 0,-42 0 0,0 0 0,6 0 0,2 0 0,10 0 0,28 0 0,-2 0 0,0 0 0,0 0 0,0 0 0,0 0 0,2 0 0,0 0 0,-42 0 0,1 0 0,3 0 0,9 2 0,-8 2 0,1 3 0,-1 2 0,6-4 0,-11 4 0,43-4 0,-1-1 0,1 1 0,0 0 0,-32 0 0,2 4 0,1 0 0,4 0 0,4-3 0,-6 3 0,3-2 0,1-3 0,3 3 0,-6-2 0,3-1 48,5-2 0,20 0 1,3 1-1,2 3-48,5-3 0,-1-1 0,3-2 0,-1 0 141,0 0 0,1 0 0,1-2 1,2-1-142,2-3 0,1 1 0,-1 5 0,3 0 74,1 0 0,4-6 0,-4 1 1,1 1-75,0 2 0,0 2 0,6-1 0,-2-3 0,-4-1 0,4-1 0,-4 6 0,4 0 0,2 0 0,5-5 0,0-1 0,-2 3-307,-1 1 1,3 0 0,0-2 0,-2-1-160,-1 1 0,-3 2 0,1 2 0,-2 0 330,-4 0 0,4 0 0,-4 0 1,4 2 98,2 4 1,-1-3-32,1 8 1,1-5-656,4 5-1235,4-8-2451,7 4 2241,0-7 1,0-1-2192,0-5 4359,0 4 0,0-12 0,0 5 0</inkml:trace>
  <inkml:trace contextRef="#ctx0" brushRef="#br0" timeOffset="5">2566 12784 22163,'0'16'475,"0"0"1,0 2 0,0 4 0,0 5 338,0 4-680,0 9 1,-6-3 0,1 4 0,1-1-1,1-3 1,-1-3 0,-1-3-873,1-4 1,-3-3-1280,1-8 1,-1-8-1,3-10 1,-1-15 2016,1-14 0,-5-8 0,0-11 0</inkml:trace>
  <inkml:trace contextRef="#ctx0" brushRef="#br0" timeOffset="6">2402 12702 7718,'-16'0'0,"0"0"7565,-1 7-6443,8-5 1,9 5-1,11-9 1,4-1-489,1-3 0,6-1 1,0 3-1,-2-3-313,-2-2 0,-2 4 1,2-5-1,2 1 219,2 0 0,0 4 0,-6-6 0,2-2-272,4-1 1,-4-3-1,4 1 1,-4-2-249,-1-4 0,-1 2 0,0-5 1,1 1-138,-1 4 1,-7 2 0,-2 2-248,1-1 0,-7 6 1705,5 0-593,-4 8 1,-2-3-749,0 12 0,0 3 0,0 7 0,0 1 0,7 4 0,2 1 0,2 0 0,0 2 0,-6-4 0,4 5 0,0 0 0,0 1 0,-3-4 0,3 3 0,-2-1-643,-3-4 1,0-2 0,-1-2-5641,3 1 2943,-1-8 3340,-5-2 0,0-14 0,0-2 0</inkml:trace>
  <inkml:trace contextRef="#ctx0" brushRef="#br0" timeOffset="7">2141 13307 7787,'-16'0'2191,"-1"0"0,8-2 357,4-4-1456,-4 5 0,7-5 0,-4 12-552,4 4 0,4 5 0,2 3 0,1 4 2,-1 5 1,5 4 0,0 2 0,0-1-289,-3 1 0,1 0 0,0 0 0,1-3-394,-1-2 0,0-5-1455,-2-6 1411,-3-1 0,11-14 0,-8-8 0,1-6 30,1-5 0,0-1 1,6-2-1,-2-3 189,2-3 1,1 6 0,3-2 0,-1 4 181,0 2 1,1 1 0,-1 3 0,2 3 63,4 1 0,-9 3 1,3 5 86,-1 0 1,-3 9 0,-1 5 0,-5 8 166,-5 4 0,-2-5 1,-3 5-1,-3-1-232,-2 1 1,-2-6-1,-6 1 1,-1-2-129,-4-3 0,4-5 0,-4-2 0,4 0-701,2 0 0,0-5 0,-1 1 0,1-3-1565,0-2 0,5-2 0,2-3 0,1-6 445,5-4 1,1-1 0,2 0 0,0-3 1645,0-2 0,14 3 0,5-6 0</inkml:trace>
  <inkml:trace contextRef="#ctx0" brushRef="#br0" timeOffset="8">2664 13486 7756,'-24'0'468,"10"8"0,-6 1 0,0 2 563,2 0 0,5 0 0,2 3 1,0-1-482,2-2 1,-4-6-1,8 6-268,1 2 0,2-4 0,2 2 140,0 1 0,2 3-719,4 1 1,3-5 0,7-2-216,0-1 0,1-3 0,-1-7 236,1-3 1,-3-4 0,-1-8 0,-4 1-142,-2 0 1,4-1 0,-6 1-1,1 0 420,1-1 1,-5 6 0,3 0-1,-1-1 836,2-3 0,-5 4 3046,5 0-2939,-4 8 0,-2-3 1,0 12-1,0 5-672,0 3 0,1 3 0,3-1 0,1 0-2326,-1 1 1,0-3 0,-1-1-2648,3-2 4699,7-8 0,-4 5 0,7-8 0</inkml:trace>
  <inkml:trace contextRef="#ctx0" brushRef="#br0" timeOffset="9">2909 13372 7717,'-11'11'2724,"0"-2"-1827,-1-2 0,-3 6 1,-1-4 137,-1 0 0,1 6 0,0-4-428,-1 3 0,8-3 0,4 0-680,3 2 0,2-4 0,2 2 0,3 0 221,6-2 1,4 5-1,3-5 1,2 2-2,2 0 0,5-2 1,-5 4-1,-2-4 631,-2-2 0,-2 4 0,0-4-495,1 2 0,-6 0 0,-2 4-380,-2-2 1,-9-5 0,-9 3 0,-5-2 45,-6-3 0,2 3 0,-5-2 0,-1-1-1575,1-2 0,5-2 1,-2 0-1,4-2-1628,2-4 1,7-3 3253,3-7 0,4-8 0,2-1 0</inkml:trace>
  <inkml:trace contextRef="#ctx0" brushRef="#br0" timeOffset="10">2958 13568 7698,'16'-9'252,"1"2"0,-1 7 1,0 0 741,1 0 0,-1 0 0,1 0 0,-1 0-138,0 0 1,-5 0-1,0 0 1,2 0-85,1 0 0,3 0 0,-3-2 1,-3-3 0,2 1-779,-8-7 0,1 0 1,-6-5-267,0-1 0,-6 1 0,-1 0 0,-2 1 285,-4 4 1,-1-1 0,-3 6 0,1 3 203,0 1 0,-1 2 1,3 2-1,1 3 492,2 6 1,2 3 0,-2 5-1,4 1-481,0 1 0,5 7 0,-4-7 0,4 1-356,2 2 1,2-6 0,4 4 0,5-4-209,3-2 1,3 1-1,-1-3 1,0-3-1071,1-5 1,-1-5-1,0-2 1,1-5-3304,-1-5 4709,-7-11 0,-2-3 0,-7-8 0</inkml:trace>
  <inkml:trace contextRef="#ctx0" brushRef="#br0" timeOffset="11">3040 12309 7617,'0'11'326,"0"0"0,0-5 620,0 5 1,0-6 91,0 6 1,0-6 448,0 6-941,0-7 0,-2 3 1,-2-5 45,-1 3 0,-2-3 1,1 4-224,-5-4 0,2-2 0,-2-2-423,-1-4 0,-3 3 0,-1-6 0,-1 1 1,3 3 1,3-2 1,-4 5 0,5-5-135,-5-1 0,-1 6-9,-1-3 1,8 1 624,4-1-220,-4 3-78,7-5 1,-4 7-11,12 0 1,3-2-58,7-3 1,-5 3 0,-2-6 0,-1 1-38,-5-4 1,4 2-1,-1-2 1,-2-1-151,-3-3 1,5-1 0,-1-1-1,-1 1-447,-2 0 0,-2-1 1,2 1-1,1 0-1126,3-1 1695,-1-6 0,-5-3 0,0-6 0</inkml:trace>
  <inkml:trace contextRef="#ctx0" brushRef="#br1" timeOffset="12">2321 2354 9355,'-11'5'6919,"0"1"-6107,7-1 1,-5 3-477,4 3 1,3 3 0,-4 2 0,5 3-284,1 2 0,1-1 0,3 6 1,2-1 42,-3 1 1,6-1 0,0 4 0,2-3-749,0-3 1,0-1 0,5-8 253,1-3 1,-1 2 0,0-7-1,1-3 1,-1-1 267,0-2 1,1-7-1,-1-4 1,-1-4 351,-4-1 0,3 0 1,-5-1-1,2 1-111,0 0 0,-2-1 0,4 1 0,-4 0-224,-2-1 1,0 1 0,-3-2 0,1-2 80,-1-2 0,-2 0 1,0 6-1,1-1-1209,3 1 1,-1 5 0,-5 0 1240,0-1 0,0-3 0,0-1 0</inkml:trace>
  <inkml:trace contextRef="#ctx0" brushRef="#br1" timeOffset="13">2680 2354 8818,'-14'2'3265,"1"1"-2261,2 3 0,7 1 0,-1-1-624,3 5 1,2-2 0,2 1-143,3 3 0,-1 0 1,7 0-1,2-2 1,1 1-28,3 3 0,-1 1 0,0-1 0,-1-3 111,-4-1 1,3 0-1,-5 6 40,0-1 1,-1 0 0,-8 1 0,0-1-21,0 0 1,-8 1 0,-2-1 0,-5 0-298,-1 1 1,-6-3-1,0-1 1,2-4-920,2-2 0,2-1 0,-1-6 0,1 0-1121,0 0 0,6-13 0,5-5 1995,3-6 0,2-10 0,0-8 0</inkml:trace>
  <inkml:trace contextRef="#ctx0" brushRef="#br1" timeOffset="14">2827 2419 7923,'8'9'1189,"-5"4"1,8-7 596,2-3 0,1 5 0,3-3 0,-1-1-413,0-3 1,1-1 0,-1-1 0,0-3-989,1-1 1,-1-8-1,0 2-431,1-4 1,-3-1 0,-1 2-1,-4 1 162,-2 2 1,1 5 0,-5-4-147,3-3 0,-1 4 0,-7 0 87,-3 1 1,-4 3-1,-9 5 30,-4 0 1,4 0-1,-4 2 1,4 1 90,1 3 0,1 7 0,0-3 0,-1 5 265,1 1 1,0 6 0,1 0 0,2 0-73,3 1 1,6-3 0,-1 8 0,3-1-372,2-2 0,2 4 0,3-7 0,6-2 0,3-2 0,5-7 0,1-2 0,3-1-71,3-5 1,-5-1 0,5-2-1,-1-2-2004,1-3 1,-6-4 0,0-8 0,-6 1 1115,-3 0 0,-6-8 0,5-3 959,-3-4 0,6-2 0,-4 0 0</inkml:trace>
  <inkml:trace contextRef="#ctx0" brushRef="#br1" timeOffset="15">3530 1880 7734,'-16'0'0,"0"2"4180,-1 3 0,6-1-3259,0 7 0,8 0 1,-3 7-1,4 4 98,2 5 1,0 9-1,2 6 1,4 5-1,5 9-209,3 6 1,3 4 0,-1-5-1,0-4-871,1-8 1,1-11-1,2-2 1,0-5-931,-6-4 0,3-14 379,-7-2 0,-2-9 89,-3-8 0,-8-3 0,-5-7 0,-1 0 176,-4-1 0,-1 1 0,-2-1 1,-1 1 215,1 0 1,-2-1 0,-2 1 0,-2 2 506,2 3 0,0-2 0,0 7 1,-4 3 274,-1 1 0,5 2 0,-2 2 1,4 3-178,2 6 1,-1 4 0,3 1 0,3 2-127,5 4 1,5-2 0,1 7 0,0 1-200,0-3 0,7 0 0,6-5 1,5 2-150,4-2 0,7-2 0,-2-3 0,4-4-341,1-6 0,1-3 1,-2-2-1,-2 0-23,-2 0 0,-5 0 0,2-2 0,-4-3-1771,-6-6 1,-3-4 0,2-3 0,-4-2 2134,-2-2 0,6-7 0,-4 4 0</inkml:trace>
  <inkml:trace contextRef="#ctx0" brushRef="#br1" timeOffset="16">4086 2534 8399,'-2'9'2457,"-3"-4"1,3-1-1,-2 0 1,8 1-1037,7-1 0,5-2 0,4-2 1,4 0-704,1 0 1,2-6-1,4 1-1227,-4 1 1,3-3 0,-9 1-1,-1 3 1,-2-1-7003,-1-1 2468,-1 3 5043,-7-6 0,-2 1 0,-7-2 0</inkml:trace>
  <inkml:trace contextRef="#ctx0" brushRef="#br1" timeOffset="17">4053 2354 11307,'0'11'2457,"0"0"1,7-8-1,6 3 1,7-4-1346,7-2 0,-1 0 0,-1 0 0,1 0-2693,-1 0 1,-3-6-1,3 1-1858,-1 1 1,-2 1 3438,-6-3 0,8 4 0,1-5 0</inkml:trace>
  <inkml:trace contextRef="#ctx0" brushRef="#br1" timeOffset="18">5132 2060 11007,'-16'-8'4915,"1"5"0,2-6 556,3 2-3108,6 1-2363,-3 6 0,-1 2 0,-3 3 0,4-1 0,2 9 0,3 3 0,2 4 0,-2 4 0,-2-3 0,-1 7 0,1 3 0,3 3 0,1 2 0,1 4 0,5 2 0,-3-6 0,8 3 0,4-3 0,5 2 0,-2-11 0,6 1 0,-3-8 0,1-4 0,7 0 0,-3-1 0,-1-4 0,-3-6 0,2-3 0,-1-4 0,1-3 0,-1-6 0,1-4 0,-4-3 0,2-4 0,-2-5 0,0 2 0,-2-3 0,0-3 0,-3-5 0,-3 5 0,3-5 0,-2-2 0,-3-2 0,-6 3 0,1-1 0,-3 2 0,-2-2 0,-2 7 0,-3-4 0,-6 5 0,-3 6 0,-3 2 0,1 4 0,0 0 0,-1 3 0,-5 8 0,1-2 0,-1 2 0,-2 3 0,4 2 0,-7 4 0,-2 2-467,-2 1 1,4 8 0,1-4-1,1 0 467,0-3 0,5 3 0,-4 0 0</inkml:trace>
  <inkml:trace contextRef="#ctx0" brushRef="#br1" timeOffset="19">14383 1913 8573,'-11'-2'9830,"0"-4"-5770,1 5 1,-5-9-1914,4 5-2147,4 3 0,9-5 0,3 7 0,6 0 0,5 0 0,4 0 0,4 0 0,1 0 0,4 0 0,-3 0 0,1 0 0,2 0 0,0 0 0,0 0 0,-2 0 0,3 0 0,0 0 0,-2 0 0,-3 0 0,-1 0 0,-4 0 0,-2 0 0,-2 0-471,1 0-4542,-8 0 590,-2 0 1,-20-7 4422,-3-4 0,-4-4 0,3-1 0</inkml:trace>
  <inkml:trace contextRef="#ctx0" brushRef="#br1" timeOffset="20">14645 1618 7801,'-11'11'3793,"0"0"1122,-2 2 0,8-4-2565,5 2 0,9-7 0,11 1-2311,2-3 0,7-2 1,-2 0-1,4 0 1,3 0-40,4 0 0,-8 0 0,2 0 0,-1 0 0,0 0 0,0 0 0,-4 0 0,-5 0 0,-4 0 0,-2 2 0,-1 3 0,-4 6 0,-4-2 0,-7 2 0,0 2 0,0 1 0,-7 4 0,-4 0 0,-4 2 0,-1 0 0,-2-5 0,-2 9 0,-2-3 0,2 1 0,-4 5 0,1-3 0,-1 0 0,1-1 0,-5 5 0,7-7 0,1 1 0,1 2 0,3-10 0,0 4 0,1-1-3802,4-5 3802,4-6 0,14-6 0,2-9 0</inkml:trace>
  <inkml:trace contextRef="#ctx0" brushRef="#br0" timeOffset="21">4233 9678 7094,'0'-11'1379,"0"0"0,0 5 1588,0-5-1426,0 8 1135,0-4-1060,0 7 1,0 1 0,0 5-1191,0 5 1,0 3 0,0 4 0,0 6 168,0 9 1,0 3 0,0 11 0,0 8-41,0 6 1,0 5 0,0 14 0,0 7-489,0-40 0,0 0 1,0 46-1,0-41 1,0 1-1,0 3 1,0-1-68,0 2 0,0 1 0,0-4 0,0 1 0,1 2 0,0 0 0,0-1 0,1-1 0,1-2 0,0-1 0,8 39 0,-7-45 0,-1 1 0,6 40 0,4 0 0,-4-14 0,2 1 0,2-5 0,1-7 0,-3-2 0,-2-9 0,-2 0 0,-3-4 0,0-7 0,-1 2 0,3-2 0,-3-4 0,-1-2 0,-2-3 0,0-2 0,0-1 0,0-8 0,0 1-549,0-3-4735,0-8 4301,0-3 1,0-20-1,0-5 1,0-6 982,0-5 0,-7-9 0,-2-4 0</inkml:trace>
  <inkml:trace contextRef="#ctx0" brushRef="#br0" timeOffset="22">3220 10593 11322,'-9'0'6229,"1"0"-4523,8 0-1453,0 0 0,0 7 0,0 4 0,0 4-273,0 1 1,6 0-1,-1 1-3,-1-1 1,-1 0 0,1 1-259,2-1 1,1-5-1,-4 0 453,3 2 0,5-4 0,-4 0 55,2-2 0,2-1 1,5-6-1,1 0 71,-1 0 0,0 0 1,1 0-1,-1 0-29,0 0 0,3 0 0,2 0-580,7 0 1,-10-2-1,-2-2 1,-1-1-613,-1 1 1,-3 2 0,0 2-862,2 0 0,-4-5-881,2-1 942,-8 1 0,10 3-298,-8-3 2021,1 3 0,-6-13 0,0 6 0</inkml:trace>
  <inkml:trace contextRef="#ctx0" brushRef="#br0" timeOffset="23">3481 10528 7693,'-11'0'4412,"0"0"-2642,8 0 0,-5 1 1,8 5-1049,0 5 1,0 5-1,0 8 1,0 7-188,0 5 1,0 11 0,0 0-525,0 6 0,6 2 1,-1-8-1,1-4 0,-1-4-1271,1-5 1,5-9 0,-4-5 0,2-7 1259,4-7 0,1-12 0,3-3 0</inkml:trace>
  <inkml:trace contextRef="#ctx0" brushRef="#br0" timeOffset="24">1324 8533 7904,'-9'0'7478,"1"0"-6502,8 0 0,2 0-98,4 0-644,-5 8 0,14-5 1,-6 8-1,2 0 0,-2 0 1,0 0 625,0 1-878,-5-4 1,5 6 0,-6-3 0,5 2 0,-1 0-776,0-3 400,-1-6 1,-8 2 0,-2-12 0,-3-5 172,-2-3 0,5-3 0,-1 1 0,1-2 466,-1-4 0,3 4 1,-4-4-1,3 2-386,-3-2 1,5 8-1,-5-6-323,4 0 1,2 0-1,0 3-707,0 1 1,0 5-1,2 2-1586,4 2 2756,3 1 0,7 14 0,0 1 0</inkml:trace>
  <inkml:trace contextRef="#ctx0" brushRef="#br0" timeOffset="25">2517 9432 7725,'0'11'-707,"2"0"617,3 2 1,-3-4-1,3 2 407,-3 2-401,-2-6-103,0 0 0,0-9-233,0-3 219,0 3 201,0-5 0,0 9 0,0 3 0,2 4 0,2 7-12,1 1 1,0-6 0,-3 0 542,4 1 1,-3 3 333,8 1 0,-7-5 15,1 0 1,3-6 378,-3 6 878,8-7 891,-11 3-2417,5-7 0,-7-7-1337,0-4 1,-2 2 30,-3-2 1,3 6-1,-5-4-1711,-1 1 1,5 1 2405,-8 2 0,0-5 0,-6-6 0</inkml:trace>
  <inkml:trace contextRef="#ctx0" brushRef="#br0" timeOffset="26">2190 9024 7814,'-16'0'1347,"5"0"0,0 0 1007,-2 0-1510,6 0 1,-8 0 740,4 0-1209,4 0 1,-6 2 0,6 3 0,0 6 164,0 3 1,1 3 0,6-1-1,0 0-422,0 1 1,0-1-1,0 2 1,0 2-81,0 2 0,7 2 0,4-6 0,4 2-433,1 0 0,-5-11 1,0 5-1,2-3 82,1-2 0,4-5 1,2 1 209,2-3 0,0-2 1,-8-2-1,-1-3-22,-2-6 1,-5-3-1,3-5 1,-2-1 270,-3-1 0,-3-3 0,-1 2 0,0-3-29,0-1 0,-5-3 1,-2 8-1,-1-1-88,1-2 1,-6 6 0,2-4-220,-3 4 0,-2 3 0,-1 3-574,1 1 0,0 7 0,1 1 60,4 6 1,4 1-1,7 7 703,0 1 0,-7 10 0,-2 4 0</inkml:trace>
  <inkml:trace contextRef="#ctx0" brushRef="#br0" timeOffset="27">2402 9089 12329,'0'11'6278,"2"-2"-5849,4-2 1,3-1 0,7-6 0,0 2-369,1 3 0,-1-3 0,0 3 0,1-1-703,-1 1 1,0-3 0,1 4 0,-1-5-2321,1-1 1,-7 0-1024,1 0 3985,0 0 0,-2 0 0,-1 0 0</inkml:trace>
  <inkml:trace contextRef="#ctx0" brushRef="#br0" timeOffset="28">2582 8877 8731,'-14'10'0,"1"0"1573,2-3 0,6 4 0,-4-4 0,1 2-877,5 4 1,-1-4-1,0 2 1,-1 1-448,1 3 0,1 3 0,-1 2 0,-1 2-78,1-2 0,-3 5 1,-1 3-1,1 2-191,0 3 1,-4-6 0,6-1-1,1-3-1204,2-3 1,-3-1-235,-1-3 1,3-9 0,6-7-2248,3-9 3705,6-5 0,5-10 0,8-1 0</inkml:trace>
  <inkml:trace contextRef="#ctx0" brushRef="#br0" timeOffset="29">2729 8893 7704,'-11'0'1614,"0"0"1,6 0 255,-6 0-617,8 0-278,-5 0 0,8 2-564,0 3 1,0 4 0,0 8-164,0-1 1,0 0 0,0 1 0,0-1-162,0 0 1,0 1 0,0-1-512,0 0 0,8-7 1,2-1 119,5-1 0,1-5 0,1 1 265,-1-6 1,0-6 0,-1-8 0,-2 1-16,-3 0 1,-4-1 0,3 1 0,-2 0 169,-3-1 1,-2 1-1,-2 0 1,0-1 65,0 1 1,-2 0 0,-4-1-345,-4 1 0,-3 5 1,0 2-992,2 2 0,0 1-660,-5 6 1,5 0 1812,0 0 0,8-7 0,-5-2 0</inkml:trace>
  <inkml:trace contextRef="#ctx0" brushRef="#br0" timeOffset="30">2991 8795 7699,'-11'0'7195,"0"0"-5292,7 0-1175,-10 0 0,10 7 1,-5 4-410,2 4 0,1 1 0,6 0 0,0 1-123,0-1 1,2 0 0,2 1 0,1-1-81,-1 0 0,5 1 0,2-3-127,3-3 0,-3-4 0,0-7 0,2 0-476,1 0 1,3-1 0,-1-5 374,1-5 0,-3-3 0,-1-3 0,-4 1 249,-2 0 0,4-1 1,-6 1-1,-1 0 50,-2-1 1,-2 1-1,0 0 1,0-3 228,0-2 0,-2 2 0,-3-1 1,-6 6 15,-4 3 0,4 2 1,0-2-1,-1 6-175,-3 3 0,-1 2 0,-1 0 0,1 2-107,0 3 0,-1-1 0,3 7 0,1 1-1454,2 3 1,8-4 0,-5 0-6366,1 1 7669,5 3 0,-12 1 0,5 1 0</inkml:trace>
  <inkml:trace contextRef="#ctx0" brushRef="#br0" timeOffset="31">17162 1635 7864,'-7'16'780,"-1"0"-1021,-3 1-627,4-8 648,14-2 0,-3-9 220,7-3 0,-7 3 0,3-5 0</inkml:trace>
  <inkml:trace contextRef="#ctx0" brushRef="#br0" timeOffset="32">14351 1929 24203,'-10'2'2234,"5"3"0,1-3-2234,-1 4 0,-4-5 0,-8-1 0,1 0 0,0 0 0,-1 0 0,1 0 0,-2 0 0,-2-1 0,-2-5 0,-5 2 0,5-6 0,-7 4 0,0-3 0,-5 0 0,-5 2 0,1-2 0,-2-1 0,6 7 0,-13-10 0,5 8 0,-2 1 0,1 0 0,1 1 0,2-3 0,2 3 0,7 1 0,-9 2 0,0 0 0,-4 0 0,8 0 0,0 0 0,-2 0 0,-2 0 0,-4 0 0,-1 0 0,3 0 0,4 0 0,5 0 0,-9 0 0,2 0 0,4 0 0,9 0 0,5 0 0,4 2 0,1 3 0,1-3 0,0 3 0,7-3 0,1-2 0,10 0-35,4 0 0,-3 0-3709,8 0 1095,-7 0 0,5 0-2538,-4 0 5187,-3 0 0,5 8 0,-7 1 0</inkml:trace>
  <inkml:trace contextRef="#ctx0" brushRef="#br0" timeOffset="33">11425 1667 7813,'-11'0'895,"0"0"-217,-2 0 1,4 0 0,-2 0 0,0 2 0,1 2 0,-1 1 309,-2-1 1,-2-2 0,-1 0-1,0 1-286,-1 3 1,6 5 0,1-4 0,-3 2-84,-2 4 1,4 3 0,2 4-1,0 4 22,0 1 1,6 4-1,-3 6 1,4 1-312,2 0 1,2-5-1,4 5 1,4-5-447,5-3 1,9-8 0,1 0-1,4-6 44,4-3 0,-4-7 1,9 1-1,-4-3-589,-1-2 1,0 0-1,-2-2 1,-2-3 161,-2-6 0,-7-6 1,2-3-1,-4-1 227,-2 1 0,-7-4 1,-3 0-1,-3-1 118,3-4 1,-4 3 0,3-1-1,-5-2 133,-5-2 0,1-1 0,-7 1 0,-2 2 124,-1 1 0,-8 7 1,0-3-1,2 4-119,2 5 0,-4 10 0,1-2 0,1 1-468,1 1 0,3-1 1,0 6-1,-1 2-477,1 4 0,5-3 0,0 8 961,-1 2 0,-3 9 0,-1 3 0</inkml:trace>
  <inkml:trace contextRef="#ctx0" brushRef="#br0" timeOffset="34">11752 1880 10457,'-9'7'9830,"1"-3"-9200,8 7 1,8-2-1,3 4 1,3-3-601,2 3 1,1-4 0,-1 0 0,0 0-948,1 0 1,-6 1 0,0 0 0,-1-2-2029,0-1 0,4-5-1611,-3 3 4556,-4-3 0,0-2 0,-7 0 0</inkml:trace>
  <inkml:trace contextRef="#ctx0" brushRef="#br0" timeOffset="35">11899 1749 7819,'-6'17'0,"-1"-1"1470,-2 0 1,0 2 0,-4 2 0,4 2 578,2-2 0,-4 6 0,6-1 0,-1 2-1550,-1 0 1,5 1-1,-5 4 1,1 1-665,1 0 1,-1-6-1,6-2-2177,0-1 0,0-8-193,0-5 0,6-14 0,1-3 2535,2-6 0,9-12 0,8-2 0</inkml:trace>
  <inkml:trace contextRef="#ctx0" brushRef="#br0" timeOffset="36">12079 1651 7819,'-17'0'7073,"1"2"-5236,0 3 1,1 4 0,2 8-1261,2-1 1,8 2 0,-3 2-1,5 4-418,1 1 0,0-3 0,0 4 1,1-1-242,5 0 0,1-5 0,6 2 0,-2-4-462,1-1 0,-3-1 0,2-1 1,2-5 53,2-4 0,1-4 0,0-2 107,1 0 0,-6-2 1,-1-5 356,3-10 1,-4-1 0,0-7 0,-1-1-30,-5 1 1,-1-4 0,-2-6 0,-2 1-64,-3 3 0,1 2 1,-7-2-1,-2 4-159,-1 5 1,-2 4 0,-1 3 0,1 4-192,0 6 1,5 3 0,0 2 0,0 2-327,2 3 794,2 4 0,-1 15 0,-1 1 0</inkml:trace>
  <inkml:trace contextRef="#ctx0" brushRef="#br0" timeOffset="37">12487 1602 8507,'-16'0'0,"0"0"1043,-1 0 0,-5 2 1,1 1-1,1 3 308,1-2 0,9 3 1,-1-2-1,-2-1 427,-2-2 0,6 5 0,2 2-1492,0 0 1,5 6 0,-3-4-88,3 3 1,2 4 0,0 2 0,2 2 24,3-2 0,2 4 0,6-3 0,-2 1-271,2 2 1,1-8 0,2 2 0,3-5 25,2 0 0,-2-6 0,4-1 0,-1-5-489,0-1 1,5-1-1,-5-3 1,0-3 147,1-2 1,-5-8-1,4-5 1,-4 1 423,-1-3 1,-6 6-1,-2-6 1,-2 2 481,-3 1 0,-3-8 0,-1 3 1,0-1-112,0 0 0,-7 5 1,-4-4-1,-3 1-317,-3 0 1,-1 10-1,-2-1 1,-3 3-347,-3 4 1,1 2-1,-4 7 1,3 1-9240,3 5 9469,-6-4 0,10 19 0,-4-2 0</inkml:trace>
  <inkml:trace contextRef="#ctx0" brushRef="#br0" timeOffset="38">4920 2092 8273,'-17'0'492,"1"0"1,-1-5 0,1-2 0,0-1 0,-1-1 0,1 2 0,2-2 0,1 2 1712,2 0 0,7-6 0,-1 2-1175,3-4 0,6-1 1,7 0 2127,10-1-2641,8 8 0,11-3 0,8 6 1,8 2-1,9 3 0,1 1-420,-5 0 1,1 0-1,-6 1 1,-1 3 0,-4 3-98,-9 2 0,-13-3 0,-8 5 0,-2 1 0,-12-2 0,-7 0 0,-13 1 0,-10 4 0,-1-2 0,0-2 0,-10 1 0,1 8 0,-5 2 0,-7-2 0,6 0 0,-10 0 0,0 4 0,-3 1 0,6-3 0,-3 3 0,4-1 0,3-4 0,2 0 0,9 0 0,4 2 0,12-8 0,15-8 0,10-5 0,13-1 0,10 0 0,10-1 0,10-5 0,5 1 0,8-10 0,1-3 0,4 0 0,-6 0 0,2 1 0,-7-1 0,-4-4 0,-8 10 0,-12-3 0,-9 4 0,-10 2 0,-10 5 0,-13-1 0,-5 3 0,-5 9 0,-7 4 0,-8 6 0,-6 4 0,-3-1 0,2 8 0,-5-1 0,-5-2 0,5 6 0,1-5 0,2 1 0,4 0 0,1-7 0,3 4 0,1-2 0,3-1 0,7-4 0,10-6 0,5 1 0,6-4 0,8-3 0,8-3 0,9-2 0,12 0 0,3 0 0,3-2 0,8-3 0,0 1 0,7-7 0,-2-2 0,-3-1 0,-2-3 0,-6 1 0,-5 0 0,-7-1 0,-9 7 0,1-1-3158,-1-2 1,-12 6-5854,-12 1 9011,0 4 0,-14-5 0,5-2 0</inkml:trace>
  <inkml:trace contextRef="#ctx0" brushRef="#br0" timeOffset="39">5933 1945 8027,'0'-16'7844,"-2"7"-2994,-3 3 143,3 5-2036,-5-7-2957,7 7 0,0-5 0,0 12 0,0 4 0,-2 5 0,-4 1 0,4 1 0,-3-1 0,3 0 0,2 1 0,0 5 0,0-1 0,-2-1 0,-3-2 0,3-1 0,-3-1 0,3 0 0,2 1 0,0-1 0,2-1 0,1-3 0,3-1 0,6-5 0,-1 3 0,4 0 0,1 0 0,8-5 0,1 1 0,3-3 0,-1-2 0,2 0 0,9 0 0,4-2 0,-1-3 0,1 1 0,-5-5 0,1 0 0,-2 0 0,-7 3 0,-3-3 0,-3 2 0,-7 0 0,-5 1-3081,-7 4 0,-4-5-6059,-11 7 9140,-3 0 0,-10-7 0,-1-2 0</inkml:trace>
  <inkml:trace contextRef="#ctx0" brushRef="#br0" timeOffset="40">6292 1945 7930,'-16'2'2456,"0"4"1,5-5 0,2 7 7373,2-1-9823,1-5 1,-1 12-1,-2-5 1</inkml:trace>
  <inkml:trace contextRef="#ctx0" brushRef="#br0" timeOffset="41">6260 1994 11087,'11'17'2457,"0"-1"1,-8 6-1,4 1 1,-1 3-520,-1 3 1,6 4-1,-5 3 1,-3 4-1939,-1 2 0,-2 3 0,0 6 0,0 0 0,0-4 0,0-3 0,-2-1 0,-1-3 0,-3 0 0,1-11 0,5 2 0,0-5 0,0-6 0,0-2 0,0-2-165,0 0 0,2-8 0,1-8 165,3-9 0,14-6 0,-2-1 0</inkml:trace>
  <inkml:trace contextRef="#ctx0" brushRef="#br0" timeOffset="42">14187 2648 7863,'-16'6'4851,"-1"-1"3336,1-1-4944,7-2 1,9-2-1961,11 0-1283,3 0 0,3 0 0,-1 0 0,0 0 0,1 0 0,-1 0 0,0 0 0,1 0 0,-1 0 0,2 0 0,4 0 0,-4-6 0,4 1 0,-2 1 0,2 2 0,3-3 0,6-1 0,-2 1 0,-2-2 0,6 3 0,3-5 0,-1 0 0,-1 0 0,-6 3 0,6-3 0,-7 2 0,-3 3 0,-2 3 0,-6 1 0,1 0 0,-8 0-9831,-2 0 8395,-22 0 1,12-15 0,-12-3 0</inkml:trace>
  <inkml:trace contextRef="#ctx0" brushRef="#br0" timeOffset="43">14645 2436 28671,'16'0'0,"0"0"0,1 0 0,-6 2 0,0 1 0,1 3 0,3-3 0,1-1 0,0-2 0,1 0 0,-1 0 0,1 0 0,-7 2 0,1 2 0,2 1 0,2 2 0,1-1 0,-5-3 0,0 8 0,-8 0 0,3 5 0,-4 1 0,-8-1 0,-1 1 0,-2-1 0,-4 0 0,-1 6 0,-3 0 0,1 0 0,0 1 0,-1 1 0,1 3 0,-1-5 0,1-4 0,5-2 0,0-1 0,0-2-2206,2-2 2206,2-8 0,14-3 0,2-9 0</inkml:trace>
  <inkml:trace contextRef="#ctx0" brushRef="#br0" timeOffset="44">2762 13879 13187,'-9'0'2669,"2"0"-2406,7 0-3540,0 0 0,0 0 0</inkml:trace>
  <inkml:trace contextRef="#ctx0" brushRef="#br0" timeOffset="45">6015 3024 8067,'-11'0'3942,"0"0"-4031,0 0 0,0 0-1190,0 0 0,6 6 1279,-6-1 0,7 1 0,-3-6 0</inkml:trace>
  <inkml:trace contextRef="#ctx0" brushRef="#br0" timeOffset="46">4331 12604 7822,'-5'-11'201,"-1"0"1,-1 7 4013,1-1-2157,5 3-1203,-7 2 0,8 2 1,2 3-541,4 6 1,-3 6 0,6 3-1,0 3-251,1 3 0,-5-5 0,4 7 0,-2 1-130,-3 2 1,3-4-1,-1-2 1,-3 1-985,-1-1 0,4-5 1,-1 2-4185,-1-4 2328,-3-9 2906,-1-2 0,0-7 0</inkml:trace>
  <inkml:trace contextRef="#ctx0" brushRef="#br0" timeOffset="47">4184 12751 8132,'-11'-9'1760,"0"3"0,8-3-1277,-3-2 0,4 2 0,2-2 45,0-1 1,0 3 0,2-2 390,4-2 0,-3 4-489,8-2 0,-5 2 1,3-4-21,-2 2 1,4 0-1,-4-3-330,2 3 1,-3-2 0,3 6-1,-2-2-150,-3-4 1,3 4 0,0 0 0,0 0 220,1 0 1,-1 3 283,-2-4 0,-1 0 42,7 0 0,-8 0 1,5 7 921,-1-3-872,-5 1-498,12 5 316,-5 0 1,2 0 517,0 0 0,0 2-540,5 3 0,-5 4-250,0 8 0,-2-1 0,4-2 0,-4-1-207,-2-2 0,4-5 0,-3 4-9,1 3 1,-4 2 0,4 1 33,-2 0 0,4-5-281,-5 0 1,5-5-508,-6 5 0,1-6-1291,-6 6-2209,0-7 231,0 3-84,0-7 4250,0-7 0,0-3 0,0-6 0</inkml:trace>
  <inkml:trace contextRef="#ctx0" brushRef="#br0" timeOffset="48">14024 2632 7944,'0'11'1353,"0"0"-2861,0-8 906,0 5 644,7-8 0,-3-6 1,5-1-1,0 0 387,0-1 58,-6 3 0,6 5 177,-3 0-2471,-4 0 919,12 0 888,-12 0 0,7 0 0,-3 0 0,-5 0 0,7 0 0,-8-7 0,0-2 0</inkml:trace>
  <inkml:trace contextRef="#ctx0" brushRef="#br0" timeOffset="49">14154 2648 9635,'9'0'7216,"1"0"-1842,-5 0-3920,-3 0 1,5 2-675,-7 4 1,-2-5 0,-1 7-383,-3-1 0,-7-5 1,3 3-399,-5-3 0,-1 3 0,-1 1 0,-1-1 0,-4 3 0,4-7 0,-5 5 0,-1-3 0,-3 3 0,-4-4 0,0 3 0,0-3 0,-2-2 0,4 5 0,-11 1 0,2-2 0,0-3 0,-2-1 0,4 0 0,-4 0 0,-2 0 0,4 0 0,-2 0 0,2 0 0,2 0 0,5 0 0,-6 0 0,7 0 0,2 0 0,7 0 0,-5 0 0,2 0 0,5 0 0,0 0 0,1 0 0,-4 0 0,8 0 0,-6 0 0,0-1 0,2-5 0,-6 4 0,1-3 0,-1 3 0,0 2 0,-5 0 0,4 0 0,-4 0 0,-4 0 0,9 0 0,-8 0 0,1 0 0,0 0 0,-2 2 0,1 1 0,1 3 0,4-2 0,-4-1 0,3 1 0,-2 1 0,-3-1 0,6 3 0,1-1 0,1-1 0,-1 2 0,5-3 0,-5 5 0,3-2 0,1 4-983,5-5 1,10 5-3648,7-6 0,2 0 4630,9-5 0,7-14 0,7-4 0</inkml:trace>
  <inkml:trace contextRef="#ctx0" brushRef="#br0" timeOffset="50">10575 2975 7862,'-16'0'4301,"-1"0"0,6 0-3056,0 0 1,0 0-774,-5 0 1,5 0 0,0 0 131,-1 0 0,3 6 0,-2 1 1,0 2 162,2 4 1,-6 1 0,6 3-424,0-1 0,-4 6 0,8 1 1,1 3-1,2 3-157,2 2 1,0 1-1,2 1 1,4 0-280,5-1 0,10-4 0,5-5 0,3-3-261,3-5 1,-2-4-1,8 0 1,-4-4 41,-1 0 1,-6-5-1,0 2 1,1-8 49,-3-7 1,-1-3 0,-10-3 0,-1-1 100,-2-4 0,-8 2 0,3-5 0,-4-1 266,-2 1 1,0-2 0,0-6 0,-2 0 84,-4 1 1,-3-1-1,-5 2 1,-1 2-55,-1 2 0,3 1 0,-9-1 0,4 5-674,2 4 1,0 9 0,-1 4-1178,1 3 1,0 2-1,1 2-4909,4 3 6623,4 4 0,0 8 0,-2-1 0</inkml:trace>
  <inkml:trace contextRef="#ctx0" brushRef="#br0" timeOffset="51">10853 3073 21097,'14'2'875,"-3"4"0,4-3 1,-3 8-1,7 2 1,2 1-77,-1 3 0,-2-1 0,-1 0 1,1 3-1389,4 2 0,-10-3 0,5 2 0,-3-5-2322,1-4 1,-4 0-2877,0 5 471,-8-7 5316,5-2 0,-8-14 0,0-2 0</inkml:trace>
  <inkml:trace contextRef="#ctx0" brushRef="#br0" timeOffset="52">11147 2959 9852,'-15'2'6116,"3"1"-4461,1 3 1,7 1 0,-3-3-1098,0 1 0,3 8 1,-5-2-1,2 3-74,3 3 0,-3 1 0,-1 4-188,-1 5 1,4 9-1,-4 4 1,0 0-1,2 2-653,-1 0 0,-3-12 1,6 1-1,1-3-2350,2-3 0,2-10 2191,0 1 0,2-12 0,4-6 516,5-13 0,3-8 0,3-10 0</inkml:trace>
  <inkml:trace contextRef="#ctx0" brushRef="#br0" timeOffset="53">11441 2926 8172,'-16'0'2750,"5"0"-153,0 0-1433,0 7 320,2-5-468,2 6 0,5-7-239,-4 5 1,5-3 0,-7 8-1,3 2-309,0 2 1,-3 1 0,5 2 0,-3 2-244,3 2 0,-1 5 0,0-5 1,-1 0-332,1 1 0,4-5 1,4 4-1,3-4-216,2-1 0,2-6 0,5-2 0,1-2 209,-1-3 1,0-3-1,1-1 1,-1 0 274,0 0 1,1 0 0,-1-1 0,1-3-14,-1-1 0,-2-8 1,-1 2-1,-2-4 15,2-1 0,-6 0 1,-2-1-1,-3-1-148,-2-4 0,0 4 0,0-5 0,0 1-4,0 0 1,0-2 0,-2 4 0,-1-1-282,-3 1 1,-6 3-1,1 5 1,-4 1-1025,-1-2 1,0 6-1,-1-1-1316,1 1 0,5 5 2609,0-3 0,0 3 0,-5 2 0</inkml:trace>
  <inkml:trace contextRef="#ctx0" brushRef="#br0" timeOffset="54">11719 2763 11202,'-9'0'9830,"2"0"-8770,7 0 1,1 2-1,3 3 1,2 6-212,-3 3 0,1 3 0,-1 1 1,3 2-850,-2 2 0,-3 7 0,-1-4 0,0 2 0,0 1 0,0-1 0,0 4 0,0-4 0,6-3 0,-1-8 0,-1 0 0,0-1 0,1-4 0,-1-2 0,6-6 0,3 1 0,2-6 0,1-3 0,2-10 0,2 1 0,2-4 0,2-2 0,-4 3 0,1 1 0,-1 0 0,-1-1 0,-3 3 0,0 1 0,1 2 0,-7 2 0,1-4-2937,2 2 0,-6 6-1242,-1-6 1,-4 6 2001,-2-6 2177,0 7 0,-8-10 0,-1 4 0</inkml:trace>
  <inkml:trace contextRef="#ctx0" brushRef="#br0" timeOffset="55">11964 2779 10216,'0'9'9830,"-5"0"-7693,-1-3 0,1-3 0,5 8-1584,0 2 1,2 1-1,1 5 1,3 2-554,-3 7 0,-1 4 0,-2 5 0,2 3 0,3 1 0,-3 3 0,4 5 0,-4 0 0,-2 0 0,5-11 0,0-3 0,1-3 0,1-2 0,-5-9 0,5-1-2104,0-7 2104,-5-6 0,13-7 0,-6 0 0</inkml:trace>
  <inkml:trace contextRef="#ctx0" brushRef="#br0" timeOffset="56">5998 9547 7846,'-9'0'245,"-13"7"1,4 2-1</inkml:trace>
  <inkml:trace contextRef="#ctx0" brushRef="#br0" timeOffset="57">5966 9563 22405,'1'16'610,"5"1"0,-4 14 1,3 7-1,-3 11-305,-2 11 1,2 16 0,-1-28 0,1 2 0,1 4 0,0 1-167,-1 4 0,-1 0 0,3 1 0,0 0 0,-1 3 0,1-1 0,0 3 0,1-1-211,1 3 1,1-1 0,-3-6 0,1 0 0,0 5 0,1-1 0,0-6-1,0-2-70,1-4 0,1-2 0,8 32 0,1 7 0,-1-6 120,0-5 1,-7-18-1,-3-2 1,-2-3 291,1-4 1,-3 0 0,3-4 0,-3-4-172,-2-4 0,-2-3 0,-1 0 0,-3 1-28,3-7 0,-5-2 1,1-8-381,-2 2 0,5-1-588,-1-4 349,3-8-943,2-2 1,0-9 0,0-3-88,0-6 0,0-4 0,0-3 0,0-4 1578,0-5 0,0-4 0,0-1 0</inkml:trace>
  <inkml:trace contextRef="#ctx0" brushRef="#br0" timeOffset="58">5148 10348 19877,'-11'0'1138,"1"0"1,4 0-808,-5 0 1,0 0-124,-5 0-106,0 0 0,5 0 1,0 0-1,-2 0-612,-1 0 233,4 0 0,1 0 147,4 0 272,3 0 1,-5 2 0,7 3 218,0 6 1,2 5 0,1 4 0,5 4 84,1 1 0,-4 3 1,4 2-1,0 0-186,0-3 1,-3-2 0,3 4 0,-2-3-423,-3-3 0,-1-6 0,1-6-1256,2 1 0,1-4 1060,-2-3 1,2-5 0,6-5 307,-2-6 1,-5-2 0,4 0 0,3 4 112,2 2 0,-4 0 1,-1 3-1,3-1 89,2 1 0,1 2 0,0 2 0,1 2 64,-1 3 0,0 4 0,1 8 0,-1 1 4,0 4 0,-5-4 0,-2 4 0,-1-2 110,-5 1 0,5-2 1,-3 2-1,-1-2 20,-2-3 0,-4-5 0,-2 0 0,-3 1-102,-2 3 0,-2-4 0,-6-2 1,-1-2-281,-3-3 1,1 3 0,-6-1 0,1-1-506,-1 2 1,6-5 0,-3 4 536,-1-5 0,-1 7 0,-8 1 0</inkml:trace>
  <inkml:trace contextRef="#ctx0" brushRef="#br0" timeOffset="59">5067 10985 7909,'-17'0'0,"1"-7"0,0-2 0</inkml:trace>
  <inkml:trace contextRef="#ctx0" brushRef="#br0" timeOffset="60">5949 2076 8167,'0'-16'1046,"0"-1"0,0 1 0,0 0 1168,0-1 1,0 1 4040,0 0-5044,0 7 0,9 1 1,6 10-1,7 4-752,3 4 0,10 12 0,8 6 1,4 4-460,2 6 0,0-3 0,0 3 0,1-3 0,-1-3 0,-13 1 0,-3-2 0,-4-4 0,-4-5 0,-7-11 0,-7-6 0,-9-3 0,-2-2-266,-9 0 0,-8-2 0,-4-1 0,-7-5-336,-2-1 0,-5 4 0,-1-4 0,-6 0-27,-5 0 1,7-1-1,-7-2 514,5 1 1,-4-2-1,3-7 1,-3-3-1,1-3 335,1-3 0,14-2 0,-1 0 1,5 4 12,6 5 1,9 4-1,6 2 709,3-1 0,4 8 0,3 4-561,6 3 0,4 2 0,3 0 0,4 2-381,5 3 0,6 4 0,5 10 0,5 2 0,5 7 0,3-3 0,-1 2 0,3 4 0,0 5 0,-6-1 0,4 1 0,-8-5 0,-5-4 0,-14-1 0,3 1 0,-7-5 0,-3-4 0,-8-7 0,-6-2 0,-6-2 0,-6 1 0,-8-5 0,1 3 0,0-3 0,-8-1 0,-3-2 0,-6 0 0,-5 0 0,7 0 0,-5 0 0,-2-2-536,-2-3 0,-4-4 0,-3-6 1,1 2 423,3 3 0,10-7 0,-3-5 1,0 2 452,1 2 0,13 2 1,6 1-114,1 5 1,8 0 0,3 7 0,8-3-67,7 3 1,11 6 0,7 6 0,7 4-163,8 5 0,3 4 0,2-2 0,2 2 0,3-2 0,-3 0 0,2 0 0,-6 2 0,-3-2 0,-12-8 0,3-1 0,-4 0 0,-8-2 0,-8 0-72,-4-3 0,-9 3 1,-2 7-786,-10 1 0,-4-7 1,-2 1-1,-1 0-338,1-2 0,3 4 0,-3-8-71,-8-1 0,2-2 0,1-4 0,3-3-2813,1-6 4079,1-4 0,-1-16 0,1-3 0</inkml:trace>
  <inkml:trace contextRef="#ctx0" brushRef="#br0" timeOffset="61">7208 1864 7442,'0'-9'4915,"0"1"0,-2 8-2089,-3 0 1,1-2-1,-7-1-617,-2-3-2108,-1 1 1,-3 5-1,-1 0 1,-2 0-1,-3 0 1,-3 0 0,-3 2-102,-2 3 0,0-1 0,4 7 0,-2 0 0,7 5 0,2 0 0,2 1 0,4-1 0,3 0 0,4 1 0,7-1 0,1-1 0,7-5 0,6-2 0,8-3 0,3 1 0,3-1 0,4-5 0,1 0 0,0 0 0,-1-7 0,1-2 0,0-2 0,-1 0 0,-1 0 0,-3-4 0,-5 3 0,1 1 0,-12 0 0,5-5 0,-4-1-364,-4 1 1,3 0 0,-4-1 322,1 1 1,-6 0 0,3-1 36,-4 1 1,-2 5-1,0 0 615,0-2 0,-2 6-611,-4 2 0,4 3 0,-5 2 0,5 0 0,-3 0 0,3 7 0,-3 4 0,3 4 0,2 3 0,0 2 0,0 3 0,0 3 0,0 1 0,0 7 0,0 3 0,0 1 0,0 9 0,0 0 0,0 8 0,0 3 0,5-2 0,1 6 0,-3 2 0,-1-3 0,4-6 0,-1-2 0,-1-6 0,-2-4 0,-2-12 0,1 0 0,3-5 0,1-6 0,1-8 0,-6-1 0,0-7 0,0-4-4030,0-11 0,0-4 4030,0-1 0,0-8 0,0-1 0</inkml:trace>
  <inkml:trace contextRef="#ctx0" brushRef="#br0" timeOffset="62">14400 3139 21701,'16'0'847,"0"0"1,1 0-1,1 0 1,2 0-155,2 0-781,7 0 0,-2 0 1,9 0-1,2 0 1,-1 0-1,-5 0 1,-3 0-1100,-1 0 1,-3 0 0,2 0-638,-5 0 1,-4 0 0,-3-2 873,-4-4 1,-4 3-519,-7-8 1,-7 5-1,-4-4 1468,-4-3 0,-8-9 0,-3-3 0</inkml:trace>
  <inkml:trace contextRef="#ctx0" brushRef="#br0" timeOffset="63">14677 2959 8551,'-10'2'3539,"-1"3"1,7-1-2365,-1 7 1,5-8 0,3 5-621,3-1 1,6-4 0,-1 7 0,6-3-177,4-4 0,-1 5 0,6-1 0,-1 0-599,1 0 0,-5 4 0,5-3 0,-1-1 57,1 0 0,-5 4 0,3-4 0,-2 1-210,-2-1 0,-11 4 0,5-4 0,-4 2 416,-7 4 1,-1 1 0,-4 3 0,-1-1 0,-3 0 0,-12 1 0,2-1 0,-4 0-366,-4 1 0,6-1 0,-4 0 0,2-1-559,-2-4 0,10 2 0,-5-8 0,5 1-2666,2 1 3547,-4-5 0,5 5 0,-8-7 0</inkml:trace>
  <inkml:trace contextRef="#ctx0" brushRef="#br0" timeOffset="64">14579 3809 8071,'-11'0'1521,"1"0"0,-1 2 4105,2 3-3812,-6-3-787,13 5 0,2-7-363,11 0 0,4 0 0,1 0 1,0 0-1,1 0-314,-1 0 1,0 0 0,3 0-292,2 0 0,-2 0 0,2 0 0,-1 0 0,0 0-1089,2 0 1,0 0 0,-6 0-256,1 0 0,-7 0 0,1 0 0,2 0-1372,2 0 1,-5 0 110,1 0 2546,-7 0 0,3-7 0,-7-2 0</inkml:trace>
  <inkml:trace contextRef="#ctx0" brushRef="#br0" timeOffset="65">14759 3678 11718,'0'9'1760,"7"4"1,4-8-1387,4-1 1,1-2 0,1-2-1,-1 2 37,0 3 0,-5-1 0,0 5-111,2-2 0,1 6 1,3-4-1,-1 2 0,0 0 290,1 1 1,-3 3-1,-1 1-51,-2 1 1,-8-1 0,3 0 200,-4 1 0,-4-1-686,-4 0 0,-3-7 1,-7-3-1,0-4-743,-1-2 1,-1 5 0,-2 1 0,-2-3-766,2-1 1,2-2 0,2-2 1453,0-3 0,-8 3 0,-2-5 0</inkml:trace>
  <inkml:trace contextRef="#ctx0" brushRef="#br0" timeOffset="66">14334 4643 7845,'-11'0'264,"2"1"1020,2 5 1,0-4-332,1 3 0,4-5 977,-3-5 0,5 1 0,5-5-576,6 2 1,2-1 0,0 5 0,-2-3-616,1 3 1,-3 1-1,2 2 1,2 0-468,2 0 1,6 0-1,1 0 1,0-2-440,2-3 0,-4 3 0,5-4 0,0 5-399,1 1 1,-4-6 0,3 1 0,-1 1-859,-4 2 0,0 2 0,0 0-467,1 0 1,1 0-2415,-6 0 4305,-6 0 0,-3-7 0,-7-2 0</inkml:trace>
  <inkml:trace contextRef="#ctx0" brushRef="#br0" timeOffset="67">14808 4316 9607,'-7'16'2949,"3"-5"1,-5 0-545,2 2 0,1-4 0,10 2-1894,7 1 1,0-3 0,11 0-1,-2-1-496,1-5 0,-1 5 0,6-3 0,-1-1-693,1-3 0,-6 5 0,2-1-53,-4-1 1,-2 0 1119,0 1 0,-7 4 1,-3 7 11,-4 1 1,-10 1 0,-2 2 0,-7 2 310,-5-2 0,4 3 0,-5-1 0,1 0-833,0 2 0,0-12 0,6 5 1,0-3-968,-1 1 0,6-6 1088,0-4 0,8-17 0,-4-7 0</inkml:trace>
  <inkml:trace contextRef="#ctx0" brushRef="#br0" timeOffset="68">7388 9694 7981,'0'-11'1624,"0"0"484,0-2-1112,0 6 894,0 0-1020,0 7 0,0 2 1,0 5-420,0 9 0,0 8 0,0 9-246,0-1 1,0 8-1,1 6 1,3 5-1,1 7-5,-1 5 1,3 1 0,1 12 0,1 4-243,3 5 0,-2-3 0,0 7 1,-4-43-1,-1 1-23,0-1 0,-1 0 0,4 2 0,-1-1 0,-2 0 0,-1 0 1,7 44 55,0-4 0,-8-14 0,5 3 0,-3-7 40,1-3 1,1-14 0,-4-3 0,3-1 41,-2-1 0,-3-4 0,-1-1 0,2 0 67,4 0 1,-5-11 0,5 1 0,-4-1-7,-2 0 1,0-4-1,0-1 1,2-1-19,3 1 1,-3-5-1,3 7 23,-3 1 1,-2-6-1,0 1-259,0 0 0,0-12 0,0 5 67,0-3 0,0-5-597,0 2-287,0-7-1359,0 3 747,0-7 1,0-2 0,-2-1-32,-3-3 1580,3-7 0,-5-3 0,7-9 0</inkml:trace>
  <inkml:trace contextRef="#ctx0" brushRef="#br0" timeOffset="69">6587 10430 10067,'-9'0'3159,"1"0"1,8 1-2717,0 5 0,0-3 0,0 8 0,0 2 981,0 2-1276,0 1 0,0 0 0,0 1 1,0-1-1,0 0 0,2 1 1,2-1 296,1 0-454,8-7 0,-9 6 0,6-6 1,3 2-1,2-2 0,1 0 1,2-2-46,4 1 1,-2-3-1,5-5 1,-1 0 70,-4 0 0,4 0 1,-3 0-1,-1 0-425,-1 0 0,-3-2 0,0-1-4373,1-3 2381,-8-7 0,-2 4 1238,-7-7 0,0 5 1,0 0 1161,0-1 0,0-3 0,0-1 0</inkml:trace>
  <inkml:trace contextRef="#ctx0" brushRef="#br0" timeOffset="70">6799 10381 8049,'-16'1'7165,"-1"5"-5893,8-4 0,2 7-588,7-4 0,0-1 0,2 8-1,3 7 1,3-1 0,4 9 0,-3 4 2,-1 5 0,3 8 0,-6 9 0,-1 1-244,-2-1 0,-2-2 0,1-2 0,3-2-1345,1-4 0,1-8 0,-4-10-3043,3-1 1,-1-10-2355,7-8 6300,-8-12 0,12-3 0,-6-7 0</inkml:trace>
  <inkml:trace contextRef="#ctx0" brushRef="#br0" timeOffset="71">14400 4675 8202,'0'-9'3426,"0"2"0,0 5-1826,0-3 383,0 3 492,0-5-292,0 7-865,0 0-319,0-8-356,0 7 0,-2-7-200,-4 8 0,-3 0 0,-7 0 1,0 0-444,-1 0 0,-1 0 0,-2 0 0,-4 0 0,-1 0 0,0 0 0,-4 0 0,1 0 0,-1 0 0,4 0 0,-2 0 0,-2 0 0,-2 0 0,-2 0 0,2 0 0,2 0 0,2 0 0,5 0 0,-5 0 0,-2 0 0,-2 0 0,4 0 0,-1-2 0,-1-1 0,-2-3 0,-1 1 0,1 5 0,2 0 0,2 0 0,-1 0 0,-4 0 0,-3 0 0,-3 0 0,7 2 0,-5 1 0,-2 5 0,-2 1 0,-2-4 0,-4 4 0,3-1 0,-3-5 0,5 4 0,-3 1 0,1-1 0,1 0 0,0-1 0,8-6 0,-3 0 0,1 0 0,7 5 0,-6 1 0,6-3 0,0-1 0,4-2 0,-2 0 0,-1 0 0,3 0 0,-4 0 0,7 0 0,0 0 0,-1 0 0,-1 0 0,-3 0 0,5 0 0,4 0 0,1 0 0,1 0 0,0 0-2619,7 0 0,3 0 1,10-2-41,1-3 1,8 1 0,-2-7 2658,3-2 0,3-8 0,-1-5 0</inkml:trace>
  <inkml:trace contextRef="#ctx0" brushRef="#br0" timeOffset="72">10542 4822 7967,'-11'0'1604,"0"0"-454,-1 0 1,3 0-1,-2 0 240,-2 0 1,4-5-661,-2 0 0,0-1 1,-5 6 39,-1 0 0,1 0 0,0 0-258,-1 0 1,1 7-1,1 4 1,3 4-220,1 1 0,5 0 0,-3 3 0,2 2-309,3 7 1,3-3-1,2 1 1,5-1-223,5 0 0,5-5 0,6 2 1,5-4-84,4-1 0,2-1 0,-1-1 0,1-5-7,0-4 0,0-2 1,-3-1-1,-2 3 125,-7-3 0,-2-8 1,-3-4-1,-2-4 236,-3-3 0,-3 3 0,-8-11 1,0 1 96,0-5 0,0 3 1,0-2-1,0-2-46,0-2 1,-6 4 0,-1 1 0,0 1-140,-1-1 1,-4 6 0,1-1 0,-2 2-97,2 3 1,-3 2 0,3 1-1078,-4 2 1,-1 7 478,0-1 1,1 5 0,4 5 4,6 6 744,3 4 0,2 8 0,0 3 0</inkml:trace>
  <inkml:trace contextRef="#ctx0" brushRef="#br0" timeOffset="73">10853 4855 11932,'2'11'2332,"3"-2"0,6 0 1,3-2-1551,3 1 1,5 4 0,-1-1-1,1 4-685,2 1 1,-4 1 0,5-1-1,-1 0-480,-4 1 0,-2-1 0,-2-2 0,-1-1-1738,-4-2 0,1-5-2390,-6 4 3479,-1-6 1032,-12 3 0,-2-14 0,-7-2 0</inkml:trace>
  <inkml:trace contextRef="#ctx0" brushRef="#br0" timeOffset="74">11082 4806 22516,'-10'18'0,"3"2"213,0 2 0,3 7 0,-7-2 0,1 4-351,0 2 0,-2 0 0,4-3 1,1 0-1156,0-3 0,-4-13 0,6 3-819,1-3 0,4-8-2829,5-6 4941,-3-8 0,13-15 0,-6-3 0</inkml:trace>
  <inkml:trace contextRef="#ctx0" brushRef="#br0" timeOffset="75">11376 4724 8045,'-11'0'1851,"0"0"1,6 0-1,-5-1-415,3-5 1,0 4 604,1-3-1501,5 3 1,-8 7 0,5 3 260,-2 1 0,1 2 0,3 5-391,-3 0 0,3 3 0,-4 1 0,5 3-190,1 3 1,0-1 0,1 4-1,5-3-83,5-3 1,3 4-1,3-5 1,-1-4-995,0-5 0,6 0 0,2-8 0,-1-1 426,1-2 1,0-2-1,-4-2 1,3-4 217,3-5 1,-6-3-1,0-2 1,-6-3 315,-3-2 1,-7 2 0,1-2 0,-3 1 90,-2-2 0,0 7 0,0-5 0,-2 0-92,-3 2 1,-4-2-1,-8 2 1,1-2-269,0 0 1,-1 11-1,-1-5 1,-2 4-380,-2 7 0,-1 1 1,3 2-1,-2 0-525,2 0 0,2 2 1070,1 3 0,1 12 0,0 8 0</inkml:trace>
  <inkml:trace contextRef="#ctx0" brushRef="#br0" timeOffset="76">11703 4643 7854,'-17'5'0,"1"1"0,5-1 6400,0-5-5265,8 0 1,-3 0 0,12 0-351,4 0 1,5 5 0,1 3-1,2 1 84,4 3 1,-4 3 0,6 1 0,-2 1-319,0-1 1,1 0 0,-3 1 0,2 1-178,-2 4 1,-2-4 0,-3 4 0,-3-2-335,-1 1 0,-7-2 0,1 2 0,-3-2-275,-2-3 0,0 0 0,0 1 1,-2-1-35,-3 0 0,1-5 0,-7-2 0,-1-1-443,-3-5 1,-1-1 0,-1-2 0,1 0 264,0 0 0,-1 0 0,3-2 0,1-3 44,2-6 0,2 2 0,-2-2 0,4-4 232,0-5 1,5 2 0,-3-4 0,3 4 157,2 2 0,0 0 0,0-1 0,2 1 545,3-1 0,2 1 0,6 0 0,-2-1 83,2 1 1,3 0 0,4-1 0,2 1-107,-2 0 1,3 3 0,-1 0-1,0-1-278,1 1 1,-4 0 0,2-3 0,-2 1-347,-3 5 1,-5-5 0,-2 4 18,-2-3 1,-1 3 0,-8 0 117,-4-2 0,-3 6 1,-7 0-1,-2-1-9,-4-3 1,4 4-1,-4 0 1,4 1 161,1 1 0,1-2 0,0 3 0,-1-1 150,1 1 0,0 2 0,-1 2-735,1 0 1,0 2-1,-1 3-665,1 6 0,5-2 0,2 2-905,2 2 1980,1-6 0,-1 8 0,-2-6 0</inkml:trace>
  <inkml:trace contextRef="#ctx0" brushRef="#br0" timeOffset="77">11801 4594 7852,'9'-11'1564,"-4"0"0,3 5 345,-3-5 1,2 6 222,-1-6-469,-5 7 1,9-8 5559,-5 6-6628,-3 1 0,3 7-595,-10 3 0,-2-1 0,-6 5 0,2 0 0,-2 0 0,-1 2 0,-3 3 0,1-1 0,0-2 0,5-2 0,0 4 0,0-2 0,2 1 0,-4-2 0,6 0 0,-2 3 0,3 2 0,-3 1 0,2 0 0,3 1 0,3-6 0,1 0 0,0 1 0,0 3 0,1-1 0,5-1 0,5-2 0,3 2 0,-1-4 0,3 0 0,8-2 0,-6-2 0,2-5 0,0 0 0,-2 0 0,0 0 0,-1-1 0,-1-5 0,0-5 0,1-3 0,-3-3 0,-1 1 0,-2 0 0,0-2 0,3-2 0,-1-4 0,-2-1 0,-6 3 0,4-4 0,-1 1 0,-5-1 0,-1 5 0,-2-5 0,0 3 0,0 3 0,0 1 0,0 3 0,0 0 0,-7 1 0,-4 4 0,-3 4 0,-3 7 0,6 0 0,0 0 0,0 7 0,-5 4 0,7 4 0,4 1 0,3 0 0,0 1 0,-2-1 0,-1 1 0,1-1 0,2 7 0,2 3 0,0 1 0,0 0 0,0 1 0,0 6 0,0 3 0,0 1 0,0 2 0,0-4 0,2 2 0,4-2 0,-4 1 0,3-3 0,-3 1 0,-2-4 0,5-8 0,1 3 0,-3-3 0,-1-3 0,-2-7 0,2-4 0,3-2 0,-3 6 0,5-11 0,-7 5 0,2-7 0,4 0 0,-4 0 0,5 0 0,-7-7 0,0 3 0,2-5 0,3 2 0,-3 0 0,3 1 0,-1 3 0,1-8 0,-3 7 0,6-5 0,-8 3 0,1 5 0,5-5 0,-4 4 0,5 1 0,-7-5 0,0 4 0,0-5 0,0 9 0,0 3 0,0-1 0,0 7 0,0 2 0,0-4 0,0 2-578,0-1 1,-6 1 440,1 0 1,0-9 0,5-2 141,0-9 0,0-7 0,0-4 1,0-4 42,0-1 0,0-8 1,0-7-1,0-2 123,0-3 0,0 1 0,0-1 0,0-2-88,0 1 1,0 6-1,0 0 1,0 4-9,0 5 0,0 9 1,0 0-1,0 2-65,0-1 0,-2 8 1,-2-3-11,-1 1 0,-6 0 0,5-1-85,3 0 0,-1 5 1,0 0-155,-1-2 1,-1 4 603,6-2 1,-1 2-366,-5-2 0,4 2 0,-3 4 0,3 3 0,-5-5 0,-2 7 0,-8 0 0,1 2 0,0 1 0,-1 3 0,1 6 0,0-1 0,-1 4 0,1 1 0,0 0 0,-1 1 0,1 1 0,0 4 0,5-2 0,0 5 0,0-1 0,2-4 0,-6 3 0,6-1 0,0 0 0,4 2 0,3-4 0,2 5 0,0-1 0,0-4 0,0-2 0,2-2 0,3 0 0,6 1 0,4-3 0,-1-1 0,-1-4 0,-2-2 0,1 1 0,8-5 0,2 3 0,-2-3 0,0-1 0,0-2 0,2 0 0,-2 0 0,0-5 0,0-3 0,2-1 0,-2-3 0,-2-3 0,-2-1 0,1-2 0,-1-4 0,-5 4 0,-2-4 0,0 4-233,0 1 1,-4 1 0,5 0-1,-3-1 200,-4 1 0,-1 0 1,-2-1-1,0 1-18,0 0 1,0-1 0,-2 1-1,-1 0 101,-3-1 1,-6 1 0,1-1 0,-2 1-6,2 0 1,-3 5 0,3 0 0,-2-2-180,2-1 1,-3 5 0,4 1-1,0 3-79,-1 0 1,7-3 0,-3 5-213,0-3 644,5 1-64,-6 5 0,8 2 35,0 3 0,0-1-122,0 7 1,0-6 0,0 6-1,0 2-81,0 1 0,6 4 1,-1 2-1,1 4-128,1 1 1,-5 4 0,5 8 0,-1 1-25,-1-2 1,2 6 0,-3 0 0,1 1 2,-1 1 1,0-6 0,-1 4 0,3 0-245,-3-1 1,1-2 0,0 2-1,1-1-238,-1-3 1,-2-8 0,-2-4-1,1-1-216,5-4 1,-4-2-1318,3-2 1,-3-9-3129,-2-7 5305,0-7 0,0-16 0,0-3 0</inkml:trace>
  <inkml:trace contextRef="#ctx0" brushRef="#br0" timeOffset="78">7518 12473 7990,'-9'0'1395,"-3"7"-1289,6 4 1,1-2-237,5 2 1,5-5 111,1 4 1,4 1-1,-2 6-132,1-1 0,-4 0 0,4 1 0,-1-1-297,-5 0 0,4 3 1,-1 1-1,-1 3 92,3 3 1,-7-5 354,5 7 0,3-8 0,0 3 0</inkml:trace>
  <inkml:trace contextRef="#ctx0" brushRef="#br0" timeOffset="79">7224 2027 8053,'-11'0'-2,"0"0"-86,-1 0 1,-3 0-129,-1 0 1,5-5 0,0-3 344,-2-1 1,4 0 276,-2-2 0,2-3-88,-2 3 0,2 2 598,4-2 0,3 5 0,-2-3-5,8 2 1,0-4 0,6 4 0,3-2-555,2-4 1,3 4 0,4-2 0,5-2 102,4-1 1,1-4-1,1-2 1,0-2-159,0 2 1,-1 2 0,1 1-1,-2 1 12,-4 0 1,2 5 0,-7 0 602,-2-2-608,-9 6 0,-11 0 1,-11 7-1,-5 2-62,-6 3 1,-4 4-1,-6 7 1,-1 1-704,0-1 1,-1 0-1,-3 3 1,-3 1 212,-1 1 1,3 8-1,-4-3 1,-2 3 206,-3 4 1,7-8 0,-5 10 0,5-3 244,3-3 0,14-7 1,-3 0-1,10-6-81,5-5 0,9-4 0,2-7 0,11 0-82,9 0 0,6-7 0,8-4 0,6-5 396,9-6 0,2 2 1,9-5-1,2 1-110,1 4 0,-3 2 0,-4 2 0,-1-1 174,-2 1 0,-12 7 1,5 3-441,-10 5 0,-14 2 0,-17 5 1,-3 5-44,-2 3 1,-9 10 0,-7 3-1,-10 6-639,-5 5 1,-3-2 0,-2 6-1,-4 0 156,-2 0 0,4-4 0,-4 2 1,0-2 169,0-2 0,6-10 1,-2 5-1,3-4 277,3-2 1,6-7 0,6 1 55,8-7 1,4-10 0,10 0-265,4-6 0,10-8 0,11 1 1,6-4-2,5-1 1,0-2-1,8-2 1,3-2 567,1 2 1,-6 2-1,7 1 1,-2 3-54,-4 3 1,-5 2 0,0 5 0,-3-1-109,-7 1 0,-13 2 1,-3 4-1,-5 4 129,-5 4 0,-9 7 0,-8 5 0,-7 5-444,-7 4 0,-6 1 1,-3 1-1,-4 2-561,-2 3 0,4-4 1,-4 4-1,2-3 415,4-2 1,1-6 0,4-2 0,4-1 487,5-4 1,6-7-76,5-3 0,6-6 0,10 2 0,8-6 84,7-6 0,7 2 0,11-5 0,4 0 281,0 0 0,7-2 0,-4-3 0,6 1-901,2 2 1,-13 2 0,3-4 0,-5 4-1396,0 2 0,-10 2 0,-1 5 1794,-7 0 0,-4 0 0,1 0 0</inkml:trace>
  <inkml:trace contextRef="#ctx0" brushRef="#br0" timeOffset="80">8172 1978 6565,'-2'-11'-344,"-1"0"0,-5 0 611,-1 2 0,4-3 0,-4 4 1173,2-1 1,1 4 623,6-6 3424,0 0 404,0-5-4665,0 7 1,0 3 0,0 12-831,0 4 0,0 12 0,0 7 0,2 6 0,2 7-397,1 5 0,6 0 0,-6 11 0,1 0 0,1 0 0,-5-5 0,5 2 0,-1-5-250,-1-1 1,0-12 0,-3-6-1,2-6-1050,1-5 1,3-9-997,-3-6 0,-3-5 0,3-5 0,-3-6 858,-2-3 0,0 3 0,0 0 0,0-2-106,0-2 0,0-1 1544,0 0 0,7-1 0,3 1 0</inkml:trace>
  <inkml:trace contextRef="#ctx0" brushRef="#br0" timeOffset="81">8319 1896 8725,'9'-2'3276,"-3"-3"1,-3 1 0,3-5-915,5 2 1,3-4 0,3 4-1,1 0-2196,4-1 1,-2 1-1,7 3 1,2-1-167,2 1 0,-4 3 0,-2 2 0,-1 5 0,-4 5 0,-7 3 0,-4 4 0,-2 2 0,-3 2 0,-4 7 0,-6-2 0,-5 4 0,-3 2 0,-10-6 0,-3 1 0,-4-1-616,-2-2 0,1 4 1,1-7-1,2-2 133,2-2 1,7-1 0,-2-3-481,4-3 818,9-4 1,3-12 0,12-2 0,4-1 356,5 1 0,9-4 0,1 6 0,4-1 562,4-1 0,-8 5 0,10-3 0,-1 3-398,1 2 1,-3 0-1,8 0 1,-3 2-377,-6 3 0,-8 4 0,3 8 0,-3-1 0,-3 0 0,-7 2 0,-4 2 0,-2 4 0,-3 1 0,-4-3 0,-6 4 0,-5-3 0,-3-3 0,-2-2 0,-3-1 0,-1-1 0,-1 0 0,-7 1 0,5-3 0,-3-1 0,-3-2 0,-2-2 0,1 4 0,1-4 0,1-2 0,6 4 0,-3-4 0,0 1-1197,-1-1 0,6-2 1,-2-5-1,4 0-2179,2 0 0,5 0 3376,0 0 0,0-7 0,-5-2 0</inkml:trace>
  <inkml:trace contextRef="#ctx0" brushRef="#br0" timeOffset="82">16345 4741 7841,'-11'0'4236,"0"0"1,5 0-3533,-5 0 1,2 2-1,-3 1-219,1 3 0,0-1 1,-5-5-37,-1 0 0,1 6 0,0-1-271,-1-1 0,-5-1 0,-1 1 0,-1 1 1,-1-1 96,-1-2 0,5 0 1,-7 1-89,-1 3 0,0-1 0,0-5 0,4 0-16,1 0 0,-9 0 0,4 0 0,0 0 0,-2 0-207,0 0 1,4 0 0,2 0 0,-2 0 121,-4 0 0,7 0 0,-7 0 0,4 0 37,2 0 1,-1 0 0,-1 0-1,3 2 82,1 3 1,5-3 0,-4 4 0,4-3-59,1 3 1,1-4-1,0 3 1,-1-3-122,1-2 1,5 5 0,0 1-1,-2-3-3,-1-1 0,3 4 0,2 1-23,2 2 0,-13 2 0,1 5 0</inkml:trace>
  <inkml:trace contextRef="#ctx0" brushRef="#br0" timeOffset="83">15151 4921 7841,'-7'18'2457,"-4"3"1,-3-2-1,-1 4 1,2 1-127,3 3 1,-1 0 0,-4 2-1,2 4-2211,3 2 1,-1-4-1,-6 7 1,1-2-121,0 2 1,3 0 0,-2 9 0,-3 4 66,0 0 1,4 2 188,-3 1 0,10-6-140,-9 6 1,5-7 0,-2 6 0,4-4-99,2 0 1,1-7 0,6 9 0,0 0-19,0-1 0,2-6 0,3 9 0,5 1 0,-1 2 0,5-3 0,-3 0 0,4-6-97,1-3 0,-2-6 0,-1 2 1,-2-4 52,2-5 1,1-7-1,3 1 126,-1-1 1,-1-3-1,-3-6-15,-1-4 1,-5-4 0,3-5 0,0 2-68,0 1 0,-4 0 0,6-5 0,2 0 0,-4 0 0,2 0 0,2 0 0,-4 0 0,2 0 0,1 0 0,-3 0 0,2 0 0,0 0 0,5 0 0,1 0 0,-1 0 0,0 0 0,1 0 0,-1 0 0,1 0 0,1 0 0,3 0 0,-1 0 0,8 0 0,1 0 0,2 0 0,9 0 0,3 0 0,6 0 0,6 0 0,-1-1 0,12-3 0,8-1 0,10 1 0,1-3 0,4-1 0,-2 1 0,-2 0 0,-8 0 0,10 3 0,4-3 0,-44 2 0,0 1 0,0 2 0,1 0 0,-2-1 0,0 1 0,1 0 0,1 0 0,-1-1 0,0 0 0,31 2 0,8-5 0,-8 3 0,-4-3 0,-7 4 0,6-3 0,1 3 0,-3 2 0,5 0 0,-3 0 0,0 0 0,-2 0 0,-15 0 0,2 0 0,-9 2 0,-5 3 0,-6-1 0,2 5 0,-2 0 0,-2 0 0,-5-3 0,7 3 0,-1 0 0,1 0 0,-2-4 0,8 4 0,1 0-640,2 1 1,4-5-1,0 4 1,0-2 24,-4-3 0,0 0 0,4-1 1,0 3 256,-4-3 1,-2-1 0,3 0-1,-1 2-133,2 1 1,-2 0 0,11-5 0,0 0 20,1 0 0,-5-1 0,2-3 0,-1-3 303,-3-2 1,-4 3 0,4-3 0,-4 0 92,-5 0 1,-5 4 0,6-5 0,1 3 46,2 4 0,4-5 1,0 1-1,4 0 323,3 0 1,-6-4-1,17 3 1,0 1-52,-1 0 1,-5 0-1,-1 3 1,0-3-94,-6-2 1,-9 5 0,-7-3-1,-3 1-273,-7 1 1,-8-1 0,0 5 0,-2-3-176,2-2 1,-8 1-1,6 3 1,2-1-144,2-3 0,-3-1 0,7 3 1,1-1-29,2 1 0,-6-3 1,-3 1-1,-2 3 160,2 1 1,-8 2-1,4-2 1,-1-2-55,-5-1 1,1 0 0,3 3 0,3-2 287,2-1 0,-1-3 0,6 5 0,-1-4-27,1-3 1,-5 7 0,7-3 0,-1 5 462,-2 1 0,-1 0 1,-8 0-1,1 0 331,-1 0 0,0 0 1,1 0 9,-1 0 1,0 1-1,1 3 1,-1 1-339,0-1 1,1-2-1,-1-2 1,2 2-73,4 3 1,3-3-1,10 3 1,3-3-146,6-2 1,7 6-1,5-1 1,7-1-82,5-2 1,-5-2 0,4 1-1,-7 3-107,-5 1 1,-13 1 0,5-6-1,-5 0-40,-6 0 1,-7 0 0,-4 0 0,-1 0 33,-4 0 0,0 0 0,0 0 0,3 0 262,3 0 0,-4-2 0,5-2 1,2-3-69,2-2 0,2 6 0,-1-5 0,1 3-124,0-1 1,-6-1 0,-2 3 0,-1-1 39,-4 1 1374,-9 3 174,-4 1-1477,-7 0-706,-7 0 162,5 0 1,-3 0 246,10 0 0,4 0 206,7 0 0,1 0 0,-1 0 16,0 0 1,1 0 0,-1 0 0,0 0-279,1 0 0,-1-2 0,1-2 0,-1-1 137,0 1 1,2 2-1,2 2 1,2 0 126,-2 0 1,0 0-1,0 0 367,2 0 1,0 0-1,-6 0 1,0 0-216,1 0 0,-1-2 0,2-1-305,4-3 1,-2 1 0,5 5 0,1 0 1,-1 0 0,2 0 0,8 0 0,1-2-154,2-3 0,1 3 0,-9-4 1,0 5 213,-3 1 1,-7 0 0,2 0 0,-4 0-48,-2 0 1,0 0 0,1 0-1,-1 0 0,0 0 0,1 0 0,-1 0 103,0 0 1,-5 0 0,0 0 0,2 0 209,1 0 0,-3 0 1,0 0-1,2 0-53,2 0 1,-5 0 0,1 0-29,2 0 1,2 0-1,1 0-42,0 0 1,-5 0-1,0 0 358,2 0 1,1 0 13,3 0 0,-1 0-246,0 0 0,-5 0 42,0 0 1,-5 1-247,4 5-653,-6-4 173,3 5-157,-7-7 98,0 0 519,8 0 334,-7 0 0,9-2 203,-5-3 1,-3-4 0,5-8-323,0 1 1,-5-1-1,4 1 1,-5-2-217,-1-4 0,0-3 0,0-8 0,0-1 0,0-5 0,0 3 0,-1-8 0,-3 1 0,-2 1 0,1-5 0,5 5 0,0-3 0,0-4 0,0 9 0,0-8 0,0 5 0,0 1 0,2 9 0,1-3 0,3 2 0,-2 4 0,3 0 0,-2 8 0,-1 2 0,-2 2 0,-4 1 0,-4 1 0,-4 0 0,-5 7 0,-1 3 0,-1 4 0,1-3 0,0-1 0,-1 1 0,1 5 0,5 0 0,0 0 0,6 0 0,-6 0 0,2-2 0,-4-2 0,2-1 0,-2 1 0,-1 1 0,-2-1 0,-1-1 0,1 1 0,-2-3 0,-2 1 0,-4 1 0,-1-2 0,-3 3 0,-4-5 0,-3 0 0,-3 0 0,-4-2 0,-9-5 0,-5-1 0,-9 1 0,-1-1 0,-4 1 0,2 0 0,3-1 0,11 7 0,1 0 0,2 1 0,6 0 0,3 6 0,9-3 0,0 4 0,1 2 0,-3 0 0,1 0 0,-3-1 0,1-5 0,3 4 0,-10-3 0,-4 3 0,-6 2 0,6-5 0,-6-1 0,0 3 0,3 1 0,-1 2 0,5 0 0,5 0 0,2 0 0,7 0 0,-10 0 0,0 0 0,0 0 0,4 0 0,-4 0 0,-1 0 0,-4 0 0,5 0 0,-9 0 0,0 0 0,0 0 0,8 0 0,-8 0 0,2 0 0,3 0 0,7 0 0,-1 0 0,1 0 0,3 0 0,5 0 0,-5-2 0,5-2 0,4-1 0,3-1 0,-5 5 0,-4-3 0,-1-2 0,1-1 0,-10 4 0,-5-5 0,-4-1 0,1 6 0,-4-3 0,3 2 0,-3-1 0,10 3 0,-2-5 0,3 2 0,2-1 0,10 1 0,-3 3 0,2-2 0,4-1 0,0-3 0,-2 5 0,2-3 0,2 3 0,0-1 0,-6 0 0,1-1 0,-1 1 0,4 3 0,0-1 0,-4-2 0,-1-1 0,1-1 0,-7 6 0,4 0 0,5 0 0,2-5 0,-2-1 0,4 3 0,5 1 0,4 2 0,1-2 0,1-3 0,0 3 0,-1-4 0,1 3 0,-1-3 0,-1 4 0,-3-3 0,-7 3 0,-3 2 0,4 0 0,0 0 0,-2 0 0,-2 0 0,-4 0 0,1 0 0,-1 0 0,5 0 0,1 0 0,-4 0 0,0 0 0,0 0 0,6 0 0,2 0 0,-2 0 0,-4 0 0,5-2 0,-8-1 0,-1-3 0,1 3 0,3 1 0,-7 0 0,1-2 0,-1-1 0,4-1 0,-4 6 0,3 0 0,2 0 0,1 0 0,-1 0 0,-1 0 0,-5 0 0,10 0 0,-3 0 0,1 0 0,0 0 0,-2 0 0,2 0 0,0 0 0,-1 0 0,3-5 0,-11-2 0,0 0 0,-4-1 0,2 1 0,1 3 0,1-3 0,3-2 0,-4 4 0,1-5 0,0 1 0,2 0 0,9 4 0,-6-4 0,4 0 0,-3 0 0,5 3 0,-10-3 0,0 0 0,-1 0 0,-8 3 0,7-3 0,-3 2 0,0 3 0,8 3 0,-2 1 0,2 0 0,-3 0 0,9 0 0,-5 0 0,4 0 0,8 0 0,1 0 0,2 0 0,-2 0 0,6 0 0,5 0 0,-2 0 0,-1 0 0,-3 0 0,1 0 0,0 0 0,-1 0 0,1 1 0,-2 3 0,-4 2 0,2-1 0,-6-5 0,1 2 0,0 3 0,-3-3 0,-2 4 0,0-5 0,3-1 0,-2 2 0,-5 2 0,-3 1 0,1-1 0,5-2 0,-7-2 0,4 0 0,1 0 0,-2 0 0,-1 0 0,-2 0 0,2 0 0,-1 0 0,1 2 0,-2 1 0,1 3 0,3 6 0,3-1 0,2 4-851,2 1 0,7-1 0,0-3-2141,7-1 1,0-5-45,8 5 0,1-17 3036,10-5 0,3-11 0,7-10 0</inkml:trace>
  <inkml:trace contextRef="#ctx0" brushRef="#br0" timeOffset="84">16770 4970 7947,'16'-17'-311,"0"3"1,1 1 0,-1 4-185,0 2 517,1 1 1,-6 6-79,-1 0-52,-6 0 0,5 0 108,-3 0 0,-5 0 0,7 0 0</inkml:trace>
  <inkml:trace contextRef="#ctx0" brushRef="#br0" timeOffset="85">17031 4904 20385,'-2'-9'2294,"-3"2"-1707,-6 0-462,4 5 1,-6-7 0,6 5 0,-2-1 0,-4-1 0,-2 1 0,-1-1 103,0 3 0,-1-1 1,1 0-276,0-1 0,-6-6 0,0 6 1,0-1-1,-1 1-18,-5-1 0,3-5 1,-2 6-1,-2-1 103,-2-1 0,-2 5 1,2-3-1,0 3-22,-1 2 1,8 0 0,-9 0 0,4 0-27,4 0 1,-1 0 0,7 2 0,-3 2-69,2 1 1,0 2-1,0-3 1,-2 3 21,2 2 0,2-3 1,2 5-1,-1-1-44,1 0 1,-1 2-1,1-4 1,0 1 34,-1 3 1,1-3 0,0 2 0,1 2 121,4 2 0,-3 1 0,5 0 1,-2 1 25,0-1 1,5 0-1,-3 1 1,2-1 44,3 0 1,1 1 0,-1-1 0,-1 0 6,1 1 0,2-6 1,2-1-312,0 3 0,0 2 174,0 1 0,2-1 0,2-3 11,1-1 0,2 0 0,-3 5 45,2 1 0,6-1 0,-3 1 104,0-1 1,6 0 0,-4 1-74,3-1 1,1 0 0,-2 1 0,-2-3-18,1-3 0,8 4 0,2-5 1,-2 3-8,-2-2 1,0 2 0,2-6 0,4 0-13,1 1 0,-5-3 0,2-5 0,-2 0-48,2 0 0,-2 0 1,7 0 83,2 0 1,0 0 0,-2 0 0,-3 0-1,0 0 1,-4 0 0,7 0 0,0 0 1,-1 0 1,3 0-1,-8 0 1,1 0-7,2 0 1,-6-5-1,6-1 1,-3 1 29,1-3 0,0 7 1,-6-7-1,1 3-68,-1-1 1,0-4 0,1 4-1,-1 1-40,0-3 1,-5 5 0,0-6 0,2 1 1,1 5 0,-3-5 0,-2 1 0,0 0-167,1 0 1,-1-6 0,3 4 141,-1 0 1,-5 0 0,3 3 49,-2-5 0,4 2 0,-4 0-7,2 2 0,-3-6-40,5 2 1,-8 2-1,5-2-96,-1-1 0,-5-3 1,5 1-1,-2 1 21,1 2 1,-1 0 0,-5-5 105,0-1 1,0 6 0,0 1 0,0-3-19,0-2 0,-2 4 1,-1 1-1,-3-3-186,3-2 1,-5-1-1,1 0 153,-2-1 0,4 6 0,-4 0 1,-1-1 153,1-3 1,4 4 0,-6 0-52,-2-1 1,4 3 0,-2 0-1,0-1-101,2 1 1,-5 6-1,3-5 1,-4 3-365,-1 0 0,3-3 0,-3 5-82,-8-3 0,3 1 1,-1 5-1,4 0-61,1 0 0,1 0 0,0 0 0,-1 0 50,1 0 1,5 0 0,0 0-2793,-2 0 1,4 2 3282,-2 3 0,8 4 0,-4 7 0</inkml:trace>
  <inkml:trace contextRef="#ctx0" brushRef="#br0" timeOffset="86">18649 4871 8472,'-11'0'1728,"0"0"0,6-1-1174,-6-5 0,0 3 0,-5-6 343,0 1-751,6 3 0,-4 5 0,3 0 0,-4-2 0,-3-2 0,-2-1 1,-3 1 61,-3 2 0,5 2 1,-5 0-46,2 0 0,-5 0 0,2 0 0,-2 0 0,0 2-143,2 4 0,5-4 0,-3 5 0,1-2 106,4 1 1,2 5-1,2-4 1,-1 2-7,1 4 0,5-4 0,0 0 1,0 0 8,2 0 1,-4-4 0,6 6-91,-2 2 0,0 2 0,-4 1-122,2 0 1,6 1 0,-4-1 0,2 0 39,3 1 0,-3-1 0,1 0 0,1 1 29,-3-1 0,7 0 0,-5 1 0,4-1-37,2 0 0,0 1 0,0-1 1,0 0 31,0 1 1,0-6 0,0 0-1,0 1 0,0 3 0,2 1 55,4 1 0,-3-1 1,8 0-1,2 1 84,1-1 0,3 0 1,-1 1-1,2-1 56,4 0 0,-2 1 0,5-3 1,1-1-35,-1-2 1,-3 0 0,5 3-1,2-3-45,2-5 0,2-3 0,0 1 0,-1 1-169,1-1 0,0-2 0,-2-2 0,-1 2 50,3 3 1,-9-3 0,7 3 0,-4-3-8,-2-2 0,-3 0 0,5 0 0,2 0 84,2 0 1,-3-2-1,-3-1 1,0-3 112,1 3 0,-1-7 0,4 1 1,-1-1-188,1-1 0,-4 5 0,0-3 0,-1 0-113,-4 0 1,4 3 0,-3-4 0,-1-1 37,-1 2 0,-3-6 0,0 6 1,1-2 195,-1 0 1,-2 0-1,-1-3 1,-4 1 135,-1 2 1,-3 0 0,-5-5-1,2 0 4,3-1 0,-3 1 0,3-2 0,-3-2-64,-2-2 0,-5-2 1,-1 3-1,1-7-53,-2-3 0,5-1 0,-5 1 0,1 0-193,1-2 1,-6 10-1,4-10 1,-3 2 23,-2 0 0,3 4 1,-2 2-1,-2 1 94,-1 4 0,-5 4 0,-1 3 0,-3 4-50,-3 2 0,-3 1 1,-9 6-1,-7 0-320,-8 0 1,0 7-1,-5 4 1,0 4-215,0 1 0,-2 0 0,-2 1 1,6-3-227,7-3 0,11-4 1,2-7-1,7 0-352,7 0 1,9 0 1111,2 0 0,8-7 0,-5-2 0</inkml:trace>
  <inkml:trace contextRef="#ctx0" brushRef="#br0" timeOffset="87">14400 7373 14457,'16'-9'54,"2"-4"1,4 6-1,5-3 1,6-2-1118,5-3 1,-2 1-1623,8 3 2685,-15-4 0,16 6 0,-10-7 0</inkml:trace>
  <inkml:trace contextRef="#ctx0" brushRef="#br0" timeOffset="88">14645 7013 9656,'16'0'2246,"2"0"0,4 0-1916,5 0 0,4-2 0,2-1 0,1-3-299,4 2 0,-1 1 1,5-1-217,-2-1 0,-4-1 0,-7 6 0,-4 0-206,-1 0 0,-2 0 1,-6 2 510,0 4 1,-6 3 0,-7 7-60,-6 0 0,-14 1 0,-8 1 0,-4 2 655,-4 2 0,2 5 0,-11-4 0,1 3-684,-1 3 0,5-4 1,-1 1-1,6-1-2170,4 1 0,5-6 2138,6 1 0,1-2 0,0-3 0</inkml:trace>
  <inkml:trace contextRef="#ctx0" brushRef="#br0" timeOffset="89">1078 3842 9067,'-7'-17'2325,"5"6"-1602,-3 0 4681,3 8-1272,2-12-3815,0 13 1,6 4 0,1 15 0,2 8-1,2 8 1,0 5 1750,0 6-1838,-1 3 0,1 9 0,0 4 0,0 4 0,0 3 0,-2 0 0,0 2-241,0 0 0,-3-15 0,5 1 1,0-13-1058,-2-8 0,0-8-841,-4-5 1,2-11 0,4-10 847,-5-10 0,-4-6 0,-2-6 1061,0-5 0,7-11 0,2-4 0</inkml:trace>
  <inkml:trace contextRef="#ctx0" brushRef="#br0" timeOffset="90">1373 3776 10512,'-9'7'3787,"0"-3"0,5 9-2582,-2 5 0,3 2 0,8 11 0,6 7-664,4 7 1,1 4 0,0 13-1,3 4-186,2 1 0,-3-4 0,4 6 0,-4-5-93,-1-4 1,-1-18-1,-1-2-3919,-4-8 706,-4-4 0,-7-27 1,-2-6 2950,-3-8 0,-12-3 0,-8 0 0</inkml:trace>
  <inkml:trace contextRef="#ctx0" brushRef="#br0" timeOffset="91">1242 4299 17769,'7'9'1644,"4"-3"1,5-6-1719,6-6 1,5 3 0,10-8 0,3 0-1540,1 2 1,-2-6-1,4 4 1613,3-3 0,8-2 0,4-1 0</inkml:trace>
  <inkml:trace contextRef="#ctx0" brushRef="#br0" timeOffset="92">1830 4201 7761,'-14'24'1093,"3"-4"1,-11 5-1,4 1 322,2-1 1,-1-3-1,3 5 1,1 0-669,2-1 0,7 5 1,1-4-1,6 4-5,8 2 0,4-6 1,1-4-1,2-3-639,4-5 1,4-8 0,5 2 0,-2-1-223,-2-5 1,0-14 0,4-5-1,-4-4 196,-5-4 1,-4 4-1,-2-7 1,-1-2-355,-4-2 1,-4 4 0,-7 1 0,0 1 313,0 0 0,0 3 0,-2-5 248,-3-2 1,-4 3 0,-8 2 0,1 3-68,0 1 0,-2 11 0,-2-8 0,-4 5-35,-1 2 0,5 3 0,-2 7 0,4 0-1682,1 0 0,-4 7 0,1 6 1,3 5-5080,4 4 6578,10 7 0,-4-3 0,7 6 0</inkml:trace>
  <inkml:trace contextRef="#ctx0" brushRef="#br0" timeOffset="93">2223 4267 7722,'-17'7'3488,"1"-3"0,0 6-243,-1 3 0,8-4-2810,4 2 1,3-5-1,2 4 1,2 5-139,3 5 1,-1-2 0,5 6 0,0-1 14,0 5 0,2-5 0,3 1 0,-1-2 30,-2-1 0,-2 1 0,4-7 0,-4-3 133,-2-1 1,6-7-456,-2 1 0,-2-3 50,2-2 0,-6 0 0,4-2-321,-1-3 0,2-6 0,-4-9 0,-1-3 216,3-3 0,-7 4 1,7-5-1,-3-2 180,1-2 1,4 4 0,-4 1-1,-2 3 502,-3 3 0,7 2-647,3 1 0,3 10 0,2 7 0,1 9 0,-3 7 0,-1 4 0,-2 2 0,2-2 0,-4-2 0,0-1 0,0-3 0,0-3 0,-4 2 0,4-6 0,-1 2 0,-1-5 0,-2 1 0,6-3 0,-2-2 0,1-2 0,-3-3 0,4 1 0,-4-7 0,2-1 0,4-3 0,-4-3 0,0-2 0,-2-4-1025,-3-1 1,-1 3-1,1-3 1,1-1 1024,-1 1 0,5-2 0,0-6 0</inkml:trace>
  <inkml:trace contextRef="#ctx0" brushRef="#br0" timeOffset="94">3334 3645 10318,'-16'22'799,"-1"0"1,3 0 0,3-6 0,5 1 0,5-1 0,2 2-1,5 4 1,5 5 529,3 4 0,3 3 0,-1 5 0,0 4-722,1 4 1,-6-3 0,-2-2-1,0 0-486,0-1 1,-5-10 0,1 0 0,-3-5-1945,-2-6 1,0-8-5258,0-1 1470,0-7 5610,0 3 0,0-14 0,0-2 0</inkml:trace>
  <inkml:trace contextRef="#ctx0" brushRef="#br0" timeOffset="95">3498 4185 7763,'10'-6'520,"1"1"1,0-6 0,6 6-1,-1 1 732,0 2 1,2-3 0,2-1 0,4 3-434,1 1 1,-5 0 0,2-2 0,-2-1-98,2 1 0,-8 1 0,6-3-697,0-5 0,-5 4 1,-6 0-179,-2 0 1,-1-3 0,-6-6-93,0 0 1,-8 1 0,-1 3 0,-1 1-263,-1-2 1,-2 4-1,-9-2 790,-5-2 0,3 6 1,2 2 372,4 3 0,2 4 0,1 3 1,3 6-77,1 3 0,2 5 0,-2 2 0,4 7-310,-1 2 0,6 3 1,-3-2-1,3-2-365,2-2 1,2-1 0,2 1 0,3-5-498,2-4 1,2-3-1,5-5 1,2-4-839,4-4 1,-2-2-1,6-2 1,-3-4-2992,-3-4 4421,-2-12 0,6-4 0,1-6 0</inkml:trace>
  <inkml:trace contextRef="#ctx0" brushRef="#br0" timeOffset="96">4021 3972 15931,'-17'0'951,"1"0"1,0 0-341,-1 0 0,1 6 0,1 1-655,4 2 1,4-3 0,7 5-61,0 1 0,2 3 0,3-1 58,6-3 0,4 2 1,1-6-1,2 0 546,4 1 0,-4 3 0,4-6 1,-4 1 351,-1 1 0,-7-5 1,1 5-367,2 0 1,-6-3-1,-1 7-463,-4 1 0,-10 3 1,-3 1-1,-3 1-58,-2-1 1,-1-5-1,1-2 1,-2 0-1019,-4 0 0,4-5 0,-4 1-875,4-3 0,7-4 0,2-5 815,2-9 1,1-1 0,6-6 1112,0-1 0,15-1 0,3-8 0</inkml:trace>
  <inkml:trace contextRef="#ctx0" brushRef="#br0" timeOffset="97">4364 3907 9072,'-17'0'1595,"1"0"0,0 0-169,-1 0 0,1 0 1,0 2-1,-1 1-95,1 3 0,0 5 0,1-4 0,2 0-977,3 1 0,4 2 0,-3-2-834,2 1 1,3 0-1,10 4 1,4-4 457,5-2 0,3 4 1,4-4-1,5 2 335,4 4 0,2-4 1,-2 0-1,-2 0-265,-2 0 1,-7-3 0,2 5 0,-4 0 998,-2-2 0,-5 3 1,-2-4-959,-2 1 1,-1-4 0,-8 4 0,-3 0-948,-6 0 0,-6-3 0,-3 3 0,-3 0-226,-3 0 0,5-5 0,-7 1 1,-1-1-554,-2 1 0,4-3 0,0 3 1637,-2-3 0,-2-9 0,-2-2 0</inkml:trace>
  <inkml:trace contextRef="#ctx0" brushRef="#br0" timeOffset="98">5443 3874 7775,'-33'9'1210,"11"4"1,4-6-1,0 1 1,0 1-1,-8-2 31,-3 0 0,4 1 0,3-5 0,4 3-727,1-3 0,6 4 0,1-1-28,-3-2 0,6-1-278,1 3 0,6-5 1,7 5-4,10-4 1,1-2 0,9 0 0,4 0 239,5 0 1,-1 0 0,3 0 0,-3 0-28,-3 0 0,1 5 1,-2 1-1,-4-1-17,-5 2 1,-4 1 0,-4 4-1,-3-1-187,-5 2 0,-6 3 0,-6 2 0,-5 2-227,-3 0 0,-10-5 1,-1 5-1,-4-6-557,-4-3 1,10-5-1,-10 3 1,4-2-796,3-3 1,-3-2-1,8-4 1,1-2-1,1-1 1,5-10 0,3 1-1,6-6-3144,3 0 4509,2 2 0,7-6 0,2-2 0</inkml:trace>
  <inkml:trace contextRef="#ctx0" brushRef="#br0" timeOffset="99">5541 3923 14550,'0'11'2157,"0"0"1,1 4-1333,5 5 0,-2 5 0,6 8 0,3 1 145,2 4 0,-1 4 0,-1 7 0,-2 0-596,2 0 0,-6-5 1,0-2-1,-2-4-3470,1-7 1994,-1-6 0,-5-18 0,-1-8 0,-5-14-602,-5-10 1,-1-8-1,-1-3 1,2-4 1204,-2-2 1,4 4-1,0-4 1,0 0 952,0 0 0,5 1 0,-3-3 0,2 4-344,-1 0 0,1 6 0,6-3 0,5 8 1481,5 7 1,3 4 0,3 4 0,1 3-556,4 5 1,1 5 0,6 2 0,-3 5-425,-3 5 1,1 3-1,-4 4 1,0 4-392,-6 5 0,1-1 0,-10 1 0,-1 2-167,-2 2 1,-4-4 0,-3-1-1,-8-1-574,-7 1 1,2-6 0,-4 0-1,2-6-1559,-2-3 1,4-7 0,-4 1 1302,4-3 0,4-4 1,3-3 775,5-6 0,-3-11 0,0-3 0</inkml:trace>
  <inkml:trace contextRef="#ctx0" brushRef="#br0" timeOffset="100">6096 3858 7775,'-25'2'1055,"3"3"1,4-1 0,2 5 0,-1-2 507,1-3 0,0-1 0,-1 1 1133,1 2 0,0 1-2196,-1-2 0,8 4 1,4 8-1010,3-1 0,2 0 0,2-1 0,3-2 80,6-2 1,4-2-1,1 3 1,0-3-247,1-1 1,-1-3-1,0-5 56,1 0 1,-1 0 0,-2-2-1,-1-3 173,-2-6 1,-7 2 0,1-2 0,-1-2 280,1-1 0,-3-3 0,4 1 0,-5 0 471,-1-1 1,0 6 0,0 1 878,0-3 0,0 4 1,2 0 1307,4 1 0,-3 5-1809,8 8 0,-2-1 0,4 7 1,-2 1-694,2 3 0,-4 0 1,2-3-1,1-1-1181,3 2 1,-4-4 0,0 2-2815,1 2 0,3-6 4004,1-2 0,0-3 0,1-2 0</inkml:trace>
  <inkml:trace contextRef="#ctx0" brushRef="#br0" timeOffset="101">6538 3793 8311,'-2'-10'3908,"-2"3"-2479,-1 0 0,-8 5 0,2-3-85,-3 3 0,3 2 0,0 0-494,-2 0 0,-1 2 0,-1 3 0,2 4-284,2 0 1,2 6 0,-3-2 0,3 5 1,1 4 0,-3 1 0,6-1 0,1 5-520,3 4 1,1-4-1,0 1 1,0-1-223,0-2 0,7-1 0,2-8 0,4 1-1782,3-1 0,-7-7 0,13-4-7,3-3 1,-8-4-1,-1-3 1963,-2-6 0,1-11 0,1-3 0</inkml:trace>
  <inkml:trace contextRef="#ctx0" brushRef="#br0" timeOffset="102">6619 3940 10025,'11'0'6821,"0"0"-5596,2 0 1,1 0 0,3 0 0,-1 0-698,0 0 0,3-2 1,1-2-1,1-3-628,-1-2 1,-1 0 0,-3-4 0,0 2-176,1-2 0,-3 4 0,-3-1 119,-6-3 1,-3 4 0,-4-2 77,-3-2 0,-4 6 0,-7 1 0,-1 5 100,1 1 1,-2 0 0,-2 0 0,-2 0 766,2 0 0,2 7 1,3 4-1,3 3-217,1 3 0,2-1 0,-2 2 0,3 2-254,1 2 0,5 5 0,-3-3 1,5-1-319,5 1 0,4 3 0,8-5 0,1-2-69,4-2 0,-4-3 0,5-3 1,-1-3-970,0-1 0,2-3 0,-4-5 0,1-2-657,-1-3 1,-1-4 0,-5-9 1694,-3-4 0,4-4 0,-6-6 0</inkml:trace>
  <inkml:trace contextRef="#ctx0" brushRef="#br0" timeOffset="103">7012 3384 8828,'-17'7'3663,"6"-5"-2244,1 3 1,8-3-230,2-2 1,7-5 0,9-1-831,1 3 1,-1 1 0,2 2-1,2 0 1,4 0 812,1 0 0,-5 0 0,4 0 1,-2 0-356,-1 0 0,7 0 0,-5 0 1,1 2-819,-1 3 0,-1-3 0,-5 5 0,1-1 0,4-1 0,-10 6 0,3-4 0,-6 2 0,2 2 0,-6 6 0,-1-1 0,-4 0 0,-6 2 0,-3 2 0,0 2 0,-5 0 0,3-4 0,-4 2 0,-1 2 0,0 5 0,-1-5 0,3-2 0,3-2 0,-2-7 0,6 0-7326,-2 2-849,5-6 8175,-3 0 0,14 0 0,2 3 0</inkml:trace>
  <inkml:trace contextRef="#ctx0" brushRef="#br0" timeOffset="104">7404 4070 8314,'0'17'3276,"0"-1"1,0-5 0,0 0-1,0 2 1,0-4 0,0 2-2929,0 1 1,0-3-349,0 2 0,0-5 0,0 5 0,0-8 0,0-3 0,0-9 0</inkml:trace>
  <inkml:trace contextRef="#ctx0" brushRef="#br0" timeOffset="105">8499 3417 7934,'-11'0'6016,"0"0"-343,-1 0-4996,4 0 0,1 1 0,7 5-321,0 5 1,0 5-1,2 6 1,3 9 185,6 11 0,4 5 1,1 18-1,2 10-159,4 8 0,-4 4 0,-7-39 0,-2 1-207,-2 0 0,-1 2 1,1-1-1,-1-1 0,-3-2 1,-1-1-1,3 38 0,1-10-56,-1-9 0,1-12 0,-6-6 0,0-10-644,0-8 1,0-15 0,0 3-1134,0-3 0,0-5 350,0 2 1,0-5 27,0 5 469,0-1 1,0 1-378,0 0 1,0-9-1,-2 0 1,-2-9-751,-1-8 0,-1 2 1937,6-8 0,-14-12 0,-4-2 0</inkml:trace>
  <inkml:trace contextRef="#ctx0" brushRef="#br0" timeOffset="106">8205 3809 7847,'-17'0'0,"1"0"3801,0 0-3040,-1 0 0,8-2 1,4-3-1,3-6 0,2-4 1,2-1-1,2-2 2192,1-4-2665,8-4 0,-4-6 0,7-1 0,0-1 0,1-3 0,-1-1 1,1 0 306,-1-2 1,-2 4-1,-1-4 1,-2 3-281,2 7 1,-4 0-1,2 0 1,0 1-105,-2 1 0,3 8 0,-4 0 486,1 8 1,-4 6-435,6 12 0,-5 4 0,4 12 0,3 7-263,2 8 0,1-1 0,0 6 0,1 0 0,-1-1 0,6-4 0,0 1 0,-2-6 0,-2-4 0,-7-3 0,0-7 0,1 0-1885,3-3 0,-4-10 0,0 1 240,1-4 1645,-4-2 0,6 0 0,-5 0 0</inkml:trace>
  <inkml:trace contextRef="#ctx0" brushRef="#br0" timeOffset="107">7502 5672 10217,'-11'6'1635,"0"-1"3039,8 1-3357,-5-6 1,8 2-33,0 3-1111,0 4 0,2 8 0,2-1 0,3 2 0,0 2 0,2 4 0,-1 1 1851,-1 4-1854,6-5 1,-4 5-1,7-7 1,0-2 0,1-2-1,-1-4 1,0-3-18,1-5 0,1-5 0,2-2 0,4-5 39,1-5 0,-5-5 0,2-6 1,-6-5-911,-5-4 1,2-2 0,-8 2 0,1 2-663,1 2 0,-5 7 1,3-2-1,-3 2-636,-2-1 1,-6 8-1,-1-2 211,-2 6 1,5 2 1803,-1 2 0,3 3 0,2-6 0</inkml:trace>
  <inkml:trace contextRef="#ctx0" brushRef="#br0" timeOffset="108">7845 5640 7293,'11'-6'222,"0"1"0,-7-8 0,3 4 1117,0 0 0,-5 0-413,3 3 1,-10 5 542,-6-5 1,2 4 0,0 4-204,2 4 0,1 3 0,6 7-595,0 0 0,2 1 0,4-1-246,4 0 1,10 1 0,2-1 0,0 1-111,2-1 1,-4-2 0,5-1 0,0-2 74,1 2 1,-6-4 0,2 2 0,-6 1-215,-5 3 1,3-4 0,-5 0 0,1 1-376,-5 3 1,-5 0-1,-5-3 1,-6-1-49,-4 2 0,-1-6 0,-1-1 1,-1-5-2212,-4-1 0,4 0 1,-3 0-1,2-1-465,3-5 0,7 3 0,3-8 2923,5-2 0,-7-2 0,-1-1 0</inkml:trace>
  <inkml:trace contextRef="#ctx0" brushRef="#br0" timeOffset="109">8025 5836 7867,'16'0'538,"1"0"-126,-1 0 1,0-5-1,1-1 1,-1 1-6,0-3 1,1 5 0,-1-6 0,2 0-99,4-1 0,-4 0 1,6-7-1,-2-1-88,-1-4 0,3 2 0,-4-5 0,2-1-56,-2 1 0,-2 5 1,-3-4-1,-5 3 144,-4-1 1,-6 0 0,-6 7 215,-4 5 0,-5 2 1,-1 8-1,-3 0-59,-2 0 1,3 8 0,-4 2 0,4 5 100,1 1 1,3 1 0,1-1 0,4 0-143,2 1 0,-1 1 0,5 2 0,-3 2-187,3-2 1,1 0 0,2 0-1240,0 1 1,7 1 0,4-7-1,4-4-1035,1-6 1,0 2 0,2-1 2035,4-3 0,-4-8 0,6-4 0</inkml:trace>
  <inkml:trace contextRef="#ctx0" brushRef="#br0" timeOffset="110">8728 5411 7867,'-27'13'1425,"-1"3"1,7-1-1,-5-5 1,1 3 697,-1 2 1,5 1-1,-5 0-1430,2 1 0,10-6-961,9 0 1,5-8 0,5 3 94,6-5 1,5-1 0,4 0 0,4 2 144,1 4 1,-3-5-1,3 5 1,1-4 338,-1-2 1,-3 2 0,4 1-1,-3 3 64,-3-3 1,-2 5-1,-1-3 1,-1 0 377,0 3 0,-7-5 0,-3 8 0,-4 2-689,-2 1 0,-2-3 0,-4 0 0,-6 2-518,-8 2 1,0-5 0,-8 1 0,1 0-465,2-2 0,-4-1 1,5-8-1,1 0-5243,-1 0 6161,2 0 0,6 0 0,-1 0 0</inkml:trace>
  <inkml:trace contextRef="#ctx0" brushRef="#br0" timeOffset="111">8221 6457 8390,'-11'0'6542,"0"0"-3353,8 0-433,-5 0-1931,8 0 0,2 2 1,2 3-211,1 6 0,6-2 0,-3 4 1,1 3-404,3 4 0,3 10 1,-1-3-1,-1 4-66,-2 1 1,0 1 0,5 0 0,-1-1-645,-4 1 0,1-2 0,-4-4 1,-1-5-2337,0-4 0,0-7 1240,-1 0 1,-4-9 0,3-2 0,-3-9-2308,-2-6 3901,0-1 0,0-8 0,0-1 0</inkml:trace>
  <inkml:trace contextRef="#ctx0" brushRef="#br0" timeOffset="112">8417 6474 14823,'9'0'1967,"-1"-2"0,-7-2-1623,5-1 0,-2-3-22,6 3-41,-6 3 1,5-5 0,-5 5 0,3-2 707,2-1-842,2-1 1,0 5 0,0-3 0,2-1 182,1 1 0,2 2-68,1 2 1,-6 0-202,0 0 0,-6 2-665,6 3-574,-7-3 1340,3 5-232,-7 1 1103,0-6-930,0 5-632,0-7 109,0 7 522,0-5 0,0 7 149,0-4 1,0-1 0,0 7-52,0 2 1,0-4 0,-2 0-1,-2 0-145,-1 0 1,-1-4-1,6 6-20,0 2 1,0-4-1,-1 0 1,-3 0-60,-1 0 0,-1-3-125,6 5 0,-2-6-485,-3 6 889,3-7-152,-5 3 248,7-7-90,0 0 1,7 0 0,2-2-168,0-3 1,6 1 0,-4-5-60,3 2 1,-3 1 0,0 6-67,2 0 1,1 0 0,3 0 55,-1 0 0,0 0 0,1 0-52,-1 0 1,-5 0-1,0 2 5,1 4 1,-3-3-27,2 8 1,-5-2-1,3 4 97,-2-2 1,-1-6-1,-6 6 101,0 2 0,0-4 0,0 2 327,0 2 0,-2 1-174,-4 2 1,-1 1-1,-6-3 1,2-1-139,-1-2 1,3-7 0,-2 3 0,-2-2-297,-1 1 1,3 5-1,0-6 1,-2-1-357,-1-3 0,3 1 0,0 2-1619,-2 1 1,-2 1 0,-1-6-1294,0 0 0,5-2 3399,0-3 0,7-5 0,-3-6 0</inkml:trace>
  <inkml:trace contextRef="#ctx0" brushRef="#br0" timeOffset="113">9136 6343 17306,'-9'0'2345,"2"0"1,9 7 0,2 4-1983,1 3 0,8 10 0,-2 3 1,3 2-1,3 0 247,-1-1-1135,0-8 1,1 9 0,-1-8 0,-2-1 0,-1-3-993,-2-6 1,-6-4 1264,6-7 0,-7-7 0,1-4 0,-3-4 0,-2-1 0,0-2 196,0-4 2,0 4 0,6-6 0,-1 8 0,1 1 0,-1 3 0,1 1 0,-1 0 454,2 2 0,1 0 0,4 5 95,-1-1 1,-5-1 0,4 8-105,3 3 1,-6-1 0,-1 7-1,-2 2-47,1 1 0,-3 8 0,3 0 0,-3 0-103,-2 1 1,-5-5 0,-3 4 0,1-4-272,0-1 0,-6-1 1,4 0-1,-2-1-972,0-4 1,0 1 0,-5-6-261,0-2 1,5-3 0,0-1-90,-2 0 1,4 0 0,0-1-959,2-5 0,1-3 2309,6-7 0,0-1 0,0 1 0</inkml:trace>
  <inkml:trace contextRef="#ctx0" brushRef="#br0" timeOffset="114">9561 6506 8695,'0'17'2632,"0"-7"-331,0 1 0,0-5 0,0 5-1065,0 1 0,0-3-748,0 2 0,6-5 0,1 3-458,2-2 1,-3-1-1,5-6 1,1 0-393,3 0 0,-1-2 1,-1-4 38,-2-5 1,-7-3 0,3-2 0,-2-1-371,1 1 0,-1 0 1,-5-1-1,0 1 484,0 0 1,0 5 0,0 0 889,0-2 1,2 6 67,3 1 0,-1 4 0,7 4 1,0 4-134,-2 5 0,6 3 0,-5 3 0,5 1 46,1 3 1,-5-1 0,0 6 0,0-1-367,-2 1 0,-2-4 0,-7 5 0,0 2-448,0 2 1,0-4 0,-1-2 0,-5-1 4,-5-4 1,-3 0 0,-3-2 0,1 0-2324,0-3 1,-1-10 0,1 1 234,0-4 1,1-12-1,2-4 2235,2-6 0,1-16 0,-7 1 0</inkml:trace>
  <inkml:trace contextRef="#ctx0" brushRef="#br0" timeOffset="115">9692 5999 22201,'17'17'455,"-1"-1"1,2 8-1,2 5 1,4 7-1,-1 8-204,1 3 1,-2 2 0,-6 0-1,0-2-1583,1-3 0,-3-4 0,-3-9-4353,-5-4 5685,-5-11 0,-1-8 0,0-8 0</inkml:trace>
  <inkml:trace contextRef="#ctx0" brushRef="#br0" timeOffset="116">9774 6261 7814,'0'11'3276,"0"0"1,0-6 0,2 4-2507,3-1 0,4-3 1,8-7-1,-1-3-1668,0-6 0,2 2 0,2-2 1,2-2-535,-2-1 1,-2-1 0,-1 2 0,-1 4 45,0 2 0,1-4 0,-1 6 1386,0 1 0,1 2 3384,-1 2-1146,1 0 1,-3 2-437,-3 4-1432,-4-5 311,-7 7 1,-7-10-179,-4-4 1,2 5-1,0-3 1,0 8 1,0 6 1,5 5 0,-1 1-1,1 1 43,-1-1 1,3 6 0,-4 1 0,4 1-223,2 0 1,0-3 0,2-4-1,2-1-3202,1 0 1,8-5-1,-2-2-2389,4-1 5265,1-10 0,7-14 0,3-10 0</inkml:trace>
  <inkml:trace contextRef="#ctx0" brushRef="#br0" timeOffset="117">10297 6098 7803,'-16'9'0,"-1"5"0,1-3 1768,0 4 0,5-1 1,2-1-1,0-4 286,-1-2 0,7 0-2227,-3-1 0,5-2 0,1 6-48,0 3 0,5-4 1,2 0-1,1 0 14,-1 0 0,0-5 0,-1 2 1,4-3 105,5 3 1,-4-5-1,0 5 1,3-4 713,6-2 1,-2 0 0,4 2 0,-4 1-319,-1 3 1,-1-1 0,0-3 0,1 1-16,-1 3 0,0 1 0,-1-1-78,-4 5 1,2-2-1,-8 2 1,-1 1-199,-3 3 1,-8-4 0,-4 0 0,-3 1-286,-3 3 1,-1-1-1,-2-1 1,-1-4-742,1-2 1,1 4 0,3-3 0,0-1-1691,-1 0 1,1-1 2711,0-6 0,-1 0 0,1 0 0</inkml:trace>
  <inkml:trace contextRef="#ctx0" brushRef="#br0" timeOffset="118">9251 7324 8925,'-11'1'3415,"0"3"-2749,-2 1 1,4 6 0,0-3-1,0 1 1,2 3-64,0 3 0,1-4 1,6 0-348,0 1 0,2 3 1,3 1-213,6 1 0,9-1 0,2-1 0,-2-5 1,-2-2-26,-1-1 1,-1-5 0,0 3-248,1-3 1,-3-4 0,-1-1 0,-4-5-1,0-1-218,0-3 0,-5-3 1,1-1-1,-3-2 163,-2-4 0,-2 4 1,-1-4-1,-5 4 265,-1 1 0,-2 3 1,-5 1 35,0 2 0,-1 2 0,1-2-73,0 6 1,-1 5-3672,1 5 3726,7 4 0,2 0 0,7-1 0</inkml:trace>
  <inkml:trace contextRef="#ctx0" brushRef="#br0" timeOffset="119">9660 7373 7844,'0'11'1981,"0"-1"1,0-4 0,-2 3-1262,-4-2 1,3-1 0,-8-6-488,-2 0 0,-1-8 1,-3-3-1,1-3 18,-1-2 0,1-8 0,0-5 0,-1-6-49,1-3 1,2-7 0,1 1 0,4-3-451,1-2 0,3 5 1,5 3-1,0 3-765,0 7 1,4 0 0,5 11-1,7 3 259,2 5 0,6 8 1,-1-1-1,1 5-14,0 5 1,-2 4 0,-6 9 0,-2 2 767,-3 2 0,4 7 0,-6-3 0</inkml:trace>
  <inkml:trace contextRef="#ctx0" brushRef="#br0" timeOffset="120">9365 7258 14004,'13'0'2085,"2"0"0,5 0-3229,3 0 0,4-2 0,6-1 0,0-3-2415,-1 3 3559,1 1 0,0 9 0,0 2 0</inkml:trace>
  <inkml:trace contextRef="#ctx0" brushRef="#br0" timeOffset="121">9512 7781 7826,'-7'22'1130,"-4"0"1,-3-8 0,-3 8 182,1-4 0,5-7 0,2 0-802,2 2 0,-4-4 0,4 2 1,-1 2-634,1 1 1,2-3-313,5 0 1,0-6-36,0 6 1,7-7-1,4 1 1,3-3 0,3-2 539,-1 0 1,6 0 0,1-2 0,1-1 360,0-3 1,5 1 0,-4 5-1,2 0-131,1 0 0,-8 0 0,1 0 1,-2 0-106,-3 0 1,0 5 0,-1 3 0,-4 1 13,-6 3 1,-3-3-1,-2 2 1,-2 2-64,-3 2 1,-4 1 0,-10 0 0,-1 1-122,-1-1 1,-7 0 0,5-1 0,-1-4-803,1-6 1,1 2 0,5-1 0,1-2-1461,0-3 1,5-1 2235,0 0 0,0-7 0,-5-2 0</inkml:trace>
  <inkml:trace contextRef="#ctx0" brushRef="#br0" timeOffset="122">9807 7863 7826,'-2'16'0,"-2"1"2320,-1-1 1,-1-5 0,6 0-1069,0 2 0,0 1 1,0 2-1,2 1-779,4-1 0,3 6 1,5 0-1,-1 0-412,-2 1 0,-2-5 0,4 4 0,-4-4-892,-2-1 1,4-6-1793,-6-1 0,1-8 0,-8-4 1647,-4-12 0,-3-4 0,-5-10 0,1-1 822,2-1 1,0-3 0,-3 0 0,1 0 436,2 1 1,8-1-1,-3 0 1,4 1 574,2-1 1,0 2 0,0 2 0,0 4 501,0 1 0,8 2 1,2 8-984,5 3 0,1 4 0,1 7 0,-3 1 154,-3 5 0,2 5 0,-8 10 0,-1 5-450,-2-1 1,-2 6 0,0-5 0,0 1-695,0 0 0,-2-5 1,-2 3-1,-3-1-942,-2-4 0,3-2 0,-3-2-3097,2 1 4652,-6-8 0,19-16 0,-4-12 0</inkml:trace>
  <inkml:trace contextRef="#ctx0" brushRef="#br0" timeOffset="123">10035 7634 14654,'-5'17'1078,"0"-1"0,-3 0 0,5 1 0,-3 1-1029,3 4 1,1-4 0,2 3 0,0-2 0,0-3-1026,0 0 0,2-1-35,3-4 1,-1-4-1,5-9 472,-2-3 1,4-4 0,-6-8 0,-1-1 282,-2-4 0,-2 4 0,0-4 1,0 4 475,0 2 0,0 0 0,0-1 0,0 1 3186,0 0-1969,0 6 1,2 3 0,1 9-925,3 3 1,5 5-1,-4 6-1126,2 0 1,-4 1-3041,6-1 1,0-2-784,6-3 4436,-8-3 0,5-16 0,-5-1 0</inkml:trace>
  <inkml:trace contextRef="#ctx0" brushRef="#br0" timeOffset="124">10264 7536 9473,'-16'0'4851,"5"0"-3994,0 0 0,6 2-805,-6 3 1,5 3 111,-5 3 0,8 3 0,-3-3 0,5 3 301,1 3 1,0-1 0,0 1-711,0-1 0,1 0 0,3 1-1407,1-1 0,6-5 0,-3-2-2464,1-2 4116,-6 6 0,12-11 0,-6 5 0</inkml:trace>
  <inkml:trace contextRef="#ctx0" brushRef="#br0" timeOffset="125">10379 7651 7813,'14'-10'17,"-8"1"1,10 4 0,-1-4 662,-1 0 0,2-4 0,-1 6 0,-2-2-364,-2-4 0,-2 4 1,3-2-182,-1-2 0,-7-1 72,1-3 1,-5 3 0,-5 3 0,-6 4 226,-4-1 1,-1 7 0,0-5 0,-1 4-71,1 2 1,0 0-1,-1 0 1,1 2-5,0 4 1,-1-5 0,3 7-118,3-1 1,-2 2-1,8 7 1,1 1 45,2-1 0,2 0 0,0 1 0,2 1-20,4 4 0,3-2 1,9 5-1,2-1-389,2-4 1,-1-2 0,-4-2-1,-1-1-1609,0-4 1,1-4-2548,-1-7 4276,-7-7 0,-2-10 0,-7-8 0</inkml:trace>
  <inkml:trace contextRef="#ctx0" brushRef="#br0" timeOffset="126">16279 2877 8049,'0'-11'6973,"0"0"-6373,-7 8 1,-2-5 0,-6 7 615,4-5 1,-3 3-486,3-8 0,-3 5 1,-3-3-352,1 2 1,-1-4-1,1 4 1,0-1 187,-1 1 1,-1-4 0,-2 6 0,-3-1-168,-3-1 0,-1 5 1,-6-3-1,-1 3-180,-4 2 0,7 0 0,-4 0 0,1 0-102,-1 0 1,4 2 0,-5 1-1,3 3-41,1-2 1,8-3 0,-9-1 0,3 0-65,-1 0 1,3 0-1,3 0 1,0 0 5,-1 0 1,4 0 0,-3 0 0,0 0-21,-1 0 0,4 0 0,-3 2 0,-1 2 0,1 1 0,3 8 0,-3-4 0,-1 2 0,1 0 0,3 0 0,-5 5 0,-2 0 0,5-5 0,2-2 0,4 0 0,2 1 0,0-5 0,-1 6 0,1 2 0,0-4 0,1 2 0,2 1 0,2 3 0,2-4 0,-3 0 0,1 1 0,-2 3 0,4 3 0,0 2 0,2 2 0,3-2 0,-3 3 0,1-1 0,1 0 0,-2 2 0,5-6 0,-4 4 0,4-2 0,2 1 0,0-2 0,0 2 0,0-1 0,0 2 0,0-4 0,2 4 0,2-4 0,1-1 0,3-1 0,-5 0 0,5 1 0,1-1 0,-6-3 0,4-1 0,-1 3 0,-1-2 0,6 1 0,-3 8 0,1 5 0,-4-3 0,4-2 0,0-4 0,0-2 0,-3 0 0,3 1 0,0-1 0,0 1 0,-4-1 0,5 0 0,-1 1 0,0-1 0,-6-5 0,5 0 0,-3 1 0,0 3 0,6-4 0,-3-2 0,1-2 0,-4 4 0,4-4 0,-1 2 0,4-3 0,-1 5 0,4-6 0,-1 6 0,-1 0 0,-2-2 0,-6 6 0,6-4 0,2 3 0,-4 1 0,2-3 0,2-1 0,1 2 0,-3-4 0,0 0 0,2 0 0,1 0 0,-1-3 0,3 5 0,8 1 0,-6-3 0,2 0 0,0-1 0,-2-5 0,0 5 0,-1-3 0,1 1 0,4 1 0,-4-5 0,3 3 0,-1-1 0,2 1 0,-2-3 0,6 3 0,-1-3 0,0-2 0,3 6 0,4-1 0,3-1 0,3-2 0,-3-2 0,3 0 0,-2 0 0,2 0 0,-7 0 0,5 0 0,1 0 0,-3 0 0,1 0 0,-4 0 0,-2 0 0,-2 0 0,-2 0 0,4 0 0,-3 0 0,-3 0 0,1 5 0,-4 0 0,2-1 0,-2-2 0,-2-2 0,-2 0 0,2 2 0,4 3 0,-4-3 0,6 3 0,0-3 0,3-2 0,-2 0 0,3 0 0,1 0 0,1 0 0,3 0 0,0 0 0,0 0 0,-1 0 0,-1-5 0,-2-1 0,-2 3 0,2 1 0,-3-4 0,-1 1 0,1 1 0,-1 3 0,-3 1 0,3 0 0,-1 0 0,-4 0 0,4-6 0,-3 1 0,1 1 0,2 2 0,-6 0 0,6-1 0,-3-3 0,1 3 0,2 1 0,-4 2 0,3 0 0,3 0 0,-4 0 0,3 0 0,0 0 0,1 0 0,1 0 0,4 2 0,-2 1 0,-2 3 0,-1 1 0,3-3 0,-4 3 0,-1 2 0,5-5 0,-4 3 0,2-2 0,1 1 0,-7-1 0,5-5 0,-1 0 0,1 0 0,1 0 0,4 0 0,-4 0 0,-5 0 0,-2 0 0,0 0 0,3 0 0,3 0 0,-6 0 0,2 0 0,-4 0 0,-2 0 0,2-2 0,2-1 0,2-3 0,-2 3 0,-2 1 0,0 0 0,2-2 0,2-1 0,7-2 0,-3 3 0,1-3 0,0-2 0,0 3 0,6-3 0,0 0 0,-1 0 0,1 4 0,0-4 0,0-1 0,-1 1 0,-5 6 0,-1-3 0,-1 5 0,1 1 0,-4-2 0,5-2 0,2-1 0,-11-1 0,-2 6 0,-1-2 0,-1-3 0,3 3 0,-1-5 0,0 0 0,1 5 0,-1-6 0,0 1 0,-5 5 0,0-3 0,-5-2 0,5 1 0,-6-1 0,4 2 0,-2-6 0,-1 2 0,-4-2 0,1-2 0,3-2 0,-1-1 0,-5 0 0,0-2 0,0-4 0,0-2 0,0-5 0,0 2 0,0-2 0,0 3 0,-2-1 0,-1-4 0,-3-5 0,-5 7 0,4-4 0,0 2 0,0 0 0,-4 4 0,3 2 0,1-1 0,0 1 0,-4 5 0,4-4 0,-1 2 0,1 1 0,0-1 0,3 5 0,-3 1 0,-2 0 0,4-1 0,-5 1 0,1 0 0,0-1 0,6 1 0,-5 0 0,3-1 0,-1 1 0,-4 0 0,4-1 0,1 3 0,-3 3 0,5-4 0,-8 6 0,-2 0 0,-1-4 0,-3 6 0,1 0 0,0 0 0,-1-1 0,1 5 0,-2-4 0,-4-3 0,2 1 0,-5-3 0,-1 1 0,1-2 0,-3 4 0,-4-2 0,-3-2 0,-3-1 0,9 3 0,-4 2 0,3 0 0,-1 0 0,-2 3 0,0-3 0,2 2 0,4 3 0,-4 1 0,6-1 0,-2-1 0,-1 1 0,7-3 0,-7 1 0,-1 1 0,-2-3 0,-1 7 0,-3-5 0,-3 3 0,-6-3 0,3 4 0,-1-3 0,0 3 0,0 2 0,4 0 0,-2 0 0,2 0 0,2 0 0,10 0 0,-6 0 0,1 0 0,0 0 0,4 0 0,1 0 0,1 0 0,-1 0 0,5 0 0,-5 0 0,1 0 0,-1 0 0,-1 5 0,-4 1 0,2-2 0,2-3 0,0-1 0,-4 2 0,4 2 0,5 1 0,-2 1 0,2-6 0,2 0 0,2 0 0,2 0 0,0 0 0,-1 0 0,1 0 0,0 0 0,-1 0 0,1 0 0,0 0 0,-1 0 0,1 0 0,0 0 0,-1 0 0,1 2 0,-1 1 0,1 3 0,0-3 0,-1-1 0,-1-2 0,-2 0 0,-1 0 0,-3 0 0,4 0 0,-4 0 0,-1 0 0,-2 0 0,-4 0 0,2 0 0,1 0 0,7 0 0,-7 0 0,1 0 0,2 0 0,-6 0 0,5 0 0,-1 0 0,0 0 0,5 0 0,-3 2 0,1 2 0,4 1 0,0 0 0,2-3 0,0 2 0,3 1 0,3 1 0,-3-4-1944,4 3-7887,-3-3 9712,12 5 1,2 0 0,9 2 0</inkml:trace>
  <inkml:trace contextRef="#ctx0" brushRef="#br0" timeOffset="127">3007 10609 10705,'-7'17'0,"-2"-1"0</inkml:trace>
  <inkml:trace contextRef="#ctx0" brushRef="#br0" timeOffset="128">3023 10642 7944,'33'16'1966,"5"6"0,4 4 0,4 3 0,6 7 0,4 2-1182,6 2 1,9 13 0,4-2 0</inkml:trace>
  <inkml:trace contextRef="#ctx0" brushRef="#br0" timeOffset="129">3792 11182 11408,'14'7'0,"-1"4"2158,-2 3 1,-6-5 0,4-1-5709,-1-1 3550,-3-5 0,-12-10 0,-2-10 0</inkml:trace>
  <inkml:trace contextRef="#ctx0" brushRef="#br0" timeOffset="130">3694 10397 7985,'-15'11'2337,"2"-2"127,3-2 0,-1 4 1,-6-4-1242,1 2 0,5 2 0,0 6-674,-2-1 0,-1 2 1,-2 4-1,-1 5 1,1 8-5,0 8 1,-3 4 0,-1 15 0,-3 5-407,-3 6 1,1-6 0,-4 13-1,3-5-776,3-6 0,-1-9 1,4-8-1,0-8-3098,6-11 0,5-17 1728,9-16 0,9-9 0,7-15 2007,9-8 0,6-8 0,2-9 0</inkml:trace>
  <inkml:trace contextRef="#ctx0" brushRef="#br0" timeOffset="131">4985 10446 6772,'-9'-16'1470,"-4"5"1,6 2 782,-2 1-497,5-4 1,-5 8-1,5-7 2045,-1-2-2529,0 6 1,6 0-1,5 7 1,5 0-1,5 3 1,6 7-1273,5 6 0,11 11 0,2-1 0,6 8 0,-3 2 0,3 4 0,1 2 0,2 4 0,0-1 0,-2 0 0,-3-5 0,-6-3 0,-4-6 0,-8-10 0,-5-1 0,-2-7 0,-10-8-3277,-4-10 0,-3-4 0,-4-7-851,-3-1 1,1-1 4127,-7-4 0,0-3 0,-5-8 0</inkml:trace>
  <inkml:trace contextRef="#ctx0" brushRef="#br0" timeOffset="132">5492 10250 13098,'-11'0'9830,"0"0"-6959,7 0 1,-10 2-2872,3 3 0,2 4 0,-2 9 0,-2 6 0,-1 9 0,-10 7 0,-3 12 0,-4 8 0,-4 6 0,-3 13 0,-5 0 0,-3-1 0,3-6 0,3-10 0,9-11 0,3-11 0,7-13 0,10-16 0,7-11-2390,8-9 0,5-15 1,9-7-1,4-7-5519,5-3 7909,11-10 0,4-7 0,7-8 0</inkml:trace>
  <inkml:trace contextRef="#ctx0" brushRef="#br0" timeOffset="133">6456 10315 7835,'-13'11'0,"-1"0"1206,-4 2 0,3-6 0,6 0 8249,2 0-8011,1-5 0,13 6 1,4-7-1,4 5-948,1 5 1,2-2-1,4 2 1,4 1-497,-1 3 0,11 7 0,-3-1 0,2 1 0,-1 0 0,-1 0 0,-1 7 0,1-4 0,0 3 0,0-1 0,-1-5 0,-1 3 0,-4-1-215,-5-4 0,-4-2 0,-1-4-1851,-1-3 0,-5-3 238,0-8 1,-6-8 0,4-4 0,-1-7-5433,-5-2 7260,-1-8 0,-2 3 0,0-7 0</inkml:trace>
  <inkml:trace contextRef="#ctx0" brushRef="#br0" timeOffset="134">6963 10135 7847,'-17'9'0,"1"6"0,0-6 0,-1 2 1918,1 0 1,0 0-1,-1 5 539,1 0 1,1-5-1,3 0 1,1 2-1167,-2 1 1,4 3 0,-2 1 0,-2 6-1274,-1 8 0,-3 5 0,-1 10 0,-2 7-18,-1 8 0,-9 2 0,3 12 0,-4 2 0,-1 2 0,10-17 0,4-8 0,1-10 0,5-10 0,4-11-1880,-3-3 1,13-17-1,0-11 1,7-10-6338,9-4 8217,-1-9 0,14-2 0,-6-10 0</inkml:trace>
  <inkml:trace contextRef="#ctx0" brushRef="#br0" timeOffset="135">5720 10642 7924,'9'-14'0,"6"3"0,-6-13 0</inkml:trace>
  <inkml:trace contextRef="#ctx0" brushRef="#br0" timeOffset="136">6358 9874 8532,'-7'32'589,"5"10"0,-4 7 0,10 15 168,12 16-685,-4-32 1,4 4 0,9 13 0,4 4 0,0 6 0,0 1 0,0 1 0,0 2 0,2 5-1,-2 1 1,-2-4 0,-1 0 0,-2-2 0,-1 0-1563,-5-8 1,-1-3 1525,-3-11 1,-1-3-1,-5 4 1,-2-1-1,0-10 1,-1-2-1,1 43 1,-4-10-1,-2-15 397,0-12 1,0-11-1,0-11 1,0-3-630,0-3 0,-2-10-401,-4-13 1,3-9-1,-8-11 1,-4-6 115,-5-5 1,0 6 0,-7-11 0,-2-1 400,-2 3 0,2 3 0,0 0 1,-4-5 209,-1-4 0,1 2 0,-7-2 0,4 3 1883,5 7 0,15 8-1184,-1 0 0,19 33 0,7 18 0,15 20-278,14 16 1,9 6 0,4 4 0,2-8-235,-1-5 0,-10-17 0,5-3 0,-3-11-242,-2-10 0,-12-10 0,1-5 1,-5-6-467,-6-6 1,-4-3-1,-5-9 1,-6-4-340,-3-5 1,-9-6-1,-4-3 1,-5-6-70,-6-5 0,-3 3 0,-6-12 0,0-6 532,-2-3 0,4 0 0,-9-12 0,2-3 263,16 38 1,1-1 0,-15-39 0,15 38 0,0-1 0,2 1 0,1-1 318,-11-36 0,11 13 1,12 23-1,11 18 148,15 19 0,7 23 0,20 19 0,7 14-191,6 10 1,-28-26 0,-1 1 0,1 1-1,-1-1 1,1 1 0,0 0-96,29 29 0,-12-8 1,-2-4-1,-5-10-393,-10-8 0,-10-11-144,-2 0 0,-13-13 0,-9-11 1,-9-13 110,-6-10 0,-3-6 0,-2-3 1,-4-6-624,-1-9 0,-2-2 0,-6-7 0,-2-2 650,-3-4 0,2-3 1,15 25-1,0-2 0,0-3 1,0-2 324,1-2 1,-1-1 0,-2-4 0,0-1 0,-2-3 0,-1-2 0,0-2 0,0-1-22,-2-1 1,3 0 0,8 6-1,1 0 1,0 1 0,2 2-1,4 8 1,3 3 317,2-26 1,17 33 0,10 27-1,9 15 369,7 14 0,6 12 1,9 3-1,5 12-329,5 9 1,-1 3 0,7 4 0,-4-6-544,1-3 0,-15-9 1,5-6-1,-7-8-297,-9-12-1,-11-1-290,-7-10 0,-13 0 0,-9-6 0,-11-5 16,-9-5 0,-7-3 0,-10-4 1,-3-2 164,-1-2 0,-3-9 1,-5 0-1,0-7 549,0-4 1,-6-3 0,1-12 0,1-8 376,2-9 1,15 1-1,7 6 1,9 12 326,11 17 1,14 18-1,14 16 1,13 12-654,16 13 1,8 18 0,9 15-1,2 1-90,4 1 0,-4-12 0,6 3 0</inkml:trace>
  <inkml:trace contextRef="#ctx0" brushRef="#br0" timeOffset="137">21787 3662 7888,'2'-26'-40,"4"5"0,-3-3 0,6 2 1,-1 2 500,-5 2 1,5 2 465,-3-1 0,6 6 1732,-6 1-1393,1 6 0,-6-2 1,0 14-330,0 8 0,0 4-829,0 13 0,-2-4 0,-2 11 0,-3 0 0,0 1 0,0 3-16,3 0 1,-3-8-1,-1 2 1,1-3-521,0-3 1,-4 1-1,4-2 1,-1-4-706,1-5 1,0-4 0,3-2-1,-3 1-1699,-2-1-10,5-7 2842,-10-1 0,5-8 0,-8 0 0</inkml:trace>
  <inkml:trace contextRef="#ctx0" brushRef="#br0" timeOffset="138">21575 3989 7888,'-11'0'8309,"0"0"-5218,8 0-2405,-5 0 0,8 2 0,0 3 0,0 6-383,0 3 0,6 3 0,1 1 0,0 2-191,1 2 1,2 7 0,-2-2 0,-1 2-67,0-2 0,-1-1 0,-5-6 0,3 2 88,2-2 1,-1-8-1,-5-1-1054,0 2 0,2-6-889,3-1 1979,-3-5 1,7-1-1,-5-1 256,1-5 0,6-3 1,-4-7-1,3-1-90,2 1 1,3 0 0,1-1 0,2-1-195,4-4 1,-2 4-1,5-4 1,1 4-1130,-1 2 1,-5 0 0,2 1 0,-4 4-24,-1 6 1,-7 1 0,1 0 9,2-1 1000,-6-1 0,8 14 0,-6 1 0</inkml:trace>
  <inkml:trace contextRef="#ctx0" brushRef="#br0" timeOffset="139">3514 8729 7859,'2'-16'-53,"3"0"0,-3 5 1,3 0-1,-3-2-1241,-2-1 2300,0 5 1157,0-6-320,0 13-691,0-5 853,0 7 1,2 0-1,2 2-860,1 3 0,1 6 0,-6 11 0,1 5-452,5 4 1,-4 11 0,5 5 0,-2 8-423,1 3 0,1 2 1,-3 3-1,1-1-409,-1-2 1,-2-13 0,-2 0 0,0-5-987,0-6 0,0-14-1813,0-5 0,0-14 1160,0-3 1,0-7-1,-2-8 464,-4 5 1,3-5-1,-8 4-147,-2-3 1,4 3 1459,-2 0 0,0 0 0,-5-5 0</inkml:trace>
  <inkml:trace contextRef="#ctx0" brushRef="#br0" timeOffset="140">3399 9138 10588,'-9'0'3276,"2"0"1,7 2 0,2 3-1947,3 6 1,4 6-1,8 3 1,-1 3-1077,0 3 1,6-5 0,0 7 0,-2-1-416,-2-2 0,-1 6 0,-1-5 0,0-1-138,1-3 1,-1-4 0,0-2 5,1 1 0,-6-8 1,-1-4 144,3-3 0,-4-2 235,2 0 1,0-7 0,5-6-311,1-7 0,-1 2 0,0-4 1,1 4-1106,-1 2 1,-5-1 0,-2 1 0,0 0-2561,0-1 0,-3 6 3888,5 0 0,-8 1 0,4-7 0</inkml:trace>
  <inkml:trace contextRef="#ctx0" brushRef="#br0" timeOffset="141">15805 9007 8481,'-11'0'2266,"0"0"1,-1 0-1,-3 0-782,-1 0 1,5 0 0,0 0 0,-2 0-223,-1 0-1017,-3 0 0,1 0 1,0 2-1,-1 2 1,1 3-1,0 0 1,-1 2-59,1 0 1,0-3-1,-1 5 1,3 2-204,3 1 16,-4 2 0,14 1 0,-7-1 0</inkml:trace>
  <inkml:trace contextRef="#ctx0" brushRef="#br0" timeOffset="142">15544 9171 7880,'23'0'3276,"-3"5"1,8 3 0,2 1-1524,7 3 1,-1-3-1,6 2 1,0 4-1374,-1 5 1,-4-2-1,-1 4 1,-5-2-20,-4 2 1,-14-8 0,-2 6-1,-8 0-117,-3-2 1,-1-5 0,-5-2 0,-7 2-245,-7 1 0,-1-3 0,-10-2 0,-4-2-54,1-3 0,-3-2 0,1-2 0,-2 0-543,2 0 0,-1 0 0,3 0 0,1-2-1441,8-4 1,1 3 0,6-8 0,5-4 2037,4-5 0,4-5 0,5-8 0</inkml:trace>
  <inkml:trace contextRef="#ctx0" brushRef="#br0" timeOffset="143">16099 8680 11540,'-16'8'0,"0"1"0</inkml:trace>
  <inkml:trace contextRef="#ctx0" brushRef="#br0" timeOffset="144">16132 8877 13196,'16'47'3276,"-5"-2"1,-2 13 0,1 0-1866,-1 1 0,-6-7 0,3 3 1,-3-4-1893,3-2 1,-4-13 0,3-5-3540,-3-6 0,-4-5-1699,-3-9 5719,-4-4 0,-8-21 0,1-4 0</inkml:trace>
  <inkml:trace contextRef="#ctx0" brushRef="#br0" timeOffset="145">16034 9187 7762,'-9'7'1602,"4"4"855,3 4 1,4-6-1,3-2 1,6-1-1645,3-1 0,10 1 0,1-6 0,3 0-1114,-1 0 0,0 0 0,6 0 0,0-2-530,-1-4 1,-5 4 0,1-5 0,-1 2-279,-2-1 0,1 1 1,-6 5 862,2 0 0,-1 0 1,-4 0 3220,-1 0-1915,-7 0-56,-2 0 1,-8 0 0,-5-2-817,-5-3 0,-1 1 0,-1-5 1,2 2 66,-2 3 1,-1-3 0,-3 1 324,1 3 0,5 1 0,0 2 413,-2 0 1,4 7-1,0 4 1,0 4-862,0 1 1,6 0-1,-3 1 1,4-1-133,2 0 0,0 6 0,2 0 0,4-2 0,4-2 0,1-7 0,2 0 0,3 0-2968,3-2 1,-9-2 0,12-7 2967,4 0 0,-5-7 0,3-2 0</inkml:trace>
  <inkml:trace contextRef="#ctx0" brushRef="#br0" timeOffset="146">16786 9154 11464,'-7'22'0,"-2"4"2831,-1 5-2831,3-2 0,0 18 0,-2-5 0</inkml:trace>
  <inkml:trace contextRef="#ctx0" brushRef="#br0" timeOffset="147">16786 9645 7762,'0'11'9830,"0"0"-9175,0-8 1,-6-5 0,1-14 0,1-9-759,3-6 0,-5-7 0,1-2 0,1 0 625,2 0 0,2-6 0,0 5 0,2-1 42,3 4 0,5 9 0,6 3 0,2 3 3,4 3 0,-2 9 1,5 5-1,1 6-142,-1 6 0,-3 3 0,3 7 0,-3 2-287,-7 4 1,-1-4 0,-8 6 0,-3-2-139,-1-1 0,-2 3 0,-2-4 0,-5 4 0,-9 1 0,-2-9 0,-8 4 0,1 0-614,-1-1 1,1-7 0,-2-3-1,3-1-3467,0-5 0,6-1 4081,-4-2 0,4-7 0,2-2 0</inkml:trace>
  <inkml:trace contextRef="#ctx0" brushRef="#br0" timeOffset="148">17260 9122 9520,'-16'0'3276,"-1"0"1,6 0 0,0 0-967,-1 0 1,-3 0-1,1 2 1,1 1-2272,2 3 1,7 1-740,-1-2 1,3 4 0,4 6 543,3-4 1,10 3 0,7-4 0,0 0 463,1 1 1,-3-5-1,6 5 1,-1 0 62,0-2 0,-5 5 0,2-3 1,-4 4-372,-1 1 0,-1-3 0,0 1 0,1 4 0,-8 2 0,-4-3 0,-3-1 0,-4-1 0,-3-3 0,-6-3 0,-4-1 0,-6 3 0,-3-6 0,-1-1 0,-5-3 0,0-1 0,-3 0 0,0 0 0,1-7 0,-1-2 0</inkml:trace>
  <inkml:trace contextRef="#ctx0" brushRef="#br0" timeOffset="149">17096 9432 7762,'-16'-16'0,"-7"-8"0,-3-1 0</inkml:trace>
  <inkml:trace contextRef="#ctx0" brushRef="#br0" timeOffset="150">18077 8762 12499,'-11'0'9830,"2"2"-4449,2 3-5189,1-3 0,6 7 0,0-3 0,0 5 1,0 3-193,0 3 0,0 1 0,0 3 0,0 5 0,2 8 0,2 6 0,1 8 0,-1 6 0,-2 4 0,-2 2 0,0 9 0,0-2 0,0-7 0,0-5 0,0-12 0,0-4 0,0-9-878,0-15 0,5-2 1,1-21-1,-1-6-3045,2-6 1,-5-9 3922,4 2 0,3-4 0,0-2 0</inkml:trace>
  <inkml:trace contextRef="#ctx0" brushRef="#br0" timeOffset="151">18322 9318 7863,'-9'7'3276,"4"-5"1,10 3 0,6-3-820,4-2 1,3 0-1,2-2 1,3-1-2171,3-3 0,-4-1 0,5 3 0,2-1-287,2 1 0,-4 3 0,-2-1 0,1-2 0,-1-1 0,-3-1 0,4 6 0,-3 0 0,-1 0 0,-6 0 0,-7 0 0,-1 0 0,-10-2 0,-4-3 0,5-4 0,-7-7 0</inkml:trace>
  <inkml:trace contextRef="#ctx0" brushRef="#br0" timeOffset="152">19336 8909 7788,'-2'-11'6685,"-4"0"-2413,5 8 1,-7-6-1441,8 3-1422,0 4 1,-1-5-1411,-5 7 0,2 0 0,-5 2 0,2 3 0,-4-1 0,4 7 0,0 2 0,-1 1 0,-2 4 0,2 2 0,-1 4 0,-4 1 0,4 3 0,0 4 0,2 3 0,3 3 0,3-2 0,1 6 0,0 0 0,0 0 0,0-4 0,1 4 0,5-2 0,5-4 0,3-2 0,3-5 0,-1-3 0,0-4 0,3-13 0,0 7 0,5-3 0,2-4 0,-5-2 0,5-7 0,-1 0 0,1 0 0,-5-5 0,5-3 0,-3-1 0,-3-3 0,-1-3 0,-3-1 0,2-1 0,4 1 0,-9-2 0,1-2 0,-5-2 0,-2 0 0,-3 6 0,2 0 0,-3-1 0,-3 6 0,-5 2 0,-6 2 0,-4-4 0,-1 6 0,-2 1 0,-4 2 0,2 2 0,-7 0 0,-2 2 0,-2 4 0,4-3 0,1 8 0,1 0 0,-1-2 0,5 6 0,-7-5 0,-1 5 0,11 0 0,2-3 0,3-1 0,4 2 0,2-4-3397,7 2 0,1-8 3397,5 3 0,10-12 0,10-3 0</inkml:trace>
  <inkml:trace contextRef="#ctx0" brushRef="#br0" timeOffset="153">15380 10233 7761,'-9'8'4915,"-5"-7"0,15 5-3437,5-12 1,12 3-1,20-8 1,9-2-737,12-1 0,6-3 0,22 3 0,-38 7 0,2 1-560,3 0 0,1 1 0,5 0 0,2-1 0,-2-1 0,1 0 0,1 0 0,0 1-287,1 0 1,-1 1 0,-2 2 0,0 1 0,9-3 0,2 1 0,2-1 0,1 1 104,2-1 0,0 0 0,-4 3 0,0-1 0,1-1 0,1-1 0,4 0 0,0 1 0,6-1 0,-1 1 0,-5 2 0,1 0 0,6-1 0,0 1 0,-6 0 0,-2 2 0,-4 0 0,-2 0 0,-10 0 0,0 0 0,6 0 0,2 0 0,-3 0 0,0 0 0,-3 0 0,-2 0 0,-10 0 0,-2 0 0,32 0 0,-12 0 50,-10 0 1,-18 5-1,1 1 1,-9-3-51,-6-1 0,-7 4 0,2-1 0,-4-1 0,-11-2 0,-7-2 0,-9 5 0,-14 2 0,-10 1 0,-9-1 0,-16 4 0,-11-4 0,-15 0-369,38-3 1,-2 0 0,-4-1 0,-1 1-1,-7-2 1,-2-1 0,-3 3 0,-1 0-19,-3 0 0,0 1 0,5-3 0,-1 1 0,-5 2 0,-1-1 0,-1 1 0,0-1 208,-2 1 1,1-1 0,3 1 0,0 1 0,-8 2 0,-2 1 0,3-1 0,0 0 269,2 0 1,3 0 0,10 1 0,2 1 0,2-1 0,2 2 0,1 0 0,1 1 435,1 0 0,2 2 0,-32 13 0,6 4 0,21-2 625,18-2 1,23-9-1,12-1-1019,15-10 1,23-5 0,19-2-1,19 0-133,16 0 0,-36-1 0,1 0 0,6-1 0,2 0 0,0-1 0,1-1 0,3-1 0,-1 1 0,-6 1 0,0 0 0,12-1 0,1-1 0,3 1 0,1 1-86,2 1 0,-1 0 0,-5 1 0,-1-1 0,-1 0 0,0 0 0,-2-1 0,0 1 86,-2 0 0,-1 0 0,-11 1 0,-1 0 0,1 0 0,-1 0 0,36-2 0,-22-3 0,-25 1 0,-15 5 0,-28 0 0,-16 0 0,-14 2-341,-12 3 1,-12 10 0,-19 6 0,-12 3-107,39-9 0,0-1 0,1-3 0,-1 0 0,-5 5 0,-1 1 0,-1-1 0,-1 0 184,0 3 0,1-1 1,6-4-1,2 1 1,-1 1-1,1 0 1,1 0-1,1-1 760,-38 16 0,17 0 1,10-4 357,19-5 0,16-11 0,27-6 0,12-3-182,11-2 1,12 2-1,13 2 1,8 1-646,12-1 1,3-2 0,9-2 0,-3 0-29,-5 0 0,-10-2 0,13-4 0,-2-6-2902,0-8 0,-9-11 0,-6-9 2902,-7-2 0,-1 6 0,-19-6 0,-2-4 0,-1-4 0</inkml:trace>
  <inkml:trace contextRef="#ctx0" brushRef="#br0" timeOffset="154">15593 11933 11119,'0'-10'4111,"0"-1"0,0 5-3366,0-5 1,-8 8 0,-2-1-559,-5 8 1,-1 5 0,-2 7-1,-2 2-118,-2 4-23,0-4 1,0 13 0,0-5 0,4-1 0,4-1-1,3-3-1574,-2 1 1436,6 0 1,1-7 0,12-3 0,7-3 0,5-1 0,5-5 439,3-1 0,1 4 1,6-1-1,-1 0 117,1 3 0,-6-5 0,-1 6 0,-1 0 18,1 1 1,-12-1-1,1 3 1,-6-1 128,-6 2 1,-1 1 0,-2 3-352,0-1 0,-9 1 0,-5-3 0,-6-1-261,0-2 0,0-2 0,0 3 0,-4-2-114,-1-3 0,5 4 1,-2-6-1,4 1-114,1 1 0,1-5 0,0 3-2885,-1-3 1,1-2 766,0 0 0,7-7 0,3-6 121,4-7 0,4 0 2225,4-7 0,3-8 0,7-7 0</inkml:trace>
  <inkml:trace contextRef="#ctx0" brushRef="#br0" timeOffset="155">15854 11525 15934,'-9'0'3276,"2"7"1,7 4 0,0 7-2551,0 9 1,7 4 0,4 16 0,4 8-727,1 7 0,0-1 0,1 10 0,-1-3 0,0-5 0,-1-3 0,-2-7 0,-3-8 0,-6-7 0,3-10 0,-1-7-4916,-1-3 1,1-10-2340,-6-8 7255,0 0 0,-8-15 0,-1 6 0</inkml:trace>
  <inkml:trace contextRef="#ctx0" brushRef="#br0" timeOffset="156">15838 12032 7948,'-11'0'4915,"0"0"0,7 1-3248,-1 5 0,5-4 0,5 3 0,6-3-1721,4-2 0,3 0 0,4 0 0,3 0-1185,1 0 0,5 0 1,-4 0-1,2 0-286,-2 0 0,2-6 0,-7 1 0,0 0 624,1-3 0,-4 6 0,2-3 570,-2 3 1,-9 2 0,1 0 1072,2 0 1,-4 0 0,0-2 131,-2-3 0,6 1-295,-2-7 0,-4 6 1,-1-6-84,-4-2 1,-2-1 237,0-3 0,0 7 0,-2 1 96,-4 1 0,3 3 1,-8 5-159,-2 0 1,-1 0 0,-3 2-285,1 3 1,5 4 0,2 7 0,2 1-21,3-1 0,0 2 1,1 2-1,-3 4-226,3 1 1,1-3 0,2 4-1,2-3-137,3-3 1,-1 0 0,7-2 0,1 1-1443,3-5 0,1-7 0,1 2 0,-1-1 65,0-5 1,-3-3 0,0-5 0,1-6 1371,-1-4 0,0-8 0,3-3 0</inkml:trace>
  <inkml:trace contextRef="#ctx0" brushRef="#br0" timeOffset="157">16410 11983 7948,'-7'9'1181,"5"0"1,-4-4-1,5 6-114,1 4 1,5 1 0,2 2-1,2 4-389,4 5 0,2 4 0,1 0 1,-1 0 103,-5 1 1,5-8 0,-6 9 0,2-4 47,0-4 1,-8-1-1885,3-8 1,-6-7 272,-6-3 0,3-14 0,-8-8 0,-2-9 68,-1-6 1,3 2-1,2-2 1,1-4 680,5 1 1,1-1 0,2 3 0,0-1 462,0 0 1,0 2 0,0 4-1,2 5 569,3 4 1,4 2 0,8 1 0,-1 4-402,0 6 0,3 3 0,1 2 0,1 2-164,-1 3 1,-7 10 0,-2 9 0,0-1-136,-2 1 1,-2 5 0,-7-2 0,0 6 66,0 5 1,-7-5-1,-4 1 1,-4-5-245,-1 0 0,0-5 0,-2-2 0,-2-6-1129,-2-5 0,0 2 1,6-10-680,-1-5 0,6-5 1,2-11-1,2-4 375,3-5 1,3 2-1,1-3 1,1 1 1309,5 2 0,3-6 0,7 5 0</inkml:trace>
  <inkml:trace contextRef="#ctx0" brushRef="#br0" timeOffset="158">16917 11819 8846,'-17'0'6558,"1"2"-4974,0 3 0,5-3 0,0 5-153,-2 1 1,-1 1-467,-3 7 0,6-1 0,2-3-711,2-1 1,3-2 0,10 4 0,5-4-338,3-2 1,4 4 0,2-5-1,4-1 187,1 2 0,1-5 1,3 4-1,-4-3 308,-1 3 1,-2-4 0,-6 3 0,0-1-413,1 1 0,-3-1 0,-3 7 0,-5 1 0,-5 3 0,-1 1 0,-1 1 0,-5-1 0,-5 6 0,-9 0 0,-3-2 0,-3-2 0,5-2 0,-5 0 0,1-1-72,-1-4 1,6 2 0,-2-8-2387,4-1 0,4-10 1,3-7-1,5-7 2396,5-7 1,8-4 0,2-1 0</inkml:trace>
  <inkml:trace contextRef="#ctx0" brushRef="#br0" timeOffset="159">17652 11656 7821,'-20'0'0,"4"0"3387,1 0 0,8-2-2190,2-4 1,5-1 0,5-6 0,6 4-276,4 2 1,1-4-1,2 4 321,4-2 1,-2 3-1,5-3 1,1 0-936,-1 0 1,0 4 0,5-4 0,-5 1 0,-1 3-309,-4-2 0,0 3 0,1-5 0,7 2 0,-10 1 0,-2 6 0,-1 0 0,-6 0-303,2 0 0,-8 2 454,3 3 1,-5-1-1,-1 7 1,-1 2-152,-5 1 0,3 4 0,-6 2 0,-1 4 0,1 1 0,-2 3 0,-3 4 0,1 1 0,2 0 0,0-1 0,-3 1 0,1 2 0,2 3 0,6-9 0,-6 2 0,0-4 0,2-2 0,2-3 0,7 4 0,0-3 0,0-6-6059,0-7 4031,0-6 1,2 1-156,3-10 0,2-4 0,6-6 2183,-2 5 0,0-12 0,5 4 0</inkml:trace>
  <inkml:trace contextRef="#ctx0" brushRef="#br0" timeOffset="160">18584 11819 7767,'-11'0'471,"0"0"598,-2 0-606,6 0 1,-2 0-1,4 0 1,-6 0-1,-4 0 1234,-1 0-1304,7 0 0,-4 2 1,6 2-1,-2 1 1,-2 0 789,2 3 1,0-7 0,3 7-911,-5-1 0,2-3 0,0 7-288,2 1 1,0 1 0,3 0-1,-2-2-131,3 1 0,1-3-2271,2 2 1640,0 0 0,2-2 648,3-3 0,3-6 0,4-6 0,-1-5-3,2-3 1,-4-4-1,2-2 1,2-2 78,1 2 1,-3 2 0,0 1-1,0 1 429,-2 0 1,0-1 0,-5 1 3222,1 0-3120,8 7 0,-10 3 1,6 12-1,-1 4 542,-5 5 1,1 1-1,0 1 1,1-1-936,-1 0 1,-1 1-1,1-1 1,1 0-2443,-1 1 1,-2-6 0,0-2-828,3-2 0,-1-2 3183,7-5 0,0 0 0,5 0 0</inkml:trace>
  <inkml:trace contextRef="#ctx0" brushRef="#br0" timeOffset="161">18747 11737 8420,'0'17'1613,"0"-1"0,0 0 0,-2 3 16,-3 2 0,3-8 0,-3 3 0,3-1-827,2-1 1,0 3 0,0-1 0,0 0-392,0 1 1,-2-6 0,-1 0-2108,-3 1 941,1-4 1,5-3 0,0-10 0,0-8 224,0-7 0,1 2 0,3-4 0,3 4 983,2 1 0,-3 1 0,5 0 0,0-1 168,-2 1 1,5 5 0,-3 2 0,4 2 642,1 3 1,-5 2 0,0 2-1693,2 0 0,1 2 0,2 4-405,1 5 0,-8-2 0,-2 0-2538,0-2 3371,-5-2 0,5 3 0,-7 1 0</inkml:trace>
  <inkml:trace contextRef="#ctx0" brushRef="#br0" timeOffset="162">19172 11361 7817,'-9'17'1258,"-4"-1"1,8 0-1,1 1 1755,3-1 0,1 0 0,0 1-2198,0-1 0,0 6 0,0 2 0,0-1-434,0 1 0,5 8 1,2-1-1,1 0 1,1 2-61,0-4 1,-4-5 0,6 1 0,0-1-913,-2-4 0,4-2 0,-6-4-2454,2-3 1455,-5-4 0,3-8 1442,-7-5 1,-5-3 0,-3-7-1,-1-1 212,-4 1 0,-1 0 0,-2-1 1,-1 3 547,1 3 1,5 2-1,0 5 1,-2-1 88,-1 1 1,3 2 0,2 4-1,0 2-265,0 1 0,5 8 0,-1-2 0,3 3-156,2 3 0,0 1 0,0 2 0,2 0-741,3-6 0,-1 3 0,7-6-1300,1 3 1,3-5 0,1-3-651,1-5 1,-1-1 0,0-1-790,1-5 3200,-1 4 0,0-19 0,1 2 0</inkml:trace>
  <inkml:trace contextRef="#ctx0" brushRef="#br0" timeOffset="163">19679 11296 8340,'-16'5'0,"-1"1"1750,1-3 0,5 5 0,0-1 3828,-2 2-4960,6-5 0,0 5 0,9-6 1,3 5-158,6 1 0,4-4 0,1 6 0,2 2 253,4 1 1,-4 3-1,6 1 1,-1 4-133,5 5 0,-5-2 0,1 1 0,-2-1-582,-1 1 0,1 1 0,-6 4 0,1-2 0,-1-2 0,-7-7 0,-2 2 0,-1-4 0,-1-2 0,1 1 0,-8-1 0,-3 0 0,-6-5 0,-9-2 0,-4-1-226,-1-5 1,3-1-1,-4-2 1,1 0-361,0 0 0,3 0 0,-2-2 1,4-3 251,6-6 1,3-4 0,0-1 0,4-2 73,-1-4 1,7 4-1,-3-4 1,6 2 189,3-2 1,8 4 0,-2-5 0,3 1-4,3 0 0,6-2 1,3 4-1,1-3 663,0-3 0,-5 6 0,3-3 0,-1-1-162,-4-3 1,0 3 0,0 1-1,0 1-195,-6 0 0,1-7 0,-10 4 0,-1-3-148,-2 1 1,-2 5 0,-2-3 0,-3-1-60,-6 1 1,-4 10 0,-3 1 0,-2 5 155,-2 5 0,-7 2 0,4 2 0,-2 2-321,-1 4 0,6 3 0,-3 5 1,0-1-698,-1-2 0,10-2 836,-6 2 0,0 3 0,-10-4 0</inkml:trace>
  <inkml:trace contextRef="#ctx0" brushRef="#br0" timeOffset="164">17047 13094 9796,'-9'7'3412,"0"-5"-1503,4 4-1212,3-5 0,-3-1 1,10 0-1,6 0 332,3 0 1,8-5-1039,0 0 1,0-6 0,-6 3 0,2-1 0,2-3 0,2-1-1851,-2 2 1602,-9-4 0,2 6 1,-6-7-1,0 0 1,0-1-1,-3-1-105,-2-4 0,-4 8 0,-3-4 0,-6 1 380,-4 5 0,-1 1 0,0-2 0,-1 4 587,1 2 0,-2 1 0,-2 6 0,-2 0 55,2 0 0,2 8 0,1 2 0,3 7-80,3 5 1,-4 3 0,6 8 0,0-1-230,4 1 1,3 2 0,2 1 0,2 4-214,3 2 1,3-6 0,4 2 0,1-5-961,5-6 0,-1-3 1,6-10-1,-1-3-1089,0-5 1,5-5 0,-3-2 0,-1-7 1910,1-8 0,5-8 0,-4-8 0</inkml:trace>
  <inkml:trace contextRef="#ctx0" brushRef="#br0" timeOffset="165">17456 12963 7978,'0'17'0,"0"-1"2186,0 0 0,7 1 1,4-1-1,4 2 207,1 4 0,8-4 0,3 4 0,6-4-2334,5-1 0,-9-7 0,2 0 0,-4-1-1796,-2 0 1,-5-6 0,0 5-2120,-7-1 1,-6-7 3855,-7 0 0,0-7 0,0-10 0</inkml:trace>
  <inkml:trace contextRef="#ctx0" brushRef="#br0" timeOffset="166">17734 12898 7914,'-11'-2'3325,"0"-1"-2195,-2-3 1,4 1-1,-2 5 731,-1 0 1,3 1 0,-2 5-833,-2 5 1,4 3 0,0 4-1,0 2-482,0 2 0,-2 9 0,-6 0 1,1 5-551,0 1 0,-1 3 0,3-2 1,1-2-885,2-1 0,6-10 0,-4-3-1719,2-4 1,3-9-1,9-3 2606,6-5 0,4-15 0,1-4 0</inkml:trace>
  <inkml:trace contextRef="#ctx0" brushRef="#br0" timeOffset="167">17783 12620 7858,'-11'0'3073,"0"0"1138,-2 0 1,6 7-3308,2 4 0,3 0 0,4 4 0,3 5-330,6 3 0,4 1 1,1 7-1,2 5 89,4 4 0,-4 4 0,4 5 0,-4 0-738,-2 0 1,-5-6 0,0-1-1,0-2-1338,-2-4 0,-2-8 0,-5-8 633,4-8 1,-6-4 779,0-8 0,-8-8 0,-8-1 0</inkml:trace>
  <inkml:trace contextRef="#ctx0" brushRef="#br0" timeOffset="168">17767 12898 24177,'18'-2'0,"2"-1"-658,2-3 0,7-1 0,-4 3 0,2-1-409,1 1 0,-3-3 1,4 1-1,-4 3-759,-1 1 1,0 2 0,-6 2 0,2 5 1353,0 9 0,-11 3 0,5 8 0,-5 2 716,-5 2 1,0 3 0,-1 1 0,3-1 662,-3-3 0,-3-4 1,-3 1-1,-3-7 1942,3-2 0,-1-10-2259,-1-4 0,3-5 1,-4-5-1,5-6-150,1-4 1,0-8-1,0-5 1,0-3-137,0-1 1,0-3 0,0 1 0,0-3-484,0 1 1,0 5 0,1-5 0,3 5-571,1 4 0,6 7 0,-3 0 0,1 7 749,3 8 0,3 3 0,1 2 0</inkml:trace>
  <inkml:trace contextRef="#ctx0" brushRef="#br0" timeOffset="169">18502 12898 7858,'-33'7'589,"3"2"1,2 2 1362,7 0 1,2-5-1,3 3 1,0 0-710,-1 0 1,8 2-1,4 5-1146,3 0 1,2 3 0,0 1 0,0 1-254,0-1 1,5-2 0,3-3-1,3-2-548,7-2 1,-2-8-1,6 3 1,-4-4-26,-2-2 0,1 0 1,-1-2-1,0-4 342,1-5 0,-3-3 0,-3-3 1,-4 1 82,1 0 0,-6-6 0,3 0 0,-3 0 254,-2-1 0,0 5 0,0-4 0,0 4 1542,0 1 1,2 3 524,3 3 1,-3 7 0,5 13-1278,0 8 1,-3 8 0,7-1 0,0 1-752,-2 4 0,5-5 1,-4-2-1,0-4-2156,1-2 0,-2-5 0,4-2 2167,-2-2 0,0 6 0,5-4 0</inkml:trace>
  <inkml:trace contextRef="#ctx0" brushRef="#br0" timeOffset="170">19728 12587 7790,'-16'0'240,"-1"0"0,1 0 1,0 0-1,-1 0 2092,1 0 1,5 0 0,0 0-1307,-2 0 0,4 0 0,-2 2-267,-1 4 0,3-3 1,0 8-400,1 2 1,3 1 0,5 5-1,0 2 1,0 7-602,0 3 0,2 3 0,1 1 0,6-1-621,6-3 0,-2-7 1,10 1-1,-1-3-750,0-8 1,1-5 0,-3-9 0,4-1 1611,1-5 0,3-3 0,4-7 0</inkml:trace>
  <inkml:trace contextRef="#ctx0" brushRef="#br0" timeOffset="171">19875 12636 7790,'-7'17'132,"5"1"0,-3 4 1,3 5 2022,2 4 0,0 2 0,0-3 0,0 1-1044,0 2 0,2-8 1,1 10-1,4-2-675,3-4 1,-7-8-458,3 1 1,-5-7-747,-1-10 1,0-14 0,0-18 496,0-4 0,0-2 0,0 1 0,0-1 134,0 0 1,0-5 0,0 0 0,0 0-190,0-2 0,0 5 0,0-3 0,0 6 112,0 4 1,0-1-1,0 7 213,0 2 0,8 2 0,1 2 0</inkml:trace>
  <inkml:trace contextRef="#ctx0" brushRef="#br0" timeOffset="172">20055 12702 7790,'16'0'0,"1"0"0,-1 0 0,0 0 884,1 0 1,-1 0-1,2 0 1,2 0 44,2 0 0,0-6 1,-8-1-1,-1-2-834,-2-4 0,-8-1 1,3-3-173,-4 1 1,-2 0-1,-2 1 1,-5 2 48,-10 3 0,1 6 0,-8-1 0,3 3 347,-1 2 1,-2 2 0,4 3 0,-2 6 504,2 3 1,8 5-1,1 2 1,0 5-240,2-1 0,2 6 0,7-4 1,0 4-188,0 2 1,0-6 0,3-1 0,6-1-1073,8 0 0,4-10 1,1-1-1,4-4-1670,-1-7 1,6-3 0,-6-5 2343,1-6 0,5-18 0,-6-6 0</inkml:trace>
  <inkml:trace contextRef="#ctx0" brushRef="#br0" timeOffset="173">20431 12195 8229,'-7'9'954,"5"0"0,-4-3-102,4 5 0,2-1 1,2 5-1,2 5 879,1 4 1,8 5 0,-2 7 0,4 6-1314,1 5 0,0-2 0,1 8 0,-1-6-484,0-3 0,-5-8 0,-2 1 0,0-8 6,0-8 0,-5-8-1819,1-2 1,-5-9 878,-5-2 1,-4-2-1,-7-7 1,-3 0 577,-2 0 0,2 3 1,-2-3-1,1 2 332,-2 3 1,4 3 0,-6 1-1,2 0 263,1 0 1,-1 1 0,7 5 0,3 5 999,1 3 1,7 3 0,-1-1 0,3 0-418,2 1 0,7-1 0,4 0 0,3-1-722,3-4 0,5 1 1,1-6-1,3-2-60,3-3 0,2-2 0,-1-5 0,-1-5-3243,-1-3 1,-8-5 3268,1-2 0,5 3 0,-1-6 0</inkml:trace>
  <inkml:trace contextRef="#ctx0" brushRef="#br0" timeOffset="174">20741 12685 9248,'0'17'1650,"0"-1"0,0 1 0,0-1 0,0 2-181,0 4 0,0-4 1,2 4-1,2-4-863,1-2 1,3-5 0,-5 0-3053,3 2 0,1-6 80,-2-1 1,-3-6 0,4-8 2365,-5-8 0,-8-8 0,-2-8 0</inkml:trace>
  <inkml:trace contextRef="#ctx0" brushRef="#br0" timeOffset="175">20692 12342 10875,'-16'0'3121,"7"2"-6716,3 3 3595,5-3 0,1 13 0,0-6 0</inkml:trace>
  <inkml:trace contextRef="#ctx0" brushRef="#br0" timeOffset="176">20790 12081 17464,'8'16'1767,"-5"2"1,8 4 0,4 7-885,5 7 0,-2 8 0,5 9 0,-1 3-290,0 2 0,5 2 0,-5 4 0,-2-6-712,-2-9 0,-1-8 1,-1-10-5937,0-3 1877,-7-12 1,-1-11 1333,-8-10 0,-8-2 2844,-3-4 0,-3-4 0,-2 6 0</inkml:trace>
  <inkml:trace contextRef="#ctx0" brushRef="#br0" timeOffset="177">20888 12587 7947,'-7'-16'0,"-2"-2"334,0-4 0,-4 4 0,8-4 1,1 4 1187,2 2 1,2-1 0,0 1-363,0 0 1,8-1 0,3 3-1,5 3 530,6 5 0,-2 5 1,7 1-1,2 0-836,2 0 0,-4 0 0,0 0 0,1 0-854,-3 0 0,0 0 0,-5 0 0,2 0 0,-2 0 0,-2 0 0,-1 0 0,6-8 0,3-1 0</inkml:trace>
  <inkml:trace contextRef="#ctx0" brushRef="#br0" timeOffset="178">20954 11476 17223,'0'-11'5262,"0"0"-4131,0-2-675,0-1 0,2-1 0,3 1 1,6-1-1,5-3 0,4-2 1,4-2-1,1-1 0,4-3 0,1-1 1,-1 0-870,-2-1 1,-5 8 0,3-1-1506,-1 2 1,-3 5-4985,-4 3 6902,-8 4 0,-2 7 0,-7 0 0</inkml:trace>
  <inkml:trace contextRef="#ctx0" brushRef="#br0" timeOffset="179">21412 10691 7751,'-17'0'0,"1"0"0,5 0 0,2-2 0,0-1 2659,0-3 0,3-1 0,-5 3 5874,-1-1-7158,4-8 0,1 13 0,7 2-1304,0 12 0,2 10 0,3 9 1,8 1-72,7 4 0,0-1 0,7 6 0,2 3 0,2 1 0,4-3 0,1-3 0,2-2 0,-1-9 0,-3 1 0,-3-11 0,-2-3-615,-2-5 0,-1-8 1,1 0-1,-5-8 63,-4-7 1,-2-5 0,-1-6 0,-4-5 443,-6-4 1,-3-2 0,-2 0 0,-2-1 5,-3-4 0,1 3 1,-7-1-1,-2 3 1163,-1 1 1,-8 2 0,-2-10-1,-1 2-748,-4 0 1,2-2-1,-2 6 1,-2-1-314,2 4 0,0 4 0,-2 2 0,2 7 0,1 5 0,8 9 0,-1-1 0,3 5 0,1 5 0,6 4 0,2 8 0,2 1-934,3 4 1,2-4 0,2 4 0,0-3-3043,0 3 0,8-2 3976,3 8 0,10-1 0,5 5 0</inkml:trace>
  <inkml:trace contextRef="#ctx0" brushRef="#br0" timeOffset="180">22033 10871 11254,'-9'7'9448,"1"-3"-8020,8 7 1,0-6-150,0 6-2094,8-7 1,1 8-536,7-6 850,-7-1 874,-2-5 0,-7-2-845,0-3 1157,0 3-686,0-5 0,0 0 0,0-2 0</inkml:trace>
  <inkml:trace contextRef="#ctx0" brushRef="#br0" timeOffset="181">22180 10119 7778,'-9'-2'9830,"3"-3"-7536,-3 3 0,6-5 309,-8 7-1057,7 0 0,-5 0-1156,3 0 0,3 0-390,-8 0 0,5 0 0,-4 0-137,-3 0 1,-2 0-1,-1 0-400,0 0 0,-1 0 0,1 0 0,0 1 173,-1 5 0,6-4 1,0 3-1,-1-3 501,-3-2 1,4 0-1,0 0 1,1 2-145,0 3 1,1-3 0,6 5 155,-3 1 0,1 1 1,7 7-34,3 0 0,4 1 0,9 1 1,2 2 224,2 2 1,7 1-1,-2-3 1,4 2-42,2-2 1,-6 0 0,-1 0 0,-3 2-301,-3-2 0,-2-8 0,-1-1 0,-1 2 0,-5-6-443,0-1 0,-6-4 0,4-4 54,-1-4 0,-3-3 0,-3-7 0,2 0 22,1-1 1,6 6-1,-4 0 1,2-1 215,4-3 1,-4 1 0,2 1 0,2 2 104,1-2 1,-1 4 0,1 0-18,5 2 0,1 1 0,-4 6 1,0 0 0,1 0 0,-3 2 1,-1 4-1,-2 5 192,1 3 1,-4-3 0,-1 0 0,-2 2 277,1 1 0,1 3 0,-3-1-10,1 0 1,1 1 0,-6-1-1,0 0 25,0 1 0,0-1 0,0 0 0,0 1-285,0-1 0,0 0 0,0 1 1,0-1-139,0 0 0,-6-5 0,-1 0 0,-2 2 0,-4 1 0,4-3 0,-2-2 0,0 0-902,2 1 1,-5-7-1,3 3-2933,-4-5 0,-1-1-175,0 0 0,6-1 4010,5-5 0,3-3 0,2-7 0</inkml:trace>
  <inkml:trace contextRef="#ctx0" brushRef="#br0" timeOffset="182">22850 10658 12880,'-11'0'2457,"0"0"1,7-1-1,-3-3 1,2-3-1191,-1-2 1,1-8-1,5-5 1,-2 1-1046,-3-3 1,3-3 0,-4-10 0,3-2-223,-3-3 0,4-2 0,-3-3 0,1 0 0,-1-2 0,1 3 0,-5-6 0,0 4 0,0 5 0,4 6 0,-5-1 0,3 4 0,4 1 0,-1 13 0,0 4 0,-1 1-387,-1 8-9444,6 0 1754,0 7 8077,0 0 0,8 0 0,1 0 0</inkml:trace>
  <inkml:trace contextRef="#ctx0" brushRef="#br0" timeOffset="183">22458 9743 8274,'-17'0'1235,"1"0"0,0-5 0,-1-1 2020,1 2 0,5 3-31,0 1-2810,0 0 1,2 1 0,4 5-351,3 5 1,7 3 0,3 1 0,-1-2-28,0-3 0,6 1 0,-2 4-54,3-4 0,3 1 0,-1-6 79,0-2 1,1-3 0,-1-2 192,0-5 1,-1 2 0,-4-6 4,-6-3 1,2-2 0,-1-1-297,-2 0 1,-3-1 0,-2 3 0,-3 1-130,-2 2 0,-1 6 0,2-4-820,-6 1 1,-4 3-352,-1 5 0,1 2 1,5 3-911,4 6 0,4 4 2246,2 1 0,0 8 0,0 1 0</inkml:trace>
  <inkml:trace contextRef="#ctx0" brushRef="#br0" timeOffset="184">23013 10348 7715,'-9'7'582,"-3"2"1497,6 8 0,-1-3 1,3-1-619,-1-2 1,-1 0-1,8 5-318,4 0 1,-5-5 0,7-2 0,-1 0-579,4 0 1,-2-3 0,2 3 0,1-2-400,3-3 1,-4-2-1,0-2 1,2 0-277,1 0 1,2 0 0,-1-2 0,-2-2-65,-2-1 0,-2-8 0,3 4 0,-3-2-297,-1 0 0,3 6 1,-6-6 45,-1-2 0,-3-1 0,-1-3 425,0 1 0,0 5 0,0 0 475,0-2 0,-1 6 0,-5 0-102,-5 0 1,-3-1-1,-3-3 1,1 6-47,0 3 1,5 2 0,0 0 0,-2 0 124,-1 0 0,3 2 0,0 2 0,0 3-840,2 2 0,-4-4 0,8 6 0,-1 0-2687,-1-2 1,5 6-831,-3-4 3905,3-4 0,2 7 0,0-4 0</inkml:trace>
  <inkml:trace contextRef="#ctx0" brushRef="#br0" timeOffset="185">22572 11607 7641,'-7'-10'-21,"5"-4"1,-5 5 190,-1 0 1,5-6 0,-6 4 0,1-3 0,3-1-1,0 3 731,-1 1 0,-5 5 0,4-5 414,-2-1 1,3 3 395,-4-2-1363,6 7 0,-2-3 0,12 9 436,5 3 0,5 6 0,4 9 0,4 3-406,1 3 1,4-4 0,8 5 0,1 2-361,-2 2 1,-2-4 0,-1-1 0,0-3-753,0-3 1,-6 0 0,-4 0 0,-3 2-98,-5-2 831,-10-9 0,10 11 0,-6-4 0</inkml:trace>
  <inkml:trace contextRef="#ctx0" brushRef="#br0" timeOffset="186">22556 11705 7700,'-17'0'9830,"1"0"-8325,7 0 1,3-6 0,12-1 0,5 0-2429,3-1 0,4 1 0,2 3 0,2-3-1535,-2-2 0,0 6 1,0-3-1,2 2 1615,-2-1 1,4 3 0,-3-3 0,-1 3 842,-1 2 0,-3 0 0,0-2 126,1-3 1,-7 3-47,1-4 0,-5 5 1,3 2 1344,-2 5 1,-1-3 0,-5 8-977,5 2 0,-4-4 1,5 0-1,-2 0 95,1 0 0,7 0 1,-4 4-1,2-2-301,-1 2 0,1-4 0,6 0 0,-1 0 652,0 0 1,1-3-1,-1 3 1,0-2 103,1-3 1,-1-3 0,0-1-888,1 0 1,-6-7 0,-2-6 0,-2-5 91,-3-4 1,-3-7-1,-1 4 1,0-2-734,0-1 0,-1 8 0,-5-3 0,-5 1 567,-3 0 1,-3 6 0,1 5 0,-2 0 346,-4 2 1,4 0-1,-4 5 1,2-1-102,-2 1 1,4 8-1,-4 3 1,4 0-440,2 1 0,5 4 1,2-1-1,0 2-1877,0-2 1,5 3 0,-1-3-1294,3 4 1,4 1 377,3 1 2947,4-8 0,15 5 0,1-5 0</inkml:trace>
  <inkml:trace contextRef="#ctx0" brushRef="#br0" timeOffset="187">22850 11132 7763,'-16'0'3276,"6"8"1,7 1 0,14 7-1012,11 1 0,7 1 0,3 2 1,3 3-1934,3 3 1,-4 1-1,6 4 1,-1-2-1402,-1-2 1,0-5-1,-6 3 1,-1-1-1637,-3-4 0,-5-2 0,-6-3 2705,-1-4 0,-7 3 0,-2-5 0</inkml:trace>
  <inkml:trace contextRef="#ctx0" brushRef="#br0" timeOffset="188">23079 11443 7753,'-17'0'7949,"1"0"-5273,0 0 0,7-2-2655,3-3 0,6-4 0,6-6 0,4 2-518,5 3 1,3 4 0,2-3 0,4 0-1569,1 0 1,2 3 0,4-3 0,-2 0 2064,-1 0 0,-8-2 0,3-5 0</inkml:trace>
  <inkml:trace contextRef="#ctx0" brushRef="#br0" timeOffset="189">23324 11280 19634,'0'16'0,"0"0"642,0 1 0,5-1 1,3-1-1,1-3-430,3-1 0,-4 0 0,-1 4 0,-2-3-1803,1-1 664,7-7 0,-12 1 1,5-10 191,-4-6 1,-2-4 0,-2-3 0,-4-2 402,-5-2 1,2 1-1,0 4 1,0 1 182,0 0 0,5 5 1,-1 0 2707,3-2-471,2 6 0,2 1 1,3 10-941,6 1 0,4 8 0,3-2-1017,4 4 1,-8-1 0,5-1 0,-3-4-826,-3-2 1,-1 0-1,5-3-4085,-1 2 0,-5-1 1026,0-5 3753,0 0 0,-2-7 0,-2-2 0</inkml:trace>
  <inkml:trace contextRef="#ctx0" brushRef="#br0" timeOffset="190">23291 10904 7722,'-9'7'4915,"4"2"0,10 5-2458,6-3 1,9 4-1,4-2 1,1 5-2136,4 4 0,4 7 0,3-4 1,4 2-323,2 1 0,1-1 0,6 6 0,0-3 0,1-2 0,-7-5 0,-1-6 0,-4-1-2346,-7 0 1,-6-7 0,-8-3-6081,-1-4 8426,-7-2 0,-2-8 0,-7-1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540"/>
    </inkml:context>
    <inkml:brush xml:id="br0">
      <inkml:brushProperty name="width" value="0.05292" units="cm"/>
      <inkml:brushProperty name="height" value="0.05292" units="cm"/>
      <inkml:brushProperty name="color" value="#FF0000"/>
    </inkml:brush>
  </inkml:definitions>
  <inkml:trace contextRef="#ctx0" brushRef="#br0">16655 4561 7700,'-2'-31'0,"-1"4"0,-3 3 32,3 1 0,1 4 1,2-2-1,0 1 277,0-2 838,0 11 0,0-16 0,0 10 4241,0-1-4131,0 7 1,0 6 0,0 12 9,0 9 0,5 10 0,3 14 0,-1 11-961,0 12 1,4 12-1,-6 12 1,-3-40-1,0 0-140,-1 4 0,0 0 1,0 4-1,0 1 0,0 5 1,1 1-1,1 6 1,0 1-266,-1 5 0,-1 1 0,1 0 0,0 2 0,0 6 1,0-1-1,0-2 0,1-2 99,-1-1 0,0-1 0,-1-4 0,0-1 0,-1 5 0,0 1 0,0 0 0,0 0 0,0 0 0,0-1 0,-1-9 0,0-1 0,-1 2 0,0 0 0,-1 1 0,1 2 0,0 1 0,0 1 0,-1-4 0,-1 0 0,0 7 0,0 1 0,1-4 0,-1 1 0,0-2 0,1-1 0,0-5 0,1 1 0,1 6 0,2 1 0,-1 1 0,0 1 0,0 0 0,0-2 0,0-6 0,0-1 0,-1 2 0,2 2 0,-1 1 0,1 1 0,2 2 0,0-1 0,-2-4 0,0 0 0,1 6 0,1 0 0,-2-1 0,0-1-19,-1 1 1,0-1-1,0-8 1,0-1 0,0 10-1,0 1 1,-1 0 0,0 0-288,-2-1 0,1-2 1,0-7-1,0-2 1,-3-1-1,-1 0 1,0-1-1,1 1 196,1 0 1,-1-1 0,0-5 0,1-1 0,2 4 0,0 0 0,0-3 0,-1-2 54,1-1 1,0-2 0,0 37-1,2 3 1,0-3-76,0-7 1,6-6 0,1 1 0,0-1 101,1-3 0,3-13 0,-4 1 0,2-4 109,4-5 0,-4-10 0,0 5 0,0-5 29,0-6 0,-5 1 0,1-3 1,-3 1-132,-2-4 1,5-4 0,1 0-1,-3-5 322,-1-4-2204,-2-9 0,0-5 417,0-15 1,-2-4 0,-1-15 0,-3-9 1485,3-6 0,-6-8 0,0-12 0</inkml:trace>
  <inkml:trace contextRef="#ctx0" brushRef="#br0" timeOffset="1">17113 3972 8001,'-17'-16'40,"1"5"0,-2 2 0,-2 2 0,-2 3 0,2 2 1,2 2-1,2 2 170,-1 4 0,3-3 1,1 8-1,4 2-140,2 1 0,-4 3 1,5-1 41,3 0 0,1 1 0,2-1 579,0 0 1518,0-6 21,0-3-831,0-7 1,7 2 0,4 1-482,4 3 0,3-1 0,2-3 0,3 2 383,3 1 0,1 1 0,6-6 0,1 0-1102,4 0 0,6 0 0,12 0 0,10 0-199,8 0 0,10-2 0,6-2 0,-40 1 0,0-1 0,3-1 0,0 1 0,1 1 0,1 0 0,0-1 0,0-1 0,0 1 0,-1 1-41,1 1 0,-1 0 1,-3 1-1,0 0 1,8 1-1,0 0 0,0 0 1,0 0 40,0 0 0,-2 0 0,-4 1 0,-2-2 0,42 0 0,-8-3 0,-5-1 0,-13-6 0,7 3 0,-6 1 0,-3 0 0,-9-4 0,8 6 0,-6-1 0,-5-1 0,-6 3 0,-2-5 0,3 2 0,-3 3 0,-3 1 0,3-1 0,2-3 0,-1-2 0,-6 3 0,1-3 0,1 2 0,0 3 0,-6 2 0,1 2 0,-6 0 0,-4 0 0,-2 0 0,2 0 0,-3 0 108,0 0 0,-10 0 1,6 0-109,0 0 0,0 0 0,-4 0 0,-5 0 0,0 0 0,2 0 0,-4 0 0,2 0 0,2 0 0,1 0 0,3 0 0,-7 0 0,1 0 0,-7 0 0,3 2 0,-7 4 0,0-3 0,0 8 0,0 2 0,0 1 0,0 10 0,0 3 0,0 8 0,0 8 0,0 3 0,0 14 0,0 5 0,0 10 0,0 8 0,0-34 0,0 0 0,0 1 0,0 0 0,0 2 0,0 0 0,0-3 0,0 0 0,0 3 0,0 1 0,1 1 0,0 1-39,2 0 0,-1-1 0,-1-4 0,0 0 0,2 0 0,0 0 1,-2 1-1,0 0 39,-2 1 0,2 1 0,1-6 0,1 0 0,0 6 0,-1 0 0,0-2 0,0-1 0,-1 1 0,0-2 0,-1-2 0,0 1 0,0 5 0,0 1 0,0 3 0,2 0 0,0 3 0,1 0 0,-2-5 0,0-1 0,2 1 0,-1 1 0,0 0 0,-2 1 0,0 0 0,0 0 0,0-2 0,0 1 0,0 3 0,0 0 0,1 1 0,0 0 0,2 0 0,0 0 0,-3-9 0,1 1 0,2 8 0,0 0 0,-2-1 0,0 0 0,-1-2 0,0-1 0,0-1 0,1 1 0,1 0 0,0 0 0,1 3 0,-1 0 0,1 2 0,-2-2 0,0-6 0,0-1 0,-1 8 0,0 0 0,0-1 0,0-1 0,0 1 0,0 0 0,0-5 0,0 1 0,0 2 0,0 2 0,0 0 0,0 0 0,0-3 0,0 1 0,0 1 0,0 0 0,0-5 0,0-1 0,0 2 0,0-1 0,0 2 0,0-1 0,0-4 0,0 0 0,0 6 0,0 1 0,0-2 0,0 1 0,0 0 0,0 0 0,0-5 0,0 0 0,1 3 0,0 1 0,0-1 0,1-1 0,1-1 0,0 0 0,0-2 0,-1 1 0,-1 3 0,-2 0 0,1-1 0,0 1 0,0-1 0,0-1 0,6 35 0,-3-38 0,-1 0 0,2 42 0,-2 2 0,3-12 0,1 10 0,-3-4 0,-1-3 0,3 0 0,1-6 0,-2-6 0,-3-6 0,5-6 0,-1 0 0,-1-6 0,-2-3 0,3-7 0,1-3 0,-3-1 0,-1-3 0,-2-3 0,0-3 0,0-2 0,0-2 0,0-7 0,0 2 0,0-4 0,0-1 0,0-8 311,0-2-311,0-7 0,0-2 0,0-3 0,-2 3 0,-3-4 0,-6 5 0,-4 1 0,-1 0 0,0 0 0,-1 0 0,-1 0 0,-4 0 0,-7 0 0,-7 0 0,-6 0 0,-7 0 0,-2 0 0,-3 0 0,-4-6 0,-9 1 0,-4 1 0,-6 2 0,8 2 0,0 0 0,2 0 0,5 0 0,-5 2 0,5 2 0,-5 3 0,-2 2 0,-2-3 0,-10 4 0,-1 1 0,0-2 0,4 4 0,0-7 0,-2-1 0,2 2 0,-2-5 0,-5 4 0,-6-5 0,43 0 0,0-2 0,2-1 0,-1-1 0,-2 0 0,0-1 0,-40-5 0,4 3 0,5-5 0,9 0 0,4 2 0,5 4 0,-9 1 0,-7 1 0,-5-3 0,-3 2 0,5 12 0,-10 8 0,2 9 0,3 6 0,16-2 0,6 0 0,2 2 0,-1-2 0,5-1 0,-8-3 0,4-7 0,6-5 0,18-8 0,-2 4 0,6-1 0,4-5 0,16-3-434,3-5 0,9-6 0,8-13 434,5-8 0,10-8 0,5-9 0</inkml:trace>
  <inkml:trace contextRef="#ctx0" brushRef="#br0" timeOffset="2">16868 5313 7846,'1'9'2706,"5"-4"0,5-5 1,11-5-1970,5-6 1,11-3-1,9-3 1,9-1 0,15-2-360,13-2 1,-36 11-1,2 0 1,11 3-1,3 0-4,4 0 1,0 0 0,7-2 0,1 0-1,2 0 1,0 2 0,-1 0 0,-1 1-317,0 0 0,2 0 0,13-1 1,0 1-1,-5-1 0,-1 0 1,-1-1-1,1 1 0,-2 0 1,-1 0-19,-3 0 0,-2 0 1,-8-1-1,0 1 0,9 0 1,0 0-16,0 0 0,-1 0 1,-1-1-1,-2 1 1,-11 1-1,-2 0 1,-7 0-1,-1 1 1,-3 1-1,0 1-79,-2 1 1,-2-1 0,38-9 0,7 4-1237,-11 0 1,-11-6 0,-15 6-405,-10 0 0,-24 2 0,-15 7 1054,-12 0 0,-17 2 0,-9 1 640,-8 3 0,1 6 0,0-3 0</inkml:trace>
  <inkml:trace contextRef="#ctx0" brushRef="#br0" timeOffset="3">17946 5427 17732,'-16'8'1080,"0"2"0,-1 5-1420,1 1 0,0 1-718,-1-1 831,8 0 0,2-5 0,7 0 0,2 2 0,3 1 50,6 3 269,11-8 1,-4 4 0,4-6 0,-2 0 0,-2 2 0,0-2 0,-3 3 460,-1-1-412,1 1 1,-1 1 0,-1 0 0,-4 2 0,-2 2 258,-3 1 1,-4 0 0,-4 1-373,-1-1 0,-8-5 1,2-2-1,-3 0-291,-3 0 1,1-5 0,0 1 0,-1-3-529,1-2 0,0 0 0,-1 0 1,1-2-761,0-3 1,5-10 0,2-8 1550,1-3 0,3-1 0,5-6 0</inkml:trace>
  <inkml:trace contextRef="#ctx0" brushRef="#br0" timeOffset="4">18077 5297 7845,'-5'16'3307,"-3"0"-1563,-1 1 1,6-1 0,-3 0-831,4 1 0,4 4 1,4 3-1,3 1 0,2 4-378,0 2 0,0 9 0,5 0 0,-2 0-718,-3-2 0,2-9 0,-6 6 1,1-8-2116,-1-3 0,0-4-4276,-1-9 6573,-5-4 0,-1-22 0,-9-3 0</inkml:trace>
  <inkml:trace contextRef="#ctx0" brushRef="#br0" timeOffset="5">18061 5623 17449,'18'0'890,"2"0"0,4 0-1073,1 0 0,2 0 1,8 0-1,1 0-8015,2 0 8198,0 0 0,2-7 0,2-2 0</inkml:trace>
  <inkml:trace contextRef="#ctx0" brushRef="#br0" timeOffset="6">18469 5574 7845,'-18'2'590,"-2"4"0,-1 3 895,1 0 0,1 5 0,3-3-630,0 4 0,-1-1 1,1-1-1,1-2-617,5 2 1,2 1 0,6 3 0,-1-1 0,-3 0-620,3 1 0,8-8 0,6-4 1,4-3-414,1-2 1,2 0 0,2-2 0,2-3-81,-2-6 0,-2-4 0,-2-1 0,-1 0 679,-4-1 0,2 1 1,-6-1-1,0 1 863,0 0 1,1 7-1,-5 1 1617,3 1 0,1 5-1309,-2-3 1,-3 10 0,4 6-1,-5 4-794,-1 1 0,0 0 1,0 1-1,2-1-1101,4 1 0,-4-7 1,5 0-1722,0-3 0,-3 4 2640,7-6 0,7-7 0,7-7 0</inkml:trace>
  <inkml:trace contextRef="#ctx0" brushRef="#br0" timeOffset="7">18747 5542 9096,'-16'0'1985,"0"0"1,-1 0-353,1 0 0,0 5-1239,-1 1 1,3 1 0,1-3 0,4 3-487,2 2 0,-4-4 0,5 6 1,3 2-1,1 3 167,2 6 1,0-4 0,0 4 0,0-2-266,0 2 1,7-4 0,2 4 0,2-6-469,0-5 0,0 2 1,7-8-1,2-1 44,2-2 614,-8-10 0,8-1 0,-4-7 0</inkml:trace>
  <inkml:trace contextRef="#ctx0" brushRef="#br0" timeOffset="8">18829 5247 7845,'-11'24'1679,"0"3"1,8 1-1,-3 2 1,4 7 230,2 3 0,0-4 0,0 2 0,2-3-1690,4-3 0,3-1 0,5-3-811,-3-7 1,4-3 0,-6-1-1,2-3 1,-2-1-1064,-2-2 0,0-7-5744,-1 1 5936,-5-3 1,7-4 1461,-8-3 0,-6 1 0,1-7 71,1-2 1,2 4 0,2-2 1317,0-1 0,2 3 1,2-2-117,1-2 0,8-2 0,-2-1-1013,3 0 1,-3 1-1,0 3 1,2 1-259,1-2 0,-3 4 0,0-2-1430,2-2 1,-4-1 1427,2-3 0,0 1 0,5 0 0</inkml:trace>
  <inkml:trace contextRef="#ctx0" brushRef="#br0" timeOffset="9">18960 5493 7845,'-2'11'809,"-2"-1"0,-1 3 952,1 2 1,2-4 0,2 0-850,0 1 0,6 8 1,1 2-1,2 0-657,4 1 1,-4-4-1,2 4 1,2-1-1,1 0-538,3-2 1,-1-2 282,0-2 0,1 8 0,-1 1 0</inkml:trace>
  <inkml:trace contextRef="#ctx0" brushRef="#br0" timeOffset="10">16737 10021 7852,'0'16'321,"0"-5"1,2-2 0,5-2 0,9-3 0,12-2 1555,8-2 1,13 0-1,13-2 1,7-3-1,11-6-1205,10-4 1,-41 6 0,0 0 0,9 0 0,1 0 0,4-1-1,3 0-318,4 0 0,1 0 0,-3 3 0,0-1 0,8-2 0,-1-1-374,-7 1 1,0 1 0,9 2 0,1 0 0,-6 0 0,-1 1 0,6 1 0,1 1 0,4 0-1,1 1-151,-1 1 1,-2 0 0,-11 1-1,0 0 1,-3 1 0,0 0 19,-2 0 0,-1 0 0,6 0 0,0 0 0,-4 1 0,-3 0 0,-4 1 1,-3 2-1,-5 0 0,-2 3-552,32 7 0,-26 2 1,-3-1-1,-11-4 191,-9-6 1,-9 3-1,0-3-4988,-4-1 919,-9-3 4581,-2-1 0,-29-7 0,-5-2 0</inkml:trace>
  <inkml:trace contextRef="#ctx0" brushRef="#br0" timeOffset="11">17456 9236 15263,'0'11'1070,"0"0"1,2 2 19,3 1-956,4 10 0,8 1 1,-1 8-1,0 0 0,1 1 1,-1 3-1,0 2 235,1 3 0,-3-5-306,-3 1 0,2-9 0,-6-4-654,2-1-146,-5-10 1,3-8 0,-7-12 0,0-5 0,0-5 323,0-6 1,0 2 0,0-5 0,0-1 360,0 1 0,0 5 0,2-2 1,2 4 3,1 2 1,6 5-1,-4 2 1,2 2 280,4 3 0,2 4 0,1 5 0,0 6 406,1 4 1,-6 8-1,-1 5 1,1 2-442,-2 3 0,4-2 0,-7-4 0,-1-3-1466,2 0 1,-5-6 1267,4 3 0,-5-10 0,-1-3 0</inkml:trace>
  <inkml:trace contextRef="#ctx0" brushRef="#br0" timeOffset="12">18012 9629 7887,'11'0'0,"-2"1"1603,-2 5 1,6-4 1700,-2 3 1,3-3-3054,3-2 0,-1-2 0,-2-3-646,-3-6 0,2-4 1,-8-1-1,-1-1 109,-2 1 1,-4 0 0,-3-1-229,-6 1 1,-4 5 0,-1 2 0,0 0 945,-1 0 1,6 5 0,0-1 0,-1 5 119,-3 5 0,-1-1 0,-1 7 0,3 3-78,3 6 0,-2 0 0,8 6 0,-1-1-325,-1 1 1,5-5-1,-3 5 1,5-3-755,5-3 0,3-1 1,4-5-1,-1-1-577,2-2 1,1-8 0,3 3 0,1-4-1340,4-2 2521,-4 0 0,6-8 0,-8-1 0</inkml:trace>
  <inkml:trace contextRef="#ctx0" brushRef="#br0" timeOffset="13">18388 9465 7881,'-22'7'0,"0"4"919,2 4 1,2 1-1,2 0 1,1 1 1363,4-1 1,-1 0 0,6 1-1,2-1-1649,3 1 0,1-1 1,0 0-1,1 1-1096,5-1 1,-2-5-1,6-2 148,3-2 0,2-1 0,1-6 0,0 0 1,1-2-1116,-1-4 0,0-3 0,-1-7 0,-2 0 571,-2-1 1,-6 1-1,4 0 1020,-2-1 1,-1 1-1,-4-1 1287,3 1 0,-3 5 356,3 0 0,-3 10-1005,-2 1 1,0 7 0,2 9 0,2 0-910,1 1 1,2 1-1,-3 2 1,3 2 16,2-2 0,-5-2 1,3-4-1,-1-1-7909,-1-2 8001,8-7 0,-4 3 0,7-7 0</inkml:trace>
  <inkml:trace contextRef="#ctx0" brushRef="#br0" timeOffset="14">18568 9547 9911,'0'11'2661,"0"0"0,0 1-1788,0 3 1,1 1-1,5 1 1,3 1-202,0 3 0,5 5 0,-4 5 0,0-2-41,1-2 1,-5-5-1,3 3-713,-2-1 0,-1-2-677,-6-6 1,0-9-1,-2-7 204,-4-9 1,3-5-1,-6-4 1,0-4 300,-1-5 0,7-4 0,-3-2 1,5 0 630,1 1 0,0 4 0,1 1 1,3 0 166,1 1 1,8-3-1,-2 8 1,4 1 130,1 1 0,0 5 0,-1 1 1,-2 4-71,-3 2 1,1 1 0,4 8-354,-4 4 0,-4-1 0,-7 11-503,0 8 0,-2-2 1,-3 0-1,-6-4 81,-4-2 0,-1 0 0,0 1-1813,-1-1 1,1-5 0,0-2 1982,-1-2 0,1-1 0,0-6 0</inkml:trace>
  <inkml:trace contextRef="#ctx0" brushRef="#br0" timeOffset="15">19042 9236 8822,'-10'-2'9830,"5"-3"-5595,3 3-2832,2-5 0,0 14 0,2 4-1010,3 4 1,-1 3 0,5 5 0,-2 8-394,-3 6 0,3 8 0,-1-1 0,-1 3 0,1 2 0,-1 0 0,1-7 0,-5-6-1589,5-7 1,-4 0-1,5-9-869,0-5 0,-5-8 1,3-13-1,-3-5 2355,-2-3 1,-7-10 0,-2-1-1</inkml:trace>
  <inkml:trace contextRef="#ctx0" brushRef="#br0" timeOffset="16">18862 9449 10540,'-17'0'3276,"10"-2"1,7-2 0,9-5-1834,6-5 1,1 1 0,0-9 0,3 2-1112,2-2 1,-6 2 0,3-5 0,-2 1-726,-3 4 1,-2 0 0,2 0 197,-2-1 0,-8-7 1,3 7-1,-3 2-856,3 7 3152,-4-3 0,5 15-2101,-7 0 0,0 9 0,2 11 0,3 2 0,-1 0 0,7-6 0,1 2 0,3 4 0,-4-4 0,0 4 0,0-4 0,-2-1 0,5-3 0,-5-1-3428,0-2 0,0-2 3428,-3 2 0,-12-4 0,5-7 0</inkml:trace>
  <inkml:trace contextRef="#ctx0" brushRef="#br0" timeOffset="17">19352 5247 8741,'-9'8'1406,"0"-1"0,5 6 1,-1-2 706,1 1 0,2 3 0,2 3-1814,0 4 1,0 3 0,2 8-1,2 0 1,3 1 0,0 4-1,2 6 1,-1 3-398,-1 2 0,4 0 1,-4-2-1,0-3-506,1-6 0,-3-5 0,-5-6 0,2-5 0,2-4-5187,1-2 5791,0-7 0,-12-9 0,-2-9 0</inkml:trace>
  <inkml:trace contextRef="#ctx0" brushRef="#br0" timeOffset="18">19254 5836 8567,'-11'5'853,"2"3"2943,2 1 1,1-4-2662,6 6 0,0-5 1,2 4-1,2 3-680,1 2 1,6 1-1,-4 0 1,2 3-180,4 2 1,-4 5 0,0 5-1,0-2 146,0-2 1,1 0 0,2 4 0,-3-2-153,-1-2 0,-1-12 0,-3 1-571,1-1 0,8-2 223,-2-3 0,3-10 0,2-10 0,1-5 243,-1-1 0,2-6 0,2-2 10,2-1 1,0 3-1,-6-3 1,1 1 0,-1 4-1737,0 2 0,-5 1 1,0 1-5917,2 0 7477,-6 7 0,8-6 0,-6 6 0</inkml:trace>
  <inkml:trace contextRef="#ctx0" brushRef="#br0" timeOffset="19">17636 11231 21503,'-16'1'61,"1"5"0,2 5-308,2 3 1,6 3 0,-4-1 0,2 0-1239,3 1 569,2-1 0,4 0 1,3-1-1,6-4-10,4-6 0,1-10 782,1-6 0,-1-4 0,0-1 1,-1 0-1,-3-1 0,-2 1-313,-3 0 401,6-1 0,-12 1 1,5 0-1,-4-1 1,-2 1 687,0 0 1,0 5 856,0 0-1022,-8 7 0,7 4 0,-5 11 0,4 4-8,2 1 0,8 7 0,2 5 1,5 3-144,1 1 0,1 3 0,1 1 0,2 4 235,2 2 0,-6 1 0,-7 5 0,0-5-242,0-5 1,-5-9 0,1-3-1,-3-2 81,-2-4 0,-7-2 1,-4-4-1,-5-3-272,-6-5 0,-2-5 0,-5-2 0,2-5-959,-2-5 1,3 0 0,-1-3 0,-2-6-451,-2-4 1,4 2 0,1-5 0,3-2-653,3-2 0,4-7 1943,5 0 0,-4-7 0,6 3 0</inkml:trace>
  <inkml:trace contextRef="#ctx0" brushRef="#br0" timeOffset="20">17979 10887 7856,'-11'15'1587,"0"-4"1,6 3 0,-4-3 0,2 4-174,3 1 0,2 2 0,4 4 0,2 5-1077,1 4 0,6 4 0,-4 1-625,2 2 1,-3 6 0,5-6 0,-1-4-1133,0-5 1,2 0-1,-6-7 1,-1-4-1404,2-5 0,-3-6 2823,7-7 0,0-14 0,5-4 0</inkml:trace>
  <inkml:trace contextRef="#ctx0" brushRef="#br0" timeOffset="21">18143 11231 7856,'-6'16'0,"1"0"0,-3 6 0,5 0 0,-3 0 1901,3 1 1,1-5-1,2 4-149,0-4 1,0-1-1,2-3-1189,3-3 0,4-4 0,8-7 0,-1 0-464,0 0 0,1-7 0,1-4 0,2-3-34,2-3 0,-3-1 1,-6 0-1,-2-2-623,2 0 1,-6 6 0,-1-8-358,-5 4 1,-1 1 0,-1 1-1,-5 1 182,-5 4 1,-9-3-1,-2 5 1,2 0-358,2 3 0,2-1 1090,0 2 0,-1-1 0,1 6 0</inkml:trace>
  <inkml:trace contextRef="#ctx0" brushRef="#br0" timeOffset="22">18388 10920 11320,'-9'7'1803,"-4"2"0,7 8 0,3-1-329,1 0 0,2 3 1,2 4-845,3 10 0,4 1 1,8 10-1,-1 0 1,0-1-930,1 1 0,-1-8 0,-1 0 1,-3-5-774,-1-4 1,-7-12 0,3 0 518,0-6 0,-5-6 0,4-8-305,-5-6 1,-1-9 0,0-4 0,0-1 852,0-4 1,0 3 0,2 1 0,2 1 385,1 4 0,8 2 0,-2 2 1,4 1 450,1 4 1,0-1-1,1 6 14,-1 3 1,0 1 0,-1 4 0,-3 3-397,-1 6 1,-7 4 0,1 3 0,-3 2-654,-2 1 0,-2 3 1,-3-4-1,-6 2-257,-3-2 0,-3-7 1,1-3-1,0 3-1520,-1 2 1,1-6-1,0-4-2962,-1-3 4942,8-2 0,-5 0 0,4 0 0</inkml:trace>
  <inkml:trace contextRef="#ctx0" brushRef="#br0" timeOffset="23">18911 11165 12061,'-17'0'1488,"7"7"1,-1 4-1,-2 4-814,-2 1 0,4 2 0,2 2 0,0 4-587,0 1 0,6-3 0,-3 4-657,4-3 1,4-3-1,4-9-332,5-5 0,3-5 1,1-2-1,-3-7 353,-1-8 0,-2-2 0,4-8 0,-4 3 445,-2 3 0,1-4 0,-5 2 1,3 2-19,-3 2 0,-1 2 1,-2 0 5134,0-1-3817,0 1 0,0 9 0,0 7 1,0 10-858,0 10 1,2 0 0,2 6 0,1-3-483,-1-3 1,-1 4 0,1-2 0,1-2-437,-1-2 0,-2-7 0,0-2 0,1 0-6737,3 0 7316,-1-5 0,2-4 0,2-9 0</inkml:trace>
  <inkml:trace contextRef="#ctx0" brushRef="#br0" timeOffset="24">19042 10822 7876,'-8'16'1333,"6"2"1,-3 2 0,3 6 1026,2 5 0,6 0 0,-1 10 1,1 3-1913,1 3 0,-4-7 0,6 7 0,1-3-618,-1-2 0,-4-13 0,4-2 0,-2-7 85,-3-4 0,5-7 85,2-3 0,4-12 0,1-3 0</inkml:trace>
  <inkml:trace contextRef="#ctx0" brushRef="#br0" timeOffset="25">19417 11034 8820,'-1'-14'1372,"-5"3"1,-3 4 0,-5 9 0,1 1-858,2 3 0,2 6 0,-4-1 1,4 4-15,2 1 1,1 0 0,6 1 0,0-1-434,0 0 0,0 1 0,2-1 0,4-1 112,5-4 0,3 3 0,2-5 35,1 0 1,-1 4 314,0-8 0,-1 3 992,-4-3 1,-6 4-1630,-10 8 1,-4-8-1,-8-2 1,1-2-1801,0 1 0,-1-1 0,1-5 277,0 0 1630,-1 0 0,1 0 0,0 0 0</inkml:trace>
  <inkml:trace contextRef="#ctx0" brushRef="#br0" timeOffset="26">19728 11231 7751,'-7'16'0,"-4"-2"1535,-4-3 0,6 4 0,2-6 1083,0 0-2618,5 6 0,-5-21 0,7 4 0</inkml:trace>
  <inkml:trace contextRef="#ctx0" brushRef="#br0" timeOffset="27">17979 12130 22046,'-11'0'1449,"2"1"-1341,2 5-268,-6-4 0,10 12 0,-7-3 0,3 4 0,4 1 0,1 0-957,2 1 0,0-1 428,0 0 0,2 1 0,1-1 0,4-1 0,3-4 0,2-6-705,3-3 0,1-2 158,0 0 0,6 0 0,0-2 1236,-2-3 0,5-12 0,1-8 0</inkml:trace>
  <inkml:trace contextRef="#ctx0" brushRef="#br0" timeOffset="28">18306 12064 8544,'-11'8'0,"2"2"1174,2 5 0,-4-4 0,4 0 0,-2 1-413,-4 3 1,4 1 0,0 1-1,1-1 299,5 0 1,1 3 0,2 1 0,0 1-1002,0-1 1,0-7 0,0-2 0,2 0-431,3-2 0,4 0 0,9-5 1,2 1 158,2-1 1,0-4 0,-6-4 0,1-3-346,-1-2 1,0-2-1,1-6 379,-1 1 1,-7 0 0,-3-1 211,-5 1 1,-1 0 0,0-1 0,0 1 158,0 0 1,-7-1 0,-4 1-1,-3 0 68,-3-1 1,1 6 0,0 2 0,-1 2-228,1 3 0,0 3 0,-1 1 0,1 0-794,0 0 0,1 7 0,2 2 1,4 2-1355,2 0 2114,-6 0 0,12 5 0,-7 0 0</inkml:trace>
  <inkml:trace contextRef="#ctx0" brushRef="#br0" timeOffset="29">18666 11835 11565,'-9'8'1866,"3"3"1,4 3 0,2 2 0,2 1-926,4-1 0,-3 8 0,8 3 0,2 4-254,1 2 1,3-1 0,-1 1 0,0-2-877,1-4 1,-6 2-1,-1-7-1302,3-2 1,-4-4-1554,2-5 2469,-7-4 1,1-12-1,-8-2 1,-5-2 132,-1-4 1,0-2 0,-4 1 0,3 1 22,-3 2 1,-2 0 0,-1-5 35,0 0 1,5 7 0,0 3 1232,-2 4 1,-1 2-1,-1 2-474,4 4 1,4 3 0,7 7-1,0 0 963,0 1 1,0-1 0,0 0-1846,0 1 1,2-1 0,3-1-2668,6-4 0,4-4 3173,1-7 0,0 0 0,1 0 0</inkml:trace>
  <inkml:trace contextRef="#ctx0" brushRef="#br0" timeOffset="30">18960 12113 8458,'16'8'1741,"-5"-7"0,0 5 48,2-4 1,-4-1-1,2 3-1636,1 2 0,-3-1 1,0-7-859,-1-3 1,-1 1 472,-2-7 0,-1 0 714,7-5 1,-7 0 440,1-1 1,-10 1-647,-6 0 0,2 6 0,0 3 0,-1 2-17,1-1 1,4 1-1,-6 5 75,-2 0 0,-1 2 0,-3 3 137,1 6 1,2-2-1,1 2 1,4 2-86,2 1 1,-4-3-1,5 0 1,1 2 159,-3 1 0,7 3 0,-5-1 0,4 0-187,2 1 1,0-1-1,0 0 1,2 1-361,4-1 0,-3-1 0,8-3 0,2-3 0,1-1 0,3-1 0,-1-3 0,0 1-1504,1-1 1,1-3-1,2-2 1,2-5-1950,-2-5 0,-4-5 3453,-5-6 0,11-3 0,-4-8 0</inkml:trace>
  <inkml:trace contextRef="#ctx0" brushRef="#br0" timeOffset="31">20790 3760 7837,'-10'0'4049,"-1"0"-3409,7-7 1,-3 3-97,7-7 1883,0 7-731,0-10 0,-2 12-1761,-4-3 1,5 10 20,-5 6 0,-1 4 0,1 1-30,3 0 0,-1-5 1,1 0-1,-3 4 238,3 5 0,1-2 0,2 5 0,0-1-73,0 0 0,0 5 0,0-5 0,2 0-249,3 1 0,2-10 1,6 3-1,-2-3 20,2-4 0,1 0 0,2-5 0,1 1-39,-1-1-1,-5-2 1,0-4 0,2-3 23,1-6 1,-3-4 0,-2-1 0,-2-1 140,-3 1 1,-2 0 0,-2-1 0,0 1 83,0 0 0,0-6 0,-2 0 1,-2 2 2,-1 2 0,-8 0 0,4-2 0,-2 0-396,0 5 0,0-1 0,-5 5-665,0-3 1,5 4 0,2 3 0,0 2-1502,0-1 2488,5 1 0,-11 5 0,6 0 0</inkml:trace>
  <inkml:trace contextRef="#ctx0" brushRef="#br0" timeOffset="32">21019 3874 7856,'-16'0'5759,"7"2"-2797,3 4-2666,5-5 1,2 7 0,5-8-1,5 1 1,3 3 0,3 3 1024,-1 2 0,6-3-1180,0 5 1,1-6 0,-3 6 0,4 0 0,-1 0-1,1-2-321,-4-2 0,-2 4-141,-2-5 0,1 5 1,-3-4-1,-1 0-3152,-2 0 1,-7 1-1442,1-3 4914,-3-3 0,-2-2 0,0-9 0</inkml:trace>
  <inkml:trace contextRef="#ctx0" brushRef="#br0" timeOffset="33">21330 3776 7856,'-11'0'129,"0"0"2972,-2 0 1,4 6-1921,-2-1 0,2 8 0,-3-4-888,1 0 0,5 6 0,-3-3 0,0 6-68,0 4 1,3 5-1,-3-3 1,0 0-357,0-1 0,6 5 0,-5-7 0,3-1-2764,-1-2 0,1-1 455,5-1 1,2-1 2439,3-4 0,12-11 0,8-9 0</inkml:trace>
  <inkml:trace contextRef="#ctx0" brushRef="#br0" timeOffset="34">21510 3580 10439,'-11'7'932,"0"4"1,7 4 0,-1 3-74,3 4 1,2-2 0,0 5 0,0 1-146,0-1 1,2-3 0,1 5 0,5 2-1079,1 2 1,-6-4 0,3-1 0,-3-3-976,3-3 1,-4-2 0,3-1 151,-3-1 1,-2-5 0,-2-2 1186,-3-2 0,-4-1 0,-8-6 0</inkml:trace>
  <inkml:trace contextRef="#ctx0" brushRef="#br0" timeOffset="35">21461 3793 7856,'0'-17'905,"0"1"0,5 5 0,2 0 0,1-2 450,-1-1 1,6-3-1,-3 1 1,5 0-1425,1-1 0,1 1 0,-1 2 0,0 1-1048,1 2 1,-1 7-3153,0-1 4269,-7 3 0,6 9 0,-6 2 0</inkml:trace>
  <inkml:trace contextRef="#ctx0" brushRef="#br0" timeOffset="36">21526 3825 7856,'-11'8'0,"0"2"0,2 0 3396,-2 0 1,6-1-2997,10 2 0,-1-3 0,7-8 0,1 0-941,3 0 1,1-2 0,1-2-1,-1-3-436,0-2 1,-1 3-1,-2-3 1,-3 0-118,3 0 1,2-2 1093,1-5 0,0 0 0,1-1 0</inkml:trace>
  <inkml:trace contextRef="#ctx0" brushRef="#br0" timeOffset="37">21820 3531 8057,'11'0'2408,"0"0"1,-7 7 0,1 4 0,-3 6-2005,-2 4 0,5 5 0,1 6 0,-3 3-307,-1 3 0,0-2 1,2 6-1,1-2-846,-1-4 0,-2-8 0,-2-6 0,0-4-2135,0-2 1,-2-7 2883,-4-3 0,-10-12 0,-10-3 0</inkml:trace>
  <inkml:trace contextRef="#ctx0" brushRef="#br0" timeOffset="38">21787 3629 11036,'-9'7'2457,"2"-5"1,16 5-1,6-7 1,5 0-2691,0 0 0,0-5 1,0 0-1,3-1-1064,3-1 1,-5 5-1,5-5 1,-3 1-1663,-3 1 1,-1-1 390,-3 6 2568,0 0 0,1 8 0,-1 1 0</inkml:trace>
  <inkml:trace contextRef="#ctx0" brushRef="#br0" timeOffset="39">21886 3842 7856,'-10'7'6867,"5"-5"-6351,10 3 0,5-3 0,6-2 1,0 0-893,1 0 0,1 0 0,2 0 0,1 0-212,-1 0 1,-1-2 0,-3-1 587,0-3 0,1-7 0,-1 4 0</inkml:trace>
  <inkml:trace contextRef="#ctx0" brushRef="#br0" timeOffset="40">22311 3891 11489,'16'0'3622,"0"0"-2552,1 0-975,-1 0 0,0 0 0,1 0 1,-1 0-1,0 0 0,1 0 0,1 0-278,4 0 1,-4 0-436,4 0 0,-4 0 0,-2 0 1,0 0-1,1 0 618,-1 0 0,-7-8 0,-2-1 0</inkml:trace>
  <inkml:trace contextRef="#ctx0" brushRef="#br0" timeOffset="41">22588 3744 15864,'11'0'2408,"0"0"-2246,2 0 1,-4 0 0,2 0-325,2 0 0,1 0 0,2 0 0,1 1-523,-1 5 1,-5-4 0,0 5 311,2 0 1,1 0 0,1 6 445,-4-2 1,-2-2 0,-6 4 0,3-2 236,-3 1 1,-3 3-1,-3 1 1,-5 1-66,-1-1 0,0-5 1,-3 0-1,1 2-524,-2 1 0,4 1 0,0-3-3651,2-1-515,-6 0 4445,11-2 0,-5-2 0,7-7 0</inkml:trace>
  <inkml:trace contextRef="#ctx0" brushRef="#br0" timeOffset="42">23144 3727 7856,'-5'-11'349,"-3"2"1841,-1 2-1390,6 1 0,-5 5 0,7-3 0,-3-3 3411,-1-2-3521,-8 5 0,9-3 1088,-7 7-1241,8 0 0,-6 0-384,3 0 1,4 2-1,-5 1 1,2 4-28,-1 3 1,-5 0 0,6 7 0,-1-1-123,-1 1 1,5-1-1,-3 0 1,3 1-394,2-1 0,0 0 0,0 1 1,0-1 19,0 0 0,2 1 1,3-1-1,4 0 180,0 1 1,6-1 0,-4-1 0,3-3 85,3-1 1,-1-5-1,0 3 1,1-2 112,-1-3 1,0-3 0,1-1 0,-1 0 93,0 0 0,1-1 1,-1-3-1,1-3-62,-1-2 1,-5 3 0,0-5-1,0-1-104,-2-3 0,3 4 0,-4 0 0,1-1 30,3-3 1,-4-1 0,-3-1 0,-1 1 122,1 0 1,-3-1 0,3 1 0,-3 0 153,-2-1 0,0-1 0,-2-2-31,-3-2 0,1 0 1,-7 8-1,-1 1-73,-3 2 0,-1 8 1,-2-3-1,-2 4-281,-2 2 1,-5 0 0,3 0-1,0 0-415,1 0 1,-1 2 0,4 2 0,-1 1-1545,1-1 0,7 3-49,2-1 0,7 6-248,-1-1 2396,3-3 0,9 6 0,2-5 0</inkml:trace>
  <inkml:trace contextRef="#ctx0" brushRef="#br0" timeOffset="43">23046 3662 7549,'-9'0'5582,"2"2"-2809,7 3-2114,0-3 1,1 5 0,5-7 0,5 0-174,3 0 1,8 6 0,0-1 0,0-1-334,1-3 1,-4-1 0,2 0-25,-3 0 0,-3 8 0,-4 3-488,-6 3 1,-5 3-1,-7 1 1,-7 2 200,-6 1 1,-8 3-1,7-4 1,1 0-310,1-5 1,3 1 182,0-5 0,8-4 1,8-1 248,10-5 1,4-8 0,4-2 0,2-2 250,2 0 1,0 2-2,-6-2 1,-1 6 645,-4 10 0,-6 4 0,-10 8 0,-6-1-704,-4 0 1,1 1 0,1-1 0,4 0-843,2 1 0,1-6 0,8-2 544,3-2 0,12-3 0,10-10 0,6-5-21,5-3 1,-4-3 0,4 1 0,-3 0-51,-2-1 1,-8 8-1,-5 2-332,-7 0 1,-6 7-1,-11-2 1,-7 7-1047,-10 4 1590,-8 2 0,-4 13 0,0 1 0</inkml:trace>
  <inkml:trace contextRef="#ctx0" brushRef="#br0" timeOffset="44">22049 4675 7851,'-9'2'2151,"2"2"-231,-1 1-524,7 1-414,-7-6-423,8 0 0,2 0 1,4-2 129,4-4 1,5 3-1,1-6 1,1 0-277,-1 0 0,0 5 0,1-3 1,1 1-92,4 1 0,-4-6 0,4 5 0,-2 3-53,1 1 1,-2 2-1,2 0 1,-2 0-1,-3 0 1,0 2 0,1 3-356,-1 6 1,-7 4 0,-4 1 0,-1 2 3,1 4 1,-3-4 0,4 4-1,-4-2 107,-2 2 0,-2-4 0,-2 4 0,-3-4 72,-2-2 1,-2 0 0,-4 1 0,1-1-273,-3 1 1,8-1-1,-11-2 1,0-1-295,2-2 1,0-6 0,2 5 0,-1-1-149,1 0 0,5-6 0,0 3-2047,-1-4 2260,4-2 1,1-8 0,9-3 394,3-3 1,-1 3 0,7 0-48,2-2 0,1 1 0,1-1 0,-3 4 1102,-1 2 1,-5 1 0,5 6 95,1 0 1,3 0 0,1 0-694,1 0 1,-1 0 0,-2 2-245,-3 3 1,2-1-1,-6 7-1970,2 2 1,-5-4-6502,1 2 8266,4-8 0,1 5 0,6-8 0</inkml:trace>
  <inkml:trace contextRef="#ctx0" brushRef="#br0" timeOffset="45">22637 4430 7812,'11'0'4924,"0"0"-2757,-7 0-931,3 0-533,-7 0 1,-2-5 310,-3-1-756,3 1 0,-11 7-205,8 3 1,-2-1-66,1 7 1,4-1 0,-3 7-147,3-1 0,2 0 0,0 1 1,0-1 6,0 1 0,0-7 0,0 1 0,0 2-276,0 2 1,2-5-1,3 0 151,6-3 1,2 0-1,0-3 1,-2 1 78,1-1 0,-3-2 0,2-2 297,2 0 1,-4-6 394,2 1 1,-7-8-58,1 2 1,-5 4 0,-4 0-196,-1-1 1,-2 6 0,1-3-521,-5 3 1,-3 2-1079,-3 0 0,1 0-2987,0 0 3130,7 0 1,1 2 1211,8 3 0,-7-3 0,-2 6 0</inkml:trace>
  <inkml:trace contextRef="#ctx0" brushRef="#br0" timeOffset="46">22932 4414 8646,'0'-9'6927,"0"1"-6418,0 8 1,0 8 0,0 3-204,0 3 1,0-3 0,0 0 70,0 2 0,1 1-173,5 2 0,3 1 1,7-3-193,1-3 0,-1-3 0,0-8 0,1 0-174,-1 0 0,0 0 0,1 0 0,-1 0-197,0 0 0,1 0 0,-1 0 0,0 0-1324,1 0 0,-6-6 0,0-1-518,1-2 1,-4 3 2200,-3-5 0,4 0 0,0-5 0</inkml:trace>
  <inkml:trace contextRef="#ctx0" brushRef="#br0" timeOffset="47">23177 4365 8415,'-9'2'2970,"3"3"0,-1-1-1613,2 7 0,-3-6 0,5 6-653,-3 2 0,1 3 0,5 4 1,0 4-436,0 1 0,0-3 0,0 5 0,0 0-386,0-1 1,2 5 0,1-6 0,3 0-1027,-3-3 1,-1-4 0,0-3 0,2-2-2373,1-2 0,0-6 3515,-5 6 0,0 0 0,0 5 0</inkml:trace>
  <inkml:trace contextRef="#ctx0" brushRef="#br0" timeOffset="48">21085 12391 18569,'-17'0'1048,"1"0"1,5 0 0,0 0-794,-2 0 1,-1 0-1,-2 0 1,1 2 613,4 3-759,-3-3 1,5 11 0,-6-6 0,2 2-1,4 4 1,0 2 0,2 3-369,0 4 173,1-4 0,6 11 0,0-6 0,0 1 0,2 1 1,3-1-1,6 1-153,4 1 1,7-6 0,1 0-1,1-6-37,-1-3 0,7-7 0,-3 1 1,2-3 72,-2-2 1,2-2 0,-5-5-1,-1-7-59,1-6 0,-2-4 0,-8 4 0,-1-4-10,-2-1 1,-6 0 0,4-3-1,-1 5 16,-5-1 1,-1 6-1,-2-4 1,0 4 412,0 2 1,-7-1 0,-6 1-116,-7 0 1,2 5 0,-4 2 0,4 0-360,2-1 0,-1 7 1,1-3-1,0 5-377,-1 1 0,1 0 0,0 0-932,-1 0 0,8 1 0,4 5-568,3 5 2193,2-4 0,0 15 0,0-4 0</inkml:trace>
  <inkml:trace contextRef="#ctx0" brushRef="#br0" timeOffset="49">3269 3155 8765,'0'9'3179,"0"-2"0,0-8 1,1-3-2333,5-2 1,-4-6 0,5 3 216,0 0-116,-5-6 1,5 11-1,-7-6 1,0-3 0,-1-2 1069,-5-1-2018,-3 7 0,-7-4 0,-2 6 0,-4 0 0,-6-2 0,-2 1 0,-3-1 0,0 0 0,-7-2 0,-2 2 0,-7 2 0,0 1 0,-1 1 0,-5 1 0,-5 3 0,-3 1 0,-5 0 0,1 0 0,-2 0 0,0 0 0,6 1 0,-6 3 0,5 1 0,4-1 0,13 0 0,0-1 0,3 3 0,2-3 0,6 1 0,-2 0 0,2 3 0,-3 2 0,3 2 0,-6 5 0,1 2 0,-1 4 0,2-2 0,-6 7 0,-1 2 0,2 2 0,5-3 0,0-1 0,4 2 0,5 2 0,3 1 0,1-1 0,5-2 0,4-1 0,9-7 0,4 5 0,3-1 0,2 1 0,0-3 0,0 6 0,2 4 0,3 2 0,6-4 0,9 5 0,4-3 0,1-1 0,2-8 0,8 9 0,3-3 0,6 1 0,6 2 0,7 0 0,6-1 0,4 1 0,-1 5 0,8 0 0,1-1 0,-1-3 0,-8-1 0,3-2 0,0-2 0,-2-2 0,2-12 0,-2 1 0,4-3 0,3-4 0,-6 3 0,10-6 0,-8-2 0,-6-3 0,-8-1 0,4 0 0,0-1 0,-2-5 0,0 2 0,-5-6 0,3-3 0,2-2 0,2-3 0,2-2 0,-4-2 0,-3 2 0,-13 2 0,5 2 0,-5-2 0,-6-4 0,-7 4 0,-4-4 0,-1 4 0,-4 1 0,4-1 0,-3 0 0,-1-2 0,-2 0 0,-1 6 0,-1-8 0,-1 4 0,-4 1 0,3-1 0,-3-4 0,4-5 0,-6 4 0,-4 1 0,-1 4 0,1 1 0,-3-1 0,3-2 0,-3-2 0,-2 2 0,-5-5 0,-3-2 0,-1-4 0,-3-2 0,-3 0 0,-1 1 0,-1-3 0,1-3 0,-2 7 0,-2-3 0,-2 1 0,2 4 0,-5 0 0,-1 0 0,-1 3 0,0 5 0,1 6 0,-3-7 0,0 6 0,-5 5 0,-1-2 0,-8 8 0,-3 1 0,-1 2 0,-4 1 0,-1-3 0,-3-2 0,2 3 0,3 1 0,1 2 0,0 0 0,-1 0 0,7 0 0,3 0 0,4 0 0,5 0 0,2 0 0,-4 2-1240,0 3 1,13-1 0,4 7-3267,1 1 0,8-2 4506,2 0 0,10 9 0,4 6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590"/>
    </inkml:context>
    <inkml:brush xml:id="br0">
      <inkml:brushProperty name="width" value="0.05292" units="cm"/>
      <inkml:brushProperty name="height" value="0.05292" units="cm"/>
      <inkml:brushProperty name="color" value="#FF0000"/>
    </inkml:brush>
  </inkml:definitions>
  <inkml:trace contextRef="#ctx0" brushRef="#br0">6472 3564 11992,'-9'0'9830,"2"0"-7099,7 0 1,0-2-1346,0-4-1386,0 5 0,2-8 0,3 5 0,6-3 0,5-1 0,6 1 0,-2-6 0,7 2 0,1-1 0,4-1 0,1 2 0,0 0 0,1 0 0,4 0 0,-3 2 0,3-2 0,-9 2 0,-2 6 0,1-3 0,-3 3 0,-1 1 0,-1 2 0,-8 0 0,5 2 0,0 3 0,0-1 0,-4 7 0,-5-2 0,0 2 0,-6 1 0,6-6 0,-7 1 0,1-1-6514,-3-5 3241,-2 7 1,-2-10-1,-1-4-1330,-3-5 4603,1-3 0,-3-2 0,-1-1 0</inkml:trace>
  <inkml:trace contextRef="#ctx0" brushRef="#br0" timeOffset="1">7126 3057 7880,'-14'2'1158,"1"3"0,2 4 887,-2 0 3534,6-1-2538,-8-1-1785,14-5 0,-7 7 0,10-6 91,4 3 0,-3-1 1,8-3-1348,2 4 0,0-3 0,-1 6 0,-1-1 0,2-5 0,1 4 0,3 1 0,-1-1 0,0 0 0,1 4 0,-1-4 0,0 1 0,1-1 0,-1 4 0,1-4 0,1 0 0,3 1 0,-2 3 0,1-4 0,-6 2 0,-3 4 0,0-4 0,5 2 0,1 1 0,-6 1 0,-2 0 0,-2-2 0,-2 0 0,-5 5 0,0-5 0,0 0 0,0 1 0,-1-3 0,-5 2 0,-3 0 0,-6 6 0,1-1 0,-2 0 0,3-3 0,-9 2 0,2 3 0,-2 0 0,4 2 0,-4 0 0,4 2 0,2-2 0,-1-2 0,1-2 0,0 0 0,1-5 0,3 0 0,1 2-2424,7-6 0,-3-1 0,9-10-7311,3-1 9735,4-8 0,15 4 0,1-8 0</inkml:trace>
  <inkml:trace contextRef="#ctx0" brushRef="#br0" timeOffset="2">8041 3286 7909,'0'-11'6018,"2"0"-2373,4-2-3122,-5-1 1,7 3-1,-6 2 1,1 0-1,3 0 1,-1-2-1,1 0 1013,-1 0 1,2 5 0,-3-4-125,1-3 1,8 4-1413,-2-2 0,-2 7 0,2-1 0,2 3 0,1 2 0,-3 0 0,0 0 0,3 0 0,6 0 0,-1 0 0,2 2 0,-1 1 0,2 3 0,-4 7 0,4-3 0,-4 5 0,-1 1 0,-1 1 0,0-1 0,1 0 0,-1 1 0,-5 1 0,-2 2 0,0 4 0,0 1 0,-5-3 0,1 3 0,-3 1 0,-2-1 0,0-3 0,0 5 0,0 2 0,0 2 0,-5-4 0,-3 0 0,-1 3 0,-3 0 0,2-2 0,0-1 0,-3 2 0,-2 2 0,-1-6 0,0-1 0,-1-2 0,1 0 0,0-1 0,1-4 0,2-3 0,2-3 0,6 2 0,-6-8-1,-2-1 1,4-2-1,-2-2-683,-1 0 0,4-2 0,1-4 382,0-4 1,5 0 0,-3 0 281,3-3 1,2 4 0,0-2 523,0-2 0,0-1-199,0-3 1,2 3-1,3 1-32,6 2 0,4 7 0,3-3 0,2 2-273,1-1 0,3 1 0,-4 5 0,4 0 0,1 0 0,1 0 0,3 0 0,-4 0 0,-1 0 0,-1 7 0,-3 2 0,2 2 0,-2 0 0,-7-6 0,-2 5-3618,1-3-4074,-4 6 2174,-1-12 5518,-7 7 0,-7-16 0,-3-1 0</inkml:trace>
  <inkml:trace contextRef="#ctx0" brushRef="#br0" timeOffset="3">8842 2714 15119,'-2'-9'7108,"-3"3"-5910,3 4 0,-12 4-399,3 4 0,2-3-588,-2 8 0,5-2 1,-3 4-1,2-2-186,3 2 1,-3 1-1,2 2 1,1 1-32,2-1 1,-3 0 0,-1 1-1,3-1-196,1 0 1,2 1-1,2-1 1,1 1-187,3-1 1,6-5 0,-1 0 0,4 0-3,1-2 0,1 3 1,-1-4 99,0 1 1,1-6-1,-1 3 102,0-4 1,-5-2 24,0 0 1,-7-2-1,3-2-192,0-1 1,-5-8 260,4 2 1,-5 2 40,-1-2 1,-1 7 0,-3-3 98,-2 0 0,-1 5-235,2-3 0,1 1-129,-7-1 0,0 3-605,-5-4 1,5 5-922,0 1 1,0 0 199,-5 0 1,5 0-1514,0 0 3157,8 0 0,-12 0 0,6 0 0</inkml:trace>
  <inkml:trace contextRef="#ctx0" brushRef="#br0" timeOffset="4">9218 2714 7886,'-9'-8'3717,"0"7"-1168,4-5-1331,-4 4 0,-2 2 1151,0 0-1091,7 0 0,-5 0-405,4 0 0,3 8 1,-4 2-706,4 5 0,2-4 0,0 0 0,0 2-152,0 1 0,0 2 0,0 1-156,0-1 1,0 0-1,2 1 8,4-1 0,-3-1 0,6-3 0,1-3 123,-1-1 1,-4-1-1,6-3 15,2 1 1,1 1 0,3-6 127,-1 0 0,0 0 1,1 0 17,-1 0 1,-5-8 0,0-3-1,0-3 152,-2-3 0,3 1 1,-4 0-1,-1-1-20,0 1 0,-1 0 0,-6-1 1,0 1-105,0 0 0,0-1 0,0 1 1,0 0-11,0-1 1,0 6 0,-2 2 0,-4 0-171,-4 0 0,-5 6 0,-1-3-545,-1 4 1,1 2 0,0 0 0,-1 2-306,1 4 1,0 1-1,1 6 1,2-3-1062,2 3 0,1 2 1,-5 3 1910,4 4 0,-3-4 0,4 5 0</inkml:trace>
  <inkml:trace contextRef="#ctx0" brushRef="#br0" timeOffset="5">9414 3613 8702,'-16'0'9179,"5"0"-7440,0 0-87,8 0-1106,-5 0 1,8 2 0,2 1 573,4 3 1,-3-1-360,8-5 0,0 6-874,5-1 0,-5 0 0,0-5-151,2 0 1,-4 0 0,0-1-246,-2-5 0,-1 3 172,-6-8 1,0 0 481,0-6 0,-2 8 750,-4 4 0,3 3-582,-8 2 0,5 0-132,-4 0 0,4 0-2947,-5 0-1140,8 0-1470,-5 0 5376,8 0 0,0 7 0,0 2 0</inkml:trace>
  <inkml:trace contextRef="#ctx0" brushRef="#br0" timeOffset="6">9888 3073 7789,'-9'0'5192,"-3"-2"-3907,6-3 1,1 1 2902,5-7-2473,0 8 0,1-6 0,5 5-493,5-1 0,3-1 1,3 4-1194,-1-3 1,0 3 0,1-3 0,-1 3-30,0 2 0,1 0 0,-1 0 0,2 2 0,4 3 0,-4-3 0,4 5 0,-4 1 0,-1 2 0,1-1 0,2 4 0,0 4 0,-6 3 0,3 3 0,-7-1 0,3 5 0,-2 4 0,2 2 0,-8-1 0,1 1 0,1 0 0,-5 0 0,3-1 0,-3 1 0,-2 0 0,-2 1 0,-1 2 0,-5 3 0,-1-3 0,0-3 0,-4-4 0,3-4 0,-3-1 0,-2-1 0,-1-3 0,0 0 0,-1-5 0,-5 1 0,1-7 0,1 2-40,2 0 1,-4-7 0,0 1 0,2-1-534,2 1 1,1-3 0,1 3 52,0-3 1,5-2-291,0 0 524,0 0 0,2-2-19,4-3 0,5-4 231,5-7 0,2-1 0,6 3 0,-2 1 108,2 2 1,1 6 0,2-6 127,1-2 1,-1 6 0,0 1-1,3 3 820,2-3 0,-2 4 1,2-3-1,-2 3-853,-3 2 1,2 0-1,2 2 1,2 2-130,-2 1 0,0 8 0,-2-2 0,0 1 0,-3-1 0,-3 4 0,3-4 0,-2 3 0,-3 3 0,-6-6-6480,2-1 3919,3-6 1,-8 1-1,5-10 2561,-4-6 0,-2-11 0,0-3 0</inkml:trace>
  <inkml:trace contextRef="#ctx0" brushRef="#br0" timeOffset="7">10199 2517 14174,'9'0'4915,"-2"0"0,-5 0-4489,4 0 1,-5 2-532,5 4 153,-4-4 1,3 7-1,1-4 1,-3 6 109,-1 4 0,0-5-173,3 1 1,-3-5-428,3 5 0,-1-2-82,2 2 0,-5-2 69,5-4 0,1-1 477,-1 7 239,-1-8 1,-3 5 370,3-8 0,-1 0 1306,7 0-1390,-8 0 1,12 0-498,-4 0 1,-2 0-1,0-2 1,0-2-34,0-1 1,-3-3-1,5 5-91,1-3 0,3-6 0,1 3-169,0-1 0,-5 1 0,0 6-526,2-3 1,1-5-563,3 6 0,-1-6-211,1 6 1,-7-1-484,1 6-323,0 0 1,0 0 457,0 0 1889,-7 0 0,3-7 0,-7-2 0</inkml:trace>
  <inkml:trace contextRef="#ctx0" brushRef="#br0" timeOffset="8">10460 2468 16088,'0'-9'4581,"6"9"1,1 9-4001,2 1 0,-5 4 0,3-3 1,-1 5-309,-1 6 1,6-2 0,-4 7 0,0 2-325,1 2 1,-1 2 0,-3-2 0,3-2-1083,2-2 1,-5-5-1,1 3-2250,-3-1 0,0-8 3383,3-5 0,4-14 0,8 1 0</inkml:trace>
  <inkml:trace contextRef="#ctx0" brushRef="#br0" timeOffset="9">19973 11132 13216,'0'-10'3780,"0"-1"-3002,0 7 1,0-5-180,0 4-530,0 3 0,0-7 0,-2 5 64,-3-1-60,3-1 0,-7 6 1,5-2 923,-1-3-763,-8 3 1,10-5 0,-8 7 0,-2 0-1,-2 0-54,-1 0 0,0 0 0,-1 0 1,1 0-76,0 0 1,-6 0-1,0 0 1,2 0-147,2 0 0,2 0 1,-1 0-1,1 0 135,0 0 1,-1 0 0,-1 0 36,-4 0 1,4 0 0,-4 0-1,4 0-13,2 0 0,-6 0 0,-2 0 1,1 0-80,-1 0 0,-5 2 1,4 1-1,-2 3 39,-1-3 1,6-1-1,-3-2 1,1 0-147,4 0 1,2 0-1,2 0 1,0 0 7,-1 0 0,1 0 0,-2 0-16,-4 0 0,9 0 0,-3 0 0,1 2-37,1 3 1,3-3 0,0 4 0,-2-5 103,-1-1 1,-3 2-1,1 2 1,0 1 6,-1-1 1,1-2 0,0-2-1,-2 0 9,-4 0 1,4 0 0,-4 0-1,4 0-6,1 0 0,-1 0 0,-2 0 0,-2 0-16,2 0 1,2 0-1,2 0 1,-2 2 10,-4 3 0,4-3 1,-4 5-1,2-1 35,-2-1 0,4 2 0,-4-1-92,4 5 0,2-2 1,-1 2-166,1 1 1,5-3 0,2 4 0,2 3 86,3 4 0,-3 4 0,0-4 1,-1 4 86,1 1 1,2-3 0,5 3 0,-2 3 80,-4 2 0,5-6 0,-5 9 0,4-2 66,2 0 1,0-4 0,2 0 0,2 2 8,1 2 0,1-4 0,-6-1 0,0-1 12,0 0 0,0-5 0,0 2 0,2-2 61,3 2 1,-1-4-1,5 4 1,0-4-87,0-2 1,4 1 0,8-1 0,7 2 56,2 4 1,5-7 0,1 5 0,4 0 62,2-2 1,2 2 0,3 0 0,-2 2 37,-1-2 1,-2-2-1,3-4 1,-3-1-55,-2-2 1,-2-2 0,-5 4-1,-1-4-128,1-2 0,1 0 0,1-3 0,1 1 17,1-1 1,-5 0 0,10-1 0,0 3-36,0-3 0,-4-1 1,5-2-1,3 0 102,1 0 0,-3 0 0,-1 2 1,3 2-152,1 1 0,-4 0 0,1-5 0,1 0 0,3 0 0,-3 0 0,2 2 0,6 2 0,3 1 0,4 1 0,2-6 0,-4 0 0,-4 0 0,-6 0 0,4 2 0,-5 1 0,-3 3 0,-13 1 0,2-3 0,-4 1 0,-4-1 0,1 3 0,-5-2 0,7-1 0,-3-2 0,0-2 0,1 0 0,-1 0 0,3-2 0,4-2 0,3-3 0,3-2 0,-2 4 0,6-4 0,0-1 0,-1 1 0,-8 4 0,2-4 0,-3 0 0,-3 0 0,-5 3 0,1-3 0,1 2 0,-1 3 0,-3-3 0,4 2 0,-3-1 0,-3-1 0,0 3 0,0-5 0,4 2 0,1 3 0,-3-3 0,3 0 0,1-1 0,-1 1 0,4-4 0,8 4 0,1 0 0,-2-1 0,-1-4 0,-3 3 0,1-2 0,0 0 0,-6 7 0,-2-3 0,-1 2 0,-4-1 0,-2-5 0,-2 4 0,1-2 0,-6 5 0,-2-3 0,0 1 0,0 1 0,-4-2 0,6 1 0,0 3 0,5-6 0,1 1 0,-1 5 0,-5-5 0,0 3 0,2 0 0,1-3 0,3 5 0,-1-6 0,0 1 0,-5-3 0,0 6 0,-6-8 0,6 2 0,-7-3 0,1-3 0,-3 1 0,-2 0 0,0-1 0,0 1 0,0 5 0,0 0 0,0-1 0,-2-1 0,-1 0 0,-4 2 0,-3-1 0,7 2 0,-4 0 0,1-3 0,1-2 0,-6 4 0,3 0 0,-1-1 0,-3-3 0,3-1 0,-2 0 0,-2-1 0,4 3 0,-2 1 0,-2 2 0,4 6 0,-2-4 0,-1 1 0,3 3 0,-2 3 0,-2-3 0,4 3 0,-2-4 0,-2 4 0,4 2 0,-2 0 0,-1 0 0,-3 0 0,-1-1 0,-1-5 0,1 4 0,0-3 0,-1 3 0,1 2 0,0-5 0,-1-1 0,3 1 0,3-2 0,-4 3 0,4-5 0,-3 0 0,-2 0 0,-1 3 0,1-3 0,-1 0 0,1 0 0,0 3 0,-1-4 0,1-3 0,0 4 0,-1 0 0,1 1 0,0 5 0,-1-4 0,3-1 0,1 1 0,2 0 0,0-4 0,-5 4 0,0-1 0,-1 1 0,5-4 0,-1 4 0,-2 0 0,3-1 0,-1-3 0,-3 6 0,-1 0 0,1-3 0,5 5 0,0-6 0,-2 1 0,-1 5 0,-2-1 0,-1 0 0,1-1 0,-1 1 0,1-3 0,0 2 0,-1 1 0,1 2 0,0 2 0,-1-2 0,1-1 0,0-3 0,-2 1 0,-2 5 0,-2 0 0,0 0 0,6 0 0,-1 0 0,1 0 0,5 0 0,0 0 0,-2 0 0,-1 0 0,-2-6 0,-1 1 0,1 1 0,5 2 0,0 2 0,-2 0 0,4 0 0,-2 0 0,-1 0 0,3 0 0,-2 0 0,-2 0 0,4 0 0,-2 0 0,0 0 0,-5 0 0,-1 0 0,1 0 0,5 0 0,0 0 0,6-5 0,-6 0 0,6-1 0,-6 6 0,-2 0 0,6-2 0,-1-1 0,1-3 0,-2 1 0,-7 5 0,-1-6 0,1 1 0,0 1 0,5 2 0,0 1 0,-2-5 0,-1 4 0,-3-3 0,1 3 0,0 2 0,-1 0 0,1 0 0,0 0 0,-1 0 0,1 0 0,0 0 0,-1 0 0,1 0 0,-1 0 0,7 0 0,-1 0 0,-2 0 0,-2 0 0,5 0 0,-1 0 0,-2 0 0,-2 0 0,-1 0 0,0 0 0,-1 0 0,1 0 0,0 0 0,5 0 0,0 0 0,5 0 0,-4 0 0,6 0 0,-3 0 0,7 0 0,-2 0 0,-4 0 0,3 0 0,-8 0 0,5 0 0,-4 0 0,4 0 0,-5 0 0,0 0 0,-5 0 0,5 0 0,0 0 0,-2 0 0,4 0 0,-2 0 0,6 0 0,-6 0 0,-2 0 0,4 2 0,-2 3 0,6-3 0,-6 4 0,6-5 0,-6-1 0,7 0 0,-10 0 0,10 0 0,-7 0 0,7 0 0,-3 0-5553,7 0 3651,0 0 0,0 8 1,0 1-1</inkml:trace>
  <inkml:trace contextRef="#ctx0" brushRef="#br0" timeOffset="10">15266 11018 7926,'-17'2'4151,"1"1"-678,0 3-453,7-1 2152,1-5-3009,8 0 1,2 0-1863,4 0 0,-3 0-301,8 0 0,-5 0 0,5 0 0,1 0 0,3 0 0,1 0 0,2 0 0,4 0 0,4-1 0,6-3 0,3-2 0,3 3 0,5-4 0,10 1 0,3 1 0,3-3 0,0 7 0,7-5 0,-1 4 0,1 2 0,-8 0 0,-4 0 0,-3 0 0,-2 0 0,-5 0 0,-3 0 0,-1 0 0,-3 0 0,-6 0 0,-2 0 0,3 0 0,3 0 0,-10-1 0,6-3 0,-2-2 0,2 3 0,-7-4 0,7 1 0,-6 2 0,-5 3 0,-2 1 0,-1 0 0,-1 0 0,-7 0 0,-2 0 0,-7 0 0,0 1 0,0 5 0,0-4 0,0 5 0,0-7-1775,0 0 0,0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601"/>
    </inkml:context>
    <inkml:brush xml:id="br0">
      <inkml:brushProperty name="width" value="0.05292" units="cm"/>
      <inkml:brushProperty name="height" value="0.05292" units="cm"/>
      <inkml:brushProperty name="color" value="#FF0000"/>
    </inkml:brush>
  </inkml:definitions>
  <inkml:trace contextRef="#ctx0" brushRef="#br0">3105 2109 8308,'-16'0'3979,"7"-2"-1137,3-3-1629,5 3 1,1-7 2940,0 3-3521,7 4 1,-4 8 0,7 14 0,-3 9-1,-2 11 1,1 7-48,-1 8 0,1 8 0,-6 10 1,1 1-1,3 3-588,1-3 0,1-7 0,-6-12 0,2-6-1361,3-7 1,-1-17 0,7 0 0,1-10-816,3-10 1,-4-10 0,0-6 0,1-5-96,3-6 1,1-4 2272,1-6 0,-1-8 0,0-2 0</inkml:trace>
  <inkml:trace contextRef="#ctx0" brushRef="#br0" timeOffset="1">3399 1929 7839,'0'-22'0,"0"0"1680,0 2 1,0 8-696,0 1 1,0 9 0,0 2 1029,0 9 0,0 20 0,0 11 0,0 13-1366,0 12 0,2 4 1,2 9-1,3 6-152,2 5 0,2-7 0,5 8 0,1-8-866,-1-6 1,2-12 0,2-2 0,2-10-1556,-2-10 0,-4-18 0,-3-10 196,-2-5 0,-7-5 0,1-9 18,-3-6 1710,-9-4 0,-2-8 0,-8-3 0</inkml:trace>
  <inkml:trace contextRef="#ctx0" brushRef="#br0" timeOffset="2">3220 2468 8756,'-22'8'3889,"0"3"1,2-2-2476,9 2 1,6-6 0,10 4-1,8-2-935,7-3 0,7-2 0,9-2 1,4 0-1002,2 0 0,-4-2 1,6-2-1,1-3-1100,3-2 0,-5 4 0,1-5 0,-1 3 1622,-1 4 0,5 1 0,-5 2 0</inkml:trace>
  <inkml:trace contextRef="#ctx0" brushRef="#br0" timeOffset="3">3808 2550 7709,'-7'9'520,"3"4"1,-7-6 1967,-1 2 1,-3 0-1,-1 4-1646,-1-2 1,8-6-1,2 6 1,2 2-304,-1 2 0,1-3 0,5 5-174,0 6 1,1-1 0,5 0 0,5-4-167,3-2 1,3-1 0,-1-2 0,2-4 3,4-2 0,-4-2 0,4-5 0,-2 0 3,2 0 0,-4-5 1,4-2-1,-4-4-236,-2-7 0,-5 1 0,-2-6 0,-2 1-52,-3 0 0,-2-7 0,-2 4 0,0-3 135,0 1 1,-7 7-1,-4-3 1,-4 1-69,-1 0 1,-2 6-1,-4 6 1,-4 3-622,1 4 0,0 1 0,5 2 1,-2 2-1137,2 3 1,2 4-1,3 7-634,4 1 1,4-1 2405,7 1 0,7-1 0,2 0 0</inkml:trace>
  <inkml:trace contextRef="#ctx0" brushRef="#br0" timeOffset="4">4184 2550 9557,'-16'9'4915,"-1"-1"0,8-7-3286,4 5 0,3-3 1,2 8-1,0 4-1225,0 5 0,5 0 1,3 7-1,-1 4-187,0 5 1,4-7 0,-4 2-1,1-4-507,-1-1 0,6-6 1,-3 0-47,5-7 0,1-6 1,1-7 114,-1 0 1,0-7 0,1-6 0,-1-5 32,0-4 0,1-7 0,-1 3 1,-1-1 419,-4 0 1,1 7-1,-4-2 732,1 4 1,-4 7-675,6 0 1,-6 15-1,4 1 1,-1 10-291,-5 7 0,1-4 0,0 4 0,1-4 0,-1-2 0,-1-1 0,1-3 0,1-1 0,8-2 0,-2 2 0,4-5 0,-1-12 0,-3-5 0,2-3 0,-6-3 0,0-1 0,1-4 0,-1 4 0,-4-4 0,5 2-857,1-1 0,-6 1 0,3-8-1091,-4-1 0,-2 6 0,1 1 1948,5 4 0,-4 1 0,5 1 0</inkml:trace>
  <inkml:trace contextRef="#ctx0" brushRef="#br0" timeOffset="5">5655 2027 7967,'-5'-11'1442,"-3"2"0,1 0 270,0 0 1,0 5-356,1-1 0,6 7 0,-2 9 1,8 12-550,3 12 0,2 8 0,5 12 0,0 7-212,1 7 1,-3 5-1,-1 8 1,-2-2-343,2-4 0,-4-9 0,0-11 1,-2-5-1073,-3-9 1,-3-18-240,-1-8 1,0-18 0,0-3 369,0-8 0,0-5 1,0-2-1,-1-4 406,-5-1 0,3-2 0,-8-6 1,-2 0 264,-2 1 1,5 4-1,-1 1 1,-2 0 415,-2 1 0,-1 3 0,0 6 193,-1 1 0,1 9 0,0 7 0,-1 11-83,1 9 0,5 7 1,0 11-1,0 6-129,2 3 0,2 2 1,7-4-1,0-5-1339,0-7 1,2-6 0,5-1 0,8-8-700,5-5 1,9-10 0,-2-1 0,4-9-415,1-10 1,1-4 2070,0-1 0,7-4 0,1-6 0</inkml:trace>
  <inkml:trace contextRef="#ctx0" brushRef="#br0" timeOffset="6">6047 2517 7967,'-25'2'424,"3"4"1,4 5 1044,2 3 1,5 4 0,0 2 0,0 4-340,2 1 1,-4-3-1,8 4 1,1-3-733,2-3 1,4-2 0,3-1 0,6-3-198,4-3 1,9-4 0,1-7 0,4 0 163,4 0 0,-4-5 0,9-4 0,-4-4-163,-1-5 0,-2-2 0,-2 4 1,-4-1-225,-1 1 1,-8-6 0,-7 0 0,1 1 146,-1-3 1,-6 6 0,3-4-1,-6 2-160,-6-2 1,3 4-1,-10-4 1,-3 6-139,-4 5 0,-8-2 0,5 8 0,-3 1-397,-3 2 0,-2 10 0,1 3 0,0 3-496,3 2 0,7 1 0,-2 1 0,4 2-1333,2 2 1,7 0 2398,3-6 0,12 7 0,3 3 0</inkml:trace>
  <inkml:trace contextRef="#ctx0" brushRef="#br0" timeOffset="7">6391 2583 8448,'1'9'2590,"5"-4"1,3-3-1,7-2-1566,1 0 0,-1-2 0,0-3-708,1-6 1,-1-3 0,0-3 0,-1 1-158,-4-1 1,1-1 0,-4-3 15,1-7 0,-6 10 0,3 2 0,-4 1 39,-2 1 1,-8 5-1,-2 3 1,-5 4-134,-1 2 0,-1 2 0,-1 5 1,-2 8 307,-2 5 1,1 9 0,4-2 0,1 4-195,0 2 1,5 1 0,2 3 0,1 1-667,5-2 0,1-1 0,4-4 1,5-4-394,9-5 1,6-6-1,7-5 1,0-6-5275,6-3 6138,-3-16 0,16-5 0,-7-13 0</inkml:trace>
  <inkml:trace contextRef="#ctx0" brushRef="#br0" timeOffset="8">6979 2403 7967,'-24'-9'1622,"10"-4"1,-6 8 0,0-1 168,2-1 1,3 5-1,1-3-156,-5 3 0,0 2-1286,2 0 0,3 2 0,3 3 0,5 6-499,4 4 1,2 1-1,2 0 186,4 1 0,3-1 1,7 0-1,2-1-34,4-4 0,-2 3 1,6-5-1,-1 2 74,0 0 0,-3-2 0,4 4 0,-3-4 413,-3-2 1,-2 6-1,-1-4 1,-3 2 163,-3 0 0,-2 0 0,-5 5 1,1 1-350,-1-1 0,-11 0 0,-8 1 0,-7-1-589,-3 0 1,-2-1 0,-6-2 0,-2-4-1355,-3-2 1,4-3 0,-3-10-1967,8-5 1,-5-11 3604,7-5 0,-8-11 0,10-4 0</inkml:trace>
  <inkml:trace contextRef="#ctx0" brushRef="#br0" timeOffset="9">7927 2419 9089,'-16'8'1069,"5"-7"0,3 5 0,8-6 1,13-6-352,11-4 1,7 0 0,1 0-1,1-3 519,0-2-1147,-1-1 0,1 0 0,-2 1 0,-4 2 0,-3 3 0,-2-3-485,-1-2 1,-4 1-1,-8 1 234,-2 2 1,-9 6-1,-9-4 1,-3 1 102,-2 5 0,-8 1 0,-2 2 0,-1 0 513,0 0 1,0 7 0,-4 2-1,2 4 82,2 3 0,7-3 1,-2 11-1,2-1-57,-2 4 0,9 4 0,-1 2 0,5 0-223,5-1 0,2 1 0,2-2 0,4-2-722,7-2 0,2-7 0,12 2 1,0-4-383,1-1 1,-4-8 0,3-4-1,0-3-221,1-2 1,-4 0-1,3 0 1,-1 0 182,-4 0 1,-2-7 0,-4-4 884,-3-4 0,11-8 0,-4-3 0</inkml:trace>
  <inkml:trace contextRef="#ctx0" brushRef="#br0" timeOffset="10">8434 2207 7929,'-6'16'2090,"-1"1"1,0-1-247,-1 0 1,3 1 0,5-1 0,0 2-1194,0 4 0,0 3 0,0 6 0,2 0 256,3 2 0,4-4 1,6 9-1,-2-3-528,-3-3 1,0-1 0,2-4 0,-3-5-417,-1-4 0,-1-1-67,-2-1 0,-1-9 0,5-7 449,-2-9 1,1-13 0,-5-5-1,3-6-237,-3-5 1,6-3-1,0-7 1,2 3-1052,0 1 1,-2 1-1,4-5 1,-2 5-3612,2 5 1,-2 1 4553,5-1 0,4 4 0,13-6 0</inkml:trace>
  <inkml:trace contextRef="#ctx0" brushRef="#br0" timeOffset="11">8826 2419 7929,'-11'19'3026,"0"2"0,8-8-1356,-3 3 1,12-10 0,6-1 0,6-5-1126,4-5 1,5-4-1,-3-8 1,0-1-749,-1-4 1,-1 2 0,-7-7 0,-3-2-186,-1-2 0,-7 4 1,1 0-1,-3 0-402,-2 1 1,0 3-1,0 6 1,-2 1 525,-3-1 0,-10 8 1,-8 6-1,-1 8 343,0 12 0,-3 6 0,5 12 0,1 3 1357,-3 5 1,8 3 0,-2-1 0,7-1-696,3 1 0,3-3 1,5 0-1,2-4-1547,3-7 1,10 0 0,8-11 0,1-6-59,0-7 1,5-5 0,-2-4 863,4-3 0,1-11 0,1-10 0</inkml:trace>
  <inkml:trace contextRef="#ctx0" brushRef="#br0" timeOffset="12">9202 2468 7929,'0'19'721,"0"2"1,-2-2 0,-2 2 0,-1-1 1463,1 2 0,3-4 1,1 4-1,0-4-25,0-1 1,0-6-645,0-1-1384,0-6 0,0-6 1,0-12-1,0-8-238,0-4 0,0-1 0,0-7 0,0-3-461,0-1 0,1-5 0,3 4 0,3 3-855,2 2 1,-3 1-1,5 2 1,1 2-625,3 2 0,-4 12 0,2 1 2046,5 5 0,-2-4 0,8 4 0</inkml:trace>
  <inkml:trace contextRef="#ctx0" brushRef="#br0" timeOffset="13">9447 2305 7917,'-16'11'0,"-1"0"0,3 0 0,1 5 0,4 0 1846,2 1 0,-4 1 0,5 2 1,3 3-914,1 3 1,2 1 0,0 4-1,2-4-681,3-5 0,4-4 0,8-1 1,-1-1-163,0 0 1,3-7 0,0-3 0,3-4-237,-2-2 0,4 0 0,-4-2 0,-2-4-847,0-5 1,-11-3-1,8-4 1,-6-2 449,-5-2 0,-2-7 0,-2 3 0,0-1 303,0 0 1,0 0 0,0-4 125,0 4 1,0-2 0,-2 7 0,-2 2 0,-1 2 2824,1 1-1941,2 8 0,2 9 0,0 13 0,2 7-199,3 7 0,5 6 0,6 5 0,0 6 104,1 3 0,-1 4 0,-2 1 0,-1 5-154,-2 1 0,-7-4 0,1 4 0,-3-1-79,-2-5 1,-7-6-1,-6-3 1,-7 1-682,-7-2 1,-8-8 0,-5-10 0,-7-2-999,-4-2 0,2-11 0,-7 5 0,1-5-2741,3-5 3978,12-10 0,-15-17 0,13-12 0</inkml:trace>
  <inkml:trace contextRef="#ctx0" brushRef="#br0" timeOffset="14">10755 2289 8133,'-9'-8'1615,"-4"5"-756,7-8 1,-1 7-66,2-1 0,5 5 0,-2 7 1,7 9-1,4 12 245,4 8 0,-2 2 0,2 9 1,1 4-681,-1 0 1,0 7-1,1 0 1,-3 2-258,-5 0 1,-3-9 0,1-2 0,1-11 261,-1-9-1650,-2-12 0,-8-26 0,1-17 0,1-12 356,2-9 1,2-4-1,0-11 1,0 2 882,0-2 0,0 2 0,0-3 1,0-4 445,0-1 1,0 1 0,0 4-1,0 1 54,0 2 1,6 16 0,1 6 0,2 13 518,4 7 1,-4 9 0,2 5 0,2 9-357,1 12 1,2 3 0,1 11 0,-3 5-282,-3 4 1,2 3 0,-8 7-1,-1 0-71,-2 5 0,-4-8 0,-3 4 1,-6-4-279,-4-7 1,-3-4 0,-2-5 0,-2-3-595,2-7 1,2-8 0,2-4 0,-1-3 84,1-8 1,5-7-1,2-13 1,2-7-6820,3-7 7342,2-6 0,2-15 0,0-1 0</inkml:trace>
  <inkml:trace contextRef="#ctx0" brushRef="#br0" timeOffset="15">11098 2158 7884,'-2'27'1205,"-2"-1"0,-3-3 299,-2-3 0,5 4 1,-1-2-1,3-1-606,2 3 1,0-4 0,-2 5 0,-1 1-450,-3-1 1,1-10-1,5 1-835,0-1 290,0-8 0,0-2 0,2-12 0,1-7 533,3-6 0,1-10 0,-3 3 1,3-5-371,2-7 0,0 3 1,4-6-1,-2 2-927,1 4 1,-3 1 0,2 5 0,2 1-1833,2 1 1,3 8-1,2 0 2692,2 8 0,14-3 0,-2 6 0</inkml:trace>
  <inkml:trace contextRef="#ctx0" brushRef="#br0" timeOffset="16">11539 2125 7884,'-16'16'667,"0"1"1,-1-1-1,3 1 1,1 1 914,2 3 0,0-1 0,-3 6 0,3-1-1036,5 1 0,3 1 0,-1 4 0,-1-4-368,1-5 1,9-4-1,6-3 1,4-3-84,1-1 1,8-7-1,1-1 1,2-6 142,1-8 0,-7-4 1,5-1-1,-3-2 17,-3-4 1,-7 4 0,-4-6 0,0 3-187,0-1 0,-5-2 0,1 4 1,-5-2-109,-5 2 1,1 2-1,-6 2 1,-3 0-91,-2-1 0,-7 6 0,1 2 0,-1 2-937,-2 3 0,6 2 1,-4 2-1,4 2-461,2 4 0,1 5 0,4 9 0,6 1 1527,3-1 0,9 6 0,2-1 0</inkml:trace>
  <inkml:trace contextRef="#ctx0" brushRef="#br0" timeOffset="17">11850 2191 8308,'-11'0'2952,"0"0"-2221,-2 0 0,-1 1 1,-1 5-1,2 5 555,3 3 1,4 3 0,-3-1 0,2 2-1010,3 4 1,2-4 0,2 4-1,2-4-537,4-2 1,3-5 0,7-2 0,0-1-45,1-5 1,-1-1-1,0-2 1,1-2-164,-1-3 0,-1-4 0,-3-8 0,-3 1 203,-1 0 0,-3-3 0,-5 0 0,0-3 372,0 2 1,0-4 0,0 2 0,0 2 361,0 2 0,0 2 483,0-1 0,0 12 1,0 9-126,0 10 1,0 15-1,2 4 1,2 9 20,1 5 0,6 2 0,-6 0 0,1 2-274,1 3 1,-5-3-1,3 2 1,-3-8-537,-2-7 0,-7-3 0,-4-4 1,-4-4-766,-1-5 1,0-11 0,-2-6-1,-2-3-934,-2-2 0,0-9 0,6-7 1,1-10 103,4-5 1,-1-9-1,6-1 1,3-5-1202,1-3 2757,2 11 0,0-24 0,0 11 0</inkml:trace>
  <inkml:trace contextRef="#ctx0" brushRef="#br0" timeOffset="18">12079 2076 13865,'0'16'1541,"-6"1"0,1-1 0,1 2 1,2 2-557,2 2 1,0 7 0,2-3-273,4-1 1,-5 0-1,5-5 1,-4 2-382,-2-2 1,1-2-548,5-1 0,-4-10 0,3-7 393,-3-9 0,-2-6 1,0-3-1,0-4 5,0-5 0,5-4 0,1-1 1,-1-3-221,3-3 1,-5 3 0,6-3-1,0 4-1386,0 1 1,-3 6 0,3 1 0,0 3-657,0 3 0,-3 9 0,4 5-3148,3 5 5227,2 8 0,1 2 0,0 7 0</inkml:trace>
  <inkml:trace contextRef="#ctx0" brushRef="#br0" timeOffset="19">12389 2076 10719,'-11'0'3276,"0"0"1,8 2 0,-5 2-2508,1 1 1,4 8 0,-7-1-218,3 8 1,2-1 0,5 2 0,0-1-434,0 2 0,0-4 1,0 4-1,2-4-525,3-1 1,-1-6-1,7-2 1,1-2 15,3-4 1,-4-3-1,0-5 1,1-6-251,3-3 0,-4-10 0,-2-1 0,0-3 19,0 1 1,-5 0 0,1-6-1,-1 0 866,1 1 0,-3 6 0,3 5 0,-3 2 314,-2 3 1164,0 7 0,6 3 1,-1 12-1,1 7-995,1 7 1,-4 0 0,7 7 0,-3 2-729,-4 2 0,5-4 0,-1-2 0,0-1 0,0-4 0,-1-2 0,-4-1-4266,3-1 0,-1-7-20,7-4 0,-6-6 4286,6-10 0,0 0 0,5-13 0</inkml:trace>
  <inkml:trace contextRef="#ctx0" brushRef="#br0" timeOffset="20">12716 1978 16067,'9'7'1697,"-2"2"1,-7 8 0,0 1-1085,0 4 0,6-2 0,-1 7 0,-1 2 651,-2 2 1,-2-4 0,0 0 0,0 1-1265,0-3 0,0-1 0,0-8 0,0 0-350,0 1-424,0-8 0,0-9 1,0-11-1,0-6-18,0-4 0,5 1 0,1-6 0,-1 1 677,2-1 1,-3 5 0,5-5-1,0 3 69,0 3 1,-5 7-1,3 4 1,-1 0-216,-1 0 0,8 5 637,-2-1 1,-2 5 0,0 5-47,-2 6 0,4 3 1,-6 3-1,-1-1 124,-2 0 1,-2 6 0,0 0-1,0-2-293,0-2 1,0-1 0,0-1-889,0 0 1,2-7 710,3-3 0,-1-6 0,5-6 0,0-5 797,0-3 1,2 3 0,3 0 0,-1-2-312,-2-1 0,0 3 1,5 2-471,1 2 0,-1 3 0,0 9 0,1 6 0,-1 4 0,0 1 0,1 2 0,-3 2-473,-3 2 0,4 0 0,-6-6 0,0 1-2766,-4-1 1,2-5 3238,-1 0 0,-1-8 0,-5 5 0</inkml:trace>
  <inkml:trace contextRef="#ctx0" brushRef="#br0" timeOffset="21">13942 1569 11664,'-16'0'1478,"6"0"0,3 8 0,7 3 0,2 5-789,3 6 1,6 10 0,9 14 0,2 6 337,-2 8 1,-2 4 0,-3 0 0,-4-3 1009,-6-1-1755,-3-14 0,-2 6 0,0-14 0,0-3 1,-2-8-766,-3-10 0,3-10 0,-4-13-224,5-5 1,2-9 0,3-3 0,3-3 221,2-3 0,2 4 0,6-2 0,-1-2 297,0-2 1,1 0 0,-1 4-1,2 3 330,4 0 1,-4 8-1,4 0 1,-2 8 645,2 7 1,-4 1 0,4 3 0,-4 8-238,-2 11 1,-5 7-1,-2 6 1,-2 1-435,-3 2 1,3 0 0,-1-7 0,-3-2-1159,-1-2 0,-2-12 0,0 1-7340,0-1 5271,0-8 1,7-7 3109,4-11 0,4-11 0,1-3 0</inkml:trace>
  <inkml:trace contextRef="#ctx0" brushRef="#br0" timeOffset="22">14661 2060 9488,'-7'-9'2927,"3"1"0,-7 8-1971,-1 0 0,2 0 1,0 0-1,-3 0-181,-2 0 1,4 2 0,1 4 0,-1 5-391,2 3 0,-4 4 0,7 2 0,3 4-278,1 1 0,2 1 0,0 1 0,0-5-763,0-4 1,7-2-1,4-1 1,4-4-181,1-6 1,0-3 0,1-4 0,-1-3 143,0-6 0,1-6 1,-3-3-1,-1-3 356,-2-3 1,-6 6 0,4-3 0,-1 1 591,-5 0 0,-1 0 0,-2 6 0,0 0 1643,0-1 1,0 7-295,0-1 1,0 9 0,0 4-950,0 12 0,0 2 1,0 8-1,2 0-266,3 3 0,3-2 0,4 1 0,-1-1-715,2 1 1,-4-6 0,2 1-1,2-4-760,1-6 0,-3 1 1,0-6-1374,2-3 0,-1-3 1,1-5-1,-4-6 2046,-2-3 1,6-10 0,-4-1 0</inkml:trace>
  <inkml:trace contextRef="#ctx0" brushRef="#br0" timeOffset="23">14972 2011 7189,'11'-17'879,"-1"1"0,0 5 0,2 2 383,-1 2 1,-5 10 0,3 12 430,-2 5 0,0 9 1,-3-2-1,1 4-441,-1 2 1,3-6 0,-1 0 0,-3 1-678,-1-3 1,-2 4 0,2-7 0,1-2-177,3-2 0,-1-7-795,-5 0 223,0-8 1,0-3-1,0-11 1,0-5 368,0-6 0,2 2 0,2-7 1,3-2-79,2-2 0,2 4 0,7 0 1,2-1-119,2 3 0,0-4 0,-6 7 0,2 2-3147,4 2 0,-4 2 0,4-1 3147,-4 1 0,6 0 0,1-1 0</inkml:trace>
  <inkml:trace contextRef="#ctx0" brushRef="#br0" timeOffset="24">15495 1978 8160,'-8'9'1116,"7"6"1,-7-6-135,1 0 1,5 5 0,-1-5 0,6 0 0,8-1-1,5-3 1,4 1-141,2-3 0,7-1 1,-1-2-1,4 0-451,6 0 0,-3-7 0,1-4-439,-7-4 1,0-1 0,-7 0 0,-4-1-1,-3 1-909,-4 0 1,-8-1-1,1 1 682,-8 0 1,-5 1-1,-9 4 1,-2 6 214,-2 3 0,-7 2 1,2 0-1,-4 0 270,-2 0 0,1 2 1,1 3-1,4 6 491,5 4 1,-2 6 0,2 3-1,2 1-64,2 5 0,7-3 1,2 4-1,2 3-261,3 1 0,3-1 0,1-3 1,1-4-151,5-5 0,5-4 0,9-3 0,3-4-1611,3-6 1,-3-3 0,8-2-1,4 0-832,-1 0 1,1-7 0,-4-4 2216,-4-4 0,11-1 0,-3 0 0</inkml:trace>
  <inkml:trace contextRef="#ctx0" brushRef="#br0" timeOffset="25">17342 1929 9686,'-17'0'1650,"1"0"0,5 0 0,0 0 42,-2 0-1107,6 0 1,-7-2-1,3-1 1161,-4-3-1582,6 1 1,-5 6 0,5 5-1,-1 5 1,5 3-174,3 3 1,2 4 0,0 3 0,0 0-207,0-1 0,7 1 0,4-4-524,4 2 0,1-6 0,1-7 1,-1-2 205,0-3 1,1-9 0,-1-6 0,0-6 0,1-4 0,-1-5 1,-1-5-1,-3 2 292,-1 2 1,-7 5-1,3-3 1,-2-1 522,1 1 0,-1 5 0,-5-2 228,0 4 1,-1 9 950,-5 3 1,4 8-1,-3 7 1,3 9-703,2 6 0,2 5 0,1 6 0,5 1-681,1 0 1,-4-10 0,6 5 0,0-6-1412,-2-5 0,6-2 1,-4-3 889,3-4 0,2-4 442,1-7 0,-1-15 0,0-3 0</inkml:trace>
  <inkml:trace contextRef="#ctx0" brushRef="#br0" timeOffset="26">17865 1455 8906,'-17'0'2035,"1"0"1,5 2-1,2 3-1150,2 6 0,1-2 0,6 2 0,0 4-446,0 5 1,2 7 0,2 9 0,3 6 72,2 5 1,2-1 0,5 8 0,1-3-478,-1-2 1,-5-5-1,-2-5 1,0-2-585,0-6 1,-5-15 124,1 0 1,-3-12-471,-2-4 1,-2-7-1,-3-10 1,-6 1 284,-4 0 0,-1-2 1,-2-2-1,-2-2 533,-2 2 0,-2 2 0,5 1 0,-5 1 505,-2 0 0,6 7 0,-1 3 0,3 4 34,1 2 0,1 0 1,1 4-1,3 7 317,1 11 1,7 1-1,-1 4 1,5 2-568,5 2 0,6 0 0,9-4 0,4-3-158,1 0 1,-3-12-1,3 3 1,1-6-1503,-1-5 1,-3-4 0,3-6 0,1-6-3764,-1-8 5210,-5-6 0,11-7 0,-6 1 0</inkml:trace>
  <inkml:trace contextRef="#ctx0" brushRef="#br0" timeOffset="27">18126 1455 18182,'-9'2'1509,"4"3"0,3 8-893,2 7 0,0 7 0,0 11 0,2 6-229,3 3 0,-1 4 0,7 0 0,1 1-433,3 1 1,-4-13 0,0 4-1,1-10 148,3-7 0,-6-8 0,-2-10-1732,1-2 0,-7-3 968,5-10 1,-4 3 0,-4-8-1,-2-4 387,-1-5 0,-8 2 1,2-4-1,-2 4 224,3 2 0,-7-1 0,3 1 0,-6 1 293,0 5 0,2-3 1,1 7-1,1 3 460,-1 1 0,1 4 0,0 3 0,-1 6-326,1 4 1,5 8 0,2 4 0,0 4-45,0 2 0,5 0 0,-1-1 0,5-1-382,5-3 0,4-5 1,8-8-1,-1-4-1025,0-6 0,8-3 0,1-4 1,3-5-8001,-1-10 9075,-7 1 0,11-15 0,-6 6 0</inkml:trace>
  <inkml:trace contextRef="#ctx0" brushRef="#br0" timeOffset="28">18339 1962 7998,'0'16'1559,"0"0"0,0 1 0,0-1 0,2 0-110,3 1 1,-3-1-1,3 0 1,-3 1-542,-2-1 1,0-5 0,2 0 508,3 2-1473,-3-6 1,5-7 0,-7-11 0,0-4 60,0-1 0,0-7 0,0-5 1,2-4-459,4-7 0,-5 5 0,5-4 0,-2 3-840,1 3 0,-1-1 0,5 2 0,0 4 471,0 5 1,-4 6 0,6 5-1,4 5-607,5 4 1,-2 4 0,4 6 0,-4 6 1006,-2 6 1,1 2 0,-1-4 0,0 2 894,1 2 1,-7-6 0,1-5-1,2 0 992,2-2 0,-5 0 0,1-5-39,2 1 0,2 1 1,1-8-1242,0-4 0,-5-1 0,-2-6 0,-1 2-555,-5-1 0,-1-3 0,-4-1 357,-3 0 0,-4 1 0,-8 4 0,1 4 388,0 0 1,-6 5 0,-2-2-1,1 8 339,-1 7 0,-3 3 0,5 4 0,2 4 34,2 5 0,1 1 0,1 1 0,2 3-549,3 3 0,3-10 0,8 6 0,4-4-1219,7-1 1,2-12-1,14 1 1,2-6-835,2-5 0,2-3 1,-1-2-1,1-7 1854,0-8 0,-1-8 0,1-8 0</inkml:trace>
  <inkml:trace contextRef="#ctx0" brushRef="#br0" timeOffset="29">18992 1766 7911,'-23'0'0,"-3"0"1673,1 0 1,-4 0 0,7 0 0,2 0 2811,2 0-3330,9 0-1149,2 0 1,7 1 0,2 5 0,3 5-2,6 3 1,-2 3 0,2 1 0,2 2 39,1 1 0,2 3 0,1-4 0,-1 2-31,0-2 1,3-2 0,1-2-93,1 1 1,-1-6-1,-7-2 1,-4 0 299,-2 0 1,-1-4 0,-8 6-132,-3 2 0,-10-4 1,-7 0-1,0-2-501,-1-3 0,3-2 1,-6-2-1,3 0-53,3 0 1,2 0 0,3-2-6098,4-3 6560,4-12 0,7-1 0,0-6 0</inkml:trace>
  <inkml:trace contextRef="#ctx0" brushRef="#br0" timeOffset="30">19221 1766 11338,'-16'-10'1797,"0"5"0,-1 3-1353,1 2 1,0 2 0,-1 2 0,1 3 162,0 2 1,1-4-1,2 6 1,4 2-564,2 2 0,2 1 0,5 0 1,0 1-14,0-1 1,1 0 0,5 2-1,5 2 246,3 2 0,8 0 1,0-6-1,0 1 320,1-1 1,-5 0 0,4 1 104,-4-1 1,-9 0-1,-3 1-974,-4-1 1,-6-5 0,-5-2 0,-7-2-53,-3-3 1,-1-2-1,0-4 1,-1-2-2480,1-1 0,2-10 0,3 1 2803,4-6 0,-3-9 0,5 3 0</inkml:trace>
  <inkml:trace contextRef="#ctx0" brushRef="#br0" timeOffset="31">19303 1896 7910,'16'0'1489,"1"0"182,-1 0 1,0 2 0,3 2-515,2 1 0,-6-1 0,5-8 0,0-3-753,-2-2 1,2-2 0,0-7 0,2-2-208,-2-2 1,-2 0 0,-4 4-1,-1-2-717,-2-2 1,-7 0 0,-1 6 517,-6 0 0,-8 7 0,-9 3 0,-4 4 251,-1 2 1,-4 2 0,-8 4 0,-1 6-60,2 8 1,7 0 0,2 6 0,-1-1 350,3 1 0,1 1 0,8 4 0,1 0-567,5 1 0,2-8 0,8 7 1,2-4-873,4-1 0,4-12 0,10 1 0,4-5-419,1 0 0,3-7 0,4 1 0,1-8-300,0-7 0,-1-3 0,1-4 1617,0-4 0,7-4 0,2-6 0</inkml:trace>
  <inkml:trace contextRef="#ctx0" brushRef="#br0" timeOffset="32">19842 1733 10503,'-9'-7'2180,"0"5"1,4-4-1469,-6 4 0,-4 2 0,-1 0 0,-2 0-40,-4 0 0,4 6 0,-4 1 1,2 2-255,-2 4 1,10-4 0,-5 0-982,3-2 1,7 6 469,1-2 0,12-2 0,4 0 0,7 0 394,5 0 0,-2-3 1,5 5-1,0 1 330,1 3 1,-4 1 0,3 1 0,-1-1-30,-4 0 1,3 1 0,-1-1-1,-2 0-346,-2 1 1,-7-6-1,-2 0 1,-2 1 66,-3 3 0,-2-4 0,-4 0-230,-3 1 1,-5-3-1,-6 0 1,-2 1-307,-4-1 0,-3-6 0,-8 3 0,0-5-1779,1-1 1,-1 0-1,2 0 1,2-1-2942,2-5 4933,7-10 0,-11-10 0,6-6 0</inkml:trace>
  <inkml:trace contextRef="#ctx0" brushRef="#br0" timeOffset="33">21068 1422 10127,'-9'-2'3134,"4"-3"0,1 3-172,-1-3-723,3 3-1688,-5 2 0,-1 2 1,-3 1-1,-1 5 0,-1 1 1537,2 3-1956,0 3 1,-5 3-1,0 4 1,-1 5-1,1 6 1,-1 5-1,1 6 40,0 3 1,5 4-1,2-1 1,2 3-252,3 0 1,2-13-1,4 3 1,3-6-324,6-5 1,6-12 0,4-3-1,8-5 157,8-2 0,-1-3 0,8-9 0,1-5 218,2-10 0,1-1 0,-3-9 0,-1-4 173,1-5 1,-9-1 0,-1-4-1,-4-1-354,-8 0 1,3 4-1,-6-4 1,-6 0-100,-7 1 0,-5 4 0,-2-1 0,-2 2 448,-3-2 1,-4 3 0,-7-3 0,-3 5 187,-2 6 1,1 2-1,-8 6 1,-2 1-207,-7 4 1,3 8 0,-4 1-1,1 3 40,-1 2 0,4 6 0,-5 1 0,7 2-1814,5 4 0,3-1 0,9 1 0,4-2-3211,6 2 4862,3-6 0,2 15 0,0-4 0</inkml:trace>
  <inkml:trace contextRef="#ctx0" brushRef="#br0" timeOffset="34">21559 1766 10072,'-9'0'3276,"3"0"1,12 0 0,4 0-1438,5 0 1,3-2 0,2-2 0,4-1-1488,1 1 1,2 2-1,6 2 1,2 0-353,3 0 0,-9-5 0,3-1 0,-2 3-1302,-5 1 1,4 2 0,-7 0-1620,-2 0 1,-7 0 1622,-3 0 1298,-6 0 0,3-7 0,-7-3 0</inkml:trace>
  <inkml:trace contextRef="#ctx0" brushRef="#br0" timeOffset="35">22294 1471 7804,'0'-11'4257,"0"0"1,0 6-2561,0-6 0,0 6-744,0-6 0,2 7 1,2-3-1,3 1 1,2 1 93,4 1 1,1 3 0,3 1 0,-1 1-1048,0 5 0,2-3 0,2 8 0,2 4 0,-2 5 0,4 0 0,-2 5 0,-1 1 0,3-1 0,-10-3 0,6 5 0,-1 2 0,-7 2 0,3 2 0,-10-1 0,-1 1 0,-2 0 0,-4 0 0,-4-1 0,-4 1 0,-5 0 0,-9-2 0,-3-4 0,-4-5 0,-1-4 0,-3-4 0,1-3 0,-1-5-830,4-5 0,4-1 0,0-1 1,5-5 288,4-5 1,7-3 0,2-3 0,2 1 248,3 0 0,2-2 0,2-2 1,2-2 169,3 2 1,4 2 0,10 1 0,1 1 354,1 0 0,3 5 1,-4 2-1,4 1 476,1 5 1,-3 1-1,3 2 1,1 0-359,-1 0 0,-5 7 0,2 4 1,-2 4-483,2 1 1,-4 0-1,2 2 1,-6 1-145,-3-3 0,-2 4 0,4-11 0,-4 2-4251,-2 0 0,1-8-818,-3 3 5344,-3-12 0,5-3 0,-7-7 0</inkml:trace>
  <inkml:trace contextRef="#ctx0" brushRef="#br0" timeOffset="36">22817 1144 7894,'-9'2'601,"2"2"672,0 1 101,5 1 320,-5-6 2146,7 0-2706,0 0 1,-6 1-842,1 5 1,-3-4 0,5 5 180,-3 0 1,-1-3-94,2 7 1,1 0 0,-5 5-173,2 0 1,-1 1-1,5-1 1,-3 0-299,3 1 1,1-1-1,2 0 1,0 3-58,0 2 1,0-2 0,2 2 0,3-2-290,6-3 0,-2-2 0,2-1 0,2-2 246,1 2 1,3-6 0,-1-2 0,0-3 50,1-2 1,-1 0 0,0 0 0,1-2 52,-1-3 1,-5 1 0,0-7-1,0-1 12,-2-3 1,0 4-1,-6 0 168,3-1 0,-1-3 0,-5-1-40,0 0 0,-7 6 1,-6 5-1,-5 3-290,-4 2 1,-1 0-1,3 0 1,-2 2-68,2 3 0,2-1 0,2 7-4773,-1 2 5075,1-6 0,-1 7 0,1-4 0</inkml:trace>
  <inkml:trace contextRef="#ctx0" brushRef="#br0" timeOffset="37">23128 1210 7801,'-9'-8'3628,"-6"7"1,12-7 33,-8 8-3016,7 0 0,-3 2 0,7 4-376,0 5 0,0 3 0,0 2-251,0 1 1,0-1 0,0 0-1,0 1 102,0-1 0,2-5 1,3 0 51,6 2 0,3-4 1,3 0-1,-1-2-39,0-3 0,1-1 0,1 1 0,2 1-221,2-1 1,0-2 0,-4-2 0,2 0-533,1 0 0,1 0 1,-5 0-1,-1 0-979,0 0 0,1 0-525,-1 0 0,-7-7 2123,-4-4 0,-3-4 0,-2-1 0</inkml:trace>
  <inkml:trace contextRef="#ctx0" brushRef="#br0" timeOffset="38">23373 1242 8745,'-16'0'929,"5"0"1505,0 0 1,7-1 2027,-1-5-3589,3 4 0,2-3 0,0 10 1,0 6-63,0 4 1,0 3-1,0 2 1,0 3-697,0 3 1,0 1 0,0 4 0,0-2-732,0-2 0,0-5 0,0 4 0,0-3-206,0-3 1,7-2 0,4-3-3963,4-4 4784,-6-4 0,5 0 0,-5 2 0</inkml:trace>
  <inkml:trace contextRef="#ctx0" brushRef="#br0" timeOffset="39">1912 4512 7753,'7'-9'116,"-3"-4"1,5 6 1641,-2-2 0,4 3 4893,-5-5-3690,-1 8-2065,-5-5 1,-7 8 0,-2 2 0,-2 2 0,0 3 0,-2 0-353,-1 1 0,-4 4 0,-2-1 0,-4 4-544,-1 1 0,3 1 0,-4 1 0,1 2-23,-1 1 0,6 3 0,-1-4 0,3 2-302,1-2 0,3-2 0,3-2-332,5 1 0,4-6 0,6-2 0,5 0 612,8 0 1,8-6 0,-1 3 0,1-2 617,4 1 0,2-1 0,2 5 0,-1 0-178,1 0 0,0-4 0,-1 6 0,1 0-395,0-2 0,-2 6 0,-4-3 0,-5 7 0,-4 2 0,-4 1 0,-3-4 0,-5 2 0,-4 2 0,-2 0 0,0-6 0,-2-1 0,-4-4 0,-3 3 0,-7-5 0,-1 0 0,1-3 0,-6-4 0,1 0 0,-1 1 0,-2 3 0,4-1 0,-7-5 0,-2 0-471,-2 0 1,4-2 0,1-1-1,1-3-2934,-1 3 1,7-7 495,-3 0 1,11 0 2908,5 0 0,19-1 0,5-6 0</inkml:trace>
  <inkml:trace contextRef="#ctx0" brushRef="#br0" timeOffset="40">2304 4692 7865,'0'-9'7493,"0"-1"-4387,0 5 0,0 5 1,0 0-2109,0 9 1,2 7-1,4 8 1,4 9-999,5 9 0,1 7 0,-1 5 0,-2 6 0,-3 4 0,1 1 0,4-1 0,-2-4 0,-2-6 0,-6-5 0,4-7 0,-2-9-968,-1-15 0,-8-20 1,-3-13-1,-6-8 373,-4-8 0,4 2 0,0-9 0,-1 1 253,-3-1 1,4-4 0,2-7 0,0-2 646,0-3 1,5 7 0,-1-6 0,3 0 51,2 3 0,7-1 0,6 3 0,7 5 129,7 5 0,-1 10 1,1 7-1,2 3 145,2 1 0,1 8 1,-1 4-1,-3 5-508,-7 5 1,-2 4 0,-3 8 0,0 1-124,1 3 0,-8-1 0,-4 8 0,-3 1 0,-2 2 0,-2 1 0,-3 1 0,-6 0 0,-4-1 0,-7 1 0,1-2 0,-1-2 0,-2-2 0,4-5 0,-5 2 0,1-4-1726,4-6 0,2-8 0,2-1 144,-1-3 0,8-4 0,4-5 0,3-8-4100,2-5 5682,7-9 0,10 4 0,8-8 0</inkml:trace>
  <inkml:trace contextRef="#ctx0" brushRef="#br0" timeOffset="41">3023 4594 8468,'0'-10'4280,"-7"-2"1,-4 6-3363,-3 3 1,3 1-1,0 2 1,-2 0 47,-1 0 1,3 0 0,0 0 0,-2 0-610,-1 0 0,-3 7 1,1 4-273,0 4 0,7 1 0,1 0 0,3 2-48,-1 4 0,1-2 0,5 6 0,0-1-562,0 1 0,2-7 0,3 1 0,6-5-206,4-4 1,1-6-1,0 4 1,1-1 127,-1-5 0,-3-1 1,0-4-1,1-3 281,-1-6 0,-2 2 0,1-2 0,-3-4 129,-1-5 0,-3 2 1,-5-5-1,2 1 174,3 0 1,-3-5 0,4 3-1,-5 1 308,-1-1 0,0-3 1,0 5-1,0 2 627,0 2 0,0 7 193,0 0 1,0 9 0,0 2-1,2 11-110,4 9 1,-3 6 0,6 8 0,1 2-830,-1 3 0,2 4 0,3-5 1,-1-1-298,-2-3 1,0-3 0,3-4 0,-1-5-1945,-2-4 0,-6-3 1,6-4-679,2-6 0,-1-5 0,1-7 2749,-2-10 0,0-6 0,5-10 0</inkml:trace>
  <inkml:trace contextRef="#ctx0" brushRef="#br0" timeOffset="42">3677 4332 7670,'-27'2'1743,"0"1"0,0 5-183,1 1 1,-3-4 0,7 4 0,2-1-272,2-5 0,2-1 1,-1 0-803,1 3 0,2-1 0,1 5-150,2-2 1,7 6-1,-1-2 1,3 5 6,2 6 1,0 3 0,0 8-1,2 2-80,3 3 0,3-4 0,4 4 1,-1-3 141,2-2 1,1-1-1,1-1 1,-2-3-1136,-2-7 1,0-8 0,5-4-1,0-2-1729,1-3 0,-1-4 1,0-5-1,1-8 2393,-1-7 0,8 2 0,1-6 0</inkml:trace>
  <inkml:trace contextRef="#ctx0" brushRef="#br0" timeOffset="43">3759 4577 14513,'11'9'2160,"0"-3"0,3-4-1564,6-2 1,0 0 0,6-2-1,-1-2 90,1-1 1,-5-8 0,7 4-1,-1-2-829,-2 0 0,-1 0 0,-8-3 0,1 1-141,-1 2 0,-7 0 1,-4-5 54,-3-1 0,-4 1 0,-5 0 262,-9-1 1,-1 8 0,-4 4 0,3 3 327,1 2 0,1 0 0,0 0 0,-1 0 444,1 0 1,-1 2 0,1 3-270,0 6 1,5 9 0,2 4 0,2 1-369,3 4 0,2 4 0,2 2 1,0 1-169,0 0 0,7-10 0,4 6 0,4-3-473,1-3 1,0-3-1,1-8 1,-1-2-449,1-2 0,-1-8 0,0 3 0,1-5-1153,-1-1 0,-5 0 2074,0 0 0,0-14 0,5-4 0</inkml:trace>
  <inkml:trace contextRef="#ctx0" brushRef="#br0" timeOffset="44">4576 4512 9130,'-14'16'8904,"3"1"-4162,-4-1-4273,13 0 0,-3-7 1,10-3-1,6-4 1,6-4-1,3-2 1,3-3 834,3-2 1,-4 3-1305,5-5 0,-5 8 0,5-4 0,0 1 0,0 1 0,1-1 0,1-1 0,-4 5 0,2-3 0,-5 3 0,5 2 0,1 0 0,-3 0 0,-1 0 0,-1 0 0,-3 0 0,6 0 0,-3 0 0,-3 0 0,-2 5 0,-3 3 0,-2-1 0,-3 0 0,-6 6 0,2-2 0,-5-4-1259,-1 0 1259,-7-7 0,-2 0 0,-7 0 0</inkml:trace>
  <inkml:trace contextRef="#ctx0" brushRef="#br0" timeOffset="45">5769 4087 7946,'-20'2'571,"4"1"1,2 3 4343,-1-3 0,4 5-2778,0-3 1,15 1 0,3-6 0,10 0-1838,4 0 0,7 0 0,-5-2 1,3-2-301,3-1 0,-4-1 0,0 6 0,1 0 0,-1 0 0,-5 2 0,2 3 0,-4 6 0,-9 4 0,-5 3 0,-8 4 0,-7 5 0,-9-2 0,-3 3 0,-3-1-533,-3-2 0,-1 4 1,-3-7-1,2-2-465,4-2 1,3-1 0,8-3 250,-1-3 1,7-4 578,-1-7 0,9 0 1,4 0 340,12 0 0,2 0 1,6 0-1,-2 0 249,2 0 1,-2 0 0,5 0-1,1 0 40,-1 0 1,-3 6-1,4 1 1,-1 0-485,0 1 0,-3 4 1,4-1-1,-3 4 105,-3 1 0,-7 1 0,-2 1 0,0 2 147,-2 1 1,-2 3 0,-7-4 0,0 2 182,0-2 1,-2 0 0,-3-2 0,-6 0-399,-4-3 1,-1-3 0,-2 3 0,-2-2-16,-2-2 0,-5-2 0,3 2 0,-1-4 0,-4 0 0,3-5 0,1 3 0,-1-3 0,1-2 0,3-2 0,-3-1 0,1-5-349,4-1 0,8 0 0,2-3 0,3-1-2109,4-5 0,1 1 1,2-4-1,2 1 1616,3-2 0,11 4 0,10-6 0</inkml:trace>
  <inkml:trace contextRef="#ctx0" brushRef="#br0" timeOffset="46">6505 4528 7837,'-7'9'3131,"5"0"0,-5-5-1165,-1 1 1,7 8 0,-5-2-1242,4 4 0,4 3 1,2 2-1,3 2-106,2-3 1,-3 7-1,3-1 1,0 1-280,0-4 1,-6-4 0,3-2 0,-4 0 665,-2 1-1136,7-8 1,-5-4 0,3-10 0,-3-8 202,-2-7 0,0-5 1,0-10-1,0-1 8,0-2 1,0-6 0,0 6 0,0 0-654,0-2 0,0 5 1,0-1-1,2 7-1470,3 7 1,-1 4-1,7 4 1,2 1-1323,1 2 0,2 7 3364,1-1 0,6 10 0,3 4 0</inkml:trace>
  <inkml:trace contextRef="#ctx0" brushRef="#br0" timeOffset="47">6865 4495 7837,'0'17'2559,"-2"-1"-1867,-4 1 1,4-7-1,-3 1 1,3 2 772,2 2 1,-5-5-1,-1 1 1,3 2-322,1 2 1,2 1 0,0 0-1,0 1-575,0-1 0,5 0 0,3 1 1,-1-1-423,0 0 1,6-5 0,-2 0 100,3 2 0,3-6 0,-1-1 1,0-5 89,1-1 0,-3-1 0,-1-5 0,-2-3-338,1 0 0,1-6 0,0 5 0,-4-7 0,-2-5 0,4 4 0,-4-4 0,1 2-1397,-1-1 1,0 3 0,-3-4-1,3 4-1880,2 1 0,-3 1 0,3 0 2821,-2-1 0,6-6 1,-4-3-1</inkml:trace>
  <inkml:trace contextRef="#ctx0" brushRef="#br0" timeOffset="48">7257 4479 8574,'0'16'2080,"0"-5"1,0 0-52,0 2 0,0 2 1,0 3-1,0 2-1045,0 1 1,0 3-1,2-4 1,1 4-402,3 1 1,-1-5 0,-5 2 0,0-4-915,0-2 0,0-5-978,0 0 0,2-9 1077,3-2 1,-3-7 0,4-11 0,-3-2-73,3-2 1,-3-7-1,8 3 1,2-1 861,2 0 0,1 7 1,0-2-1,1 4 361,-1 2 1,2 6-1,2 5 1,2 3-657,-2 2 1,0 2-1,-2 3 1,2 8-264,0 7 0,-11 0 0,6 7 0,-5 1-116,0-3 0,-7 4 1,3-7-1,-5 0-1819,-1 1 0,0-10 1,0 3-2306,0-1 0,-1-8 4240,-5-1 0,-3-12 0,-7-3 0</inkml:trace>
  <inkml:trace contextRef="#ctx0" brushRef="#br0" timeOffset="49">7780 4561 7837,'-6'23'0,"-1"3"2222,-2-1 0,5 1 1,-1-6-1,3 2-732,2-2 0,0-2 0,0-2 0,0 0 269,0 1 1,0-6-1255,0 0 1,6-6-1176,-1 6 0,1-9 0,-6-2 0,0-11 64,0-9 0,0 0 1,1-7-1,3-2 245,1-2 1,6 3 0,-3 1 0,1 0 705,3 1 0,3-3 0,1 8 0,-1 1 794,-4 1 0,3 10 1,-1 4-1,5 3-624,4 2 1,0 4-1,-6 7 1,-1 10-516,-5 9 0,5-3 0,-6 0 0,0 2 0,-3 2 0,1-4 0,-2-1 0,-1-3-2258,-2-3 1,-2-7-7371,0-2 9628,0-8 0,-8-10 0,-1-11 0</inkml:trace>
  <inkml:trace contextRef="#ctx0" brushRef="#br0" timeOffset="50">8172 4561 7830,'-9'7'1209,"0"2"1,5 8-1,-1-1 2067,1 0 1,2 1 0,2-1-2020,0 0 0,0 6 0,0 2 0,0 1 0,2 2-1178,4-1 1,-4-3 0,3-6 0,-3-1-3750,-2 0 1,2-6-1437,3-5 5106,-3-18 0,5-5 0,-7-15 0</inkml:trace>
  <inkml:trace contextRef="#ctx0" brushRef="#br0" timeOffset="51">8058 4250 7810,'-17'0'3276,"1"0"1,2 2 0,1 2 9,2 1 0,9 8-4688,2-2 0,2-4 0,9-1 0,2-3-3079,1 3 4481,10-5 0,1 14 0,8-6 0</inkml:trace>
  <inkml:trace contextRef="#ctx0" brushRef="#br0" timeOffset="52">8352 4626 7810,'-7'24'728,"5"1"1,-5 8 0,-1-2 932,-3-4 0,2 4 1,0-6 161,2 1 0,2-8-2123,5-7 1,0-15 0,0-1 0,0-10 190,0-6 1,1 1 0,3-6 0,1 3 68,-1 3 0,5-4 0,0 2 0,2 4-18,0 5 0,-6 1 1,5 4-1,-1 1-199,0 0 0,-4 1 0,6 6-1175,2 0 1,-4 0 0,2 0 448,1 0 1,1-2-1,0-1 1,0-3 802,5 3 0,0-6 1,7 0-1,1-1 395,-1 5 1,2-2-1,4 0 1,-3-1 323,-7 1 0,-2 2 681,-3 5 0,-7 1 0,-7 5 0,-9 5-302,-10 3 0,-5 3 0,2-1 0,-3 0-262,-3 1 1,6-1-1,-1 2 1,2 2-482,3 2 0,5 0 1,2-6-1042,2 0 1,1 1 0,8-3 46,4-3 1,5-4 0,9-7 0,1 0 209,-1 0 1,4-7 0,0-4-1,-1-3 355,1-3 0,-2 1 0,-6-2 1,0-2 217,1-2 0,-7-7 1,0 4-1,-3-3 202,-4 1 0,-1 7 0,-2-2 1055,0 4 0,2 11-519,4 7 0,-3 14 0,6 14 0,0 4-167,0 7 0,2 2 0,6 7 1,-3-3 217,-3-1 0,2-6 0,-6 3 1,0 1-313,1 0 1,-3-11 0,-7 2 0,-3-3-694,-6 1 1,-5-3 0,-6-3 0,-7 0-962,-8 1 0,-8-4 0,-11 3 1213,-4-1 0,-15 5 0,8-4 0</inkml:trace>
  <inkml:trace contextRef="#ctx0" brushRef="#br0" timeOffset="53">9349 4610 8603,'-16'7'4193,"7"-5"0,1 7-3262,8-3 1,2 4 0,4 10 0,4 6-419,5 5 0,1-2 0,1 11 0,-1 0 0,0 3 160,1 5 0,-3-5 1,-1-3-1077,-2-5 1,-8-1-1,3-12 98,-4-2 0,-2-11-1083,0-9 0,-2-9 1,-4-13-1,-3-7 1,0-5 400,4-5 0,-2-6 1,1 3-1,3-1 1208,1-1 0,2 0 0,0-3 0,0 4 308,0 4 1,0 5 0,0 1-1,2 1 411,3-1 0,4 7 0,7 6 0,1 8-16,-1 6 1,2 4 0,2 2 0,2 4-427,-2 7 0,-2 2 1,-3 14-1,-3 2-385,-1 2 0,-7 2 0,1-1 0,-3 1-14,-2 0 0,-5-2 1,-3-4-1,-1-4-499,-3 1 0,-8-8 0,-2 3 0,2-9-1063,2-2 0,0-3 0,-2-5 1,-2-2-775,2-3 1,7-10 0,4-8 2236,2-3 0,-6-8 0,4-8 0</inkml:trace>
  <inkml:trace contextRef="#ctx0" brushRef="#br0" timeOffset="54">9709 4446 7921,'0'19'585,"0"1"0,0 1 1280,0-1 1,-6 6-1,1 1 1,1 4-582,2 2 0,2-3 1,0 0-1,0-3-543,0 2 1,0-11-1,0-2 1,2-3-568,3-4 1,-3 0-348,4-3 0,-3-12 0,1 1 1,1-8-52,-1-3 0,3-8 0,1-1 0,-1-3-647,0 1 1,6-2 0,-4-5 0,2-3 98,0 1 1,0 11-1,3-6 1,-1 3 771,-2 3 0,7 5 0,7-4 0</inkml:trace>
  <inkml:trace contextRef="#ctx0" brushRef="#br0" timeOffset="55">10068 4512 7887,'-2'14'617,"-3"-3"0,1 2 0,-5-6 0,0 2 981,0 4 1,4-4-1,-5 2 1,1 2-688,0 1 1,4 3 0,-4-1 0,2 2-680,3 4 0,2-4 0,2 4 0,0-4-284,0-2 1,7-5-1,4-2 1,4-1-14,1-5 1,2-1 0,2-2 0,2 0 65,-2 0 0,0-7 0,-2-4 0,0-2-316,-3 2 1,-4-3 0,1 3 0,-2-4 48,-3-1 1,-2 0-1,-5-1 1,-2 1-196,-3 0 0,-2 5 0,-6 0 1,2 0-378,-2 2 1,-1-4-1,-2 8 1,1-1-2211,4-1 3048,-3 5 0,5-5 0,-8 7 0</inkml:trace>
  <inkml:trace contextRef="#ctx0" brushRef="#br0" timeOffset="56">10297 4561 8256,'-11'0'3872,"0"0"0,6 2-3022,-6 3 0,7 4 1,-3 8-1,2-1-265,-1 0 1,1 1 0,5-1-553,0 0 0,1 6 0,3 0 1,3-2-376,2-2 0,2-7 0,7-2 0,2-2-479,2-3 0,0-2 0,-6-4 0,1-4 142,-1-4 1,-7-5 0,-2-1-1,-1-1 440,-1 1 1,1 0 0,-6-1 0,-2 1 483,-4 0 0,5-1 0,-7 1 1,3 0 1344,0-1 1,-3 6-242,3 0 1,3 10 0,-3 1-669,3 9 1,4 11 0,3 3 0,6 5-237,3 6 1,3 4-1,-1 8 1,-1-1 298,-4 6 1,1-6 0,-6 8 0,-3 0-745,-1-3 0,-4-4 0,-3-6 0,-6-4 0,-4-5 0,-1-9 0,0-2 0,-1-6-157,1-3 0,0-7 0,-1 0 0,-1-10-1843,-4-10 1,4-2-1,-2-10 1,6-3 414,3-5 0,2 0 0,-4-8 0,4-1 1585,2-2 0,-6-2 0,4-1 0</inkml:trace>
  <inkml:trace contextRef="#ctx0" brushRef="#br0" timeOffset="57">10542 4512 9068,'-16'16'3920,"7"1"0,3-1-2976,4 0 0,2 1 0,2-1-575,4 0 1,-3 1 0,6-1 0,1 0 168,-1 1 0,-4 3 1,4-2-1,-2-4-536,-3 1 1,0-2-141,1-3 1,-3-4 0,3-12 31,-3-4 1,-2-7-1,0-3 1,0-3-222,0-3 0,0-1 0,2-6 0,2 1-1286,1-1 1,2 6-1,-3 1 1,3 3-2081,2 3 3693,2 1 0,6 3 0,-1 0 0</inkml:trace>
  <inkml:trace contextRef="#ctx0" brushRef="#br0" timeOffset="58">10918 4495 7861,'-16'0'2156,"-1"0"1,1 0-1490,0 0 0,-1 0 1,1 2 1149,0 4 0,5-4 1,0 5-1269,-2 0 0,4-3 0,0 7 0,2 3-609,3 6 0,2-2 0,2 6 1,2-2-127,4 0 0,-3-1 1,8-4-1,2-3-344,1-3 0,3 2 1,-1-8-65,0-1 1,1-4-1,-3-6 1,-1-4 345,-2-5 1,-6-3 0,4-2-1,0-4 164,1-1 1,-7-1 0,4-3 0,-1 4 209,-1 1 0,1 2 1,-6 6-1,0 0 5968,0-1-4647,0 8 0,5 22 0,1 14-1343,-3 6 0,-1 2 0,0-5 1,2-1-883,1-1 0,2-8 0,-3 1-1091,1-2 1,8-5 1868,-2-3 0,4-4 0,1-7 0</inkml:trace>
  <inkml:trace contextRef="#ctx0" brushRef="#br0" timeOffset="59">11147 4512 7861,'0'16'1568,"0"-5"1,0 0 0,0 2 262,0 1 0,0 3 0,0 1-1099,0 4 1,0-4-1,0 3 1,0-2 0,2-1 431,3 4 1,-3-10 0,3 5-868,-3-3 1,-2-5-838,0 2 0,0-9 0,0-2 0,2-11 85,4-9 0,-3 0 0,6-7 0,0-2 165,0-2 1,-3-2 0,5 2 0,1 2 58,3 2 0,0 5 0,-3-1 0,-1 3 1800,2 5 1,1 10-1,3-1-516,-1 4 0,-1 12 0,-3 4 0,-3 8-1053,-1 3 0,-3-3 0,-3 4 0,2-3 0,1-3 0,0-2 0,-5-1 0,0-1-1367,0-7 1,0-4 0,2-10 0,2-6 1289,1-3 0,6-3 0,-3 1 0,-1 0 349,0-1 1,6 6 0,-2 2-92,3 2 0,3 2 1,-1 6 920,0 5 1,-5 3 0,0 7 0,0 1-1103,-2-1 0,4 0 0,-6 1 0,2-1-9197,-5 0 9197,3-7 0,0-1 0,2-8 0</inkml:trace>
  <inkml:trace contextRef="#ctx0" brushRef="#br0" timeOffset="60">11882 4332 7797,'0'-11'0,"-1"0"2391,-5-1 0,-3 4 0,-7 3-1538,-1 3 1,1 2 0,0 0 0,1 2 684,4 3 0,-3-1 0,5 7-1433,0 1 0,1-2 0,8 0 0,0 3 17,0 2 0,0-4 0,2 0 0,4 1-23,5 3 1,-2 1-1,1 0 1,3 1 247,2-1 1,3 0 0,4 1-92,5-1 0,-9 1 0,-2-1 0,-1-2-31,-1-3 0,-4 4 0,-3-6 1,-2 2 240,1 0 0,-1-6 0,-7 6-466,-3 2 0,1-4 0,-8 0 0,-5-2-418,-3-3 1,-2-1 0,6 1 0,0 2-1238,-1-3 0,1-3 1,0-3-1,1-5 1655,4-1 0,-3-9 0,5-7 0</inkml:trace>
  <inkml:trace contextRef="#ctx0" brushRef="#br0" timeOffset="61">12079 4414 9027,'0'16'3255,"0"0"1,0-5-985,0 0 0,7-2 0,4 2-1657,3-5 1,8-5 0,2-1 0,1 0 0,4-1 153,2-5 1,-4 4 0,-1-5-1780,-3 0 1,1 3-1,-4-5 1,0 0-1,-4 2-2773,-3 0 0,-8-6 3784,6 2 0,-7-4 0,3-1 0</inkml:trace>
  <inkml:trace contextRef="#ctx0" brushRef="#br0" timeOffset="62">12830 3989 8770,'-16'0'2906,"0"0"-1715,-1 0 1049,8 0-589,2 0 0,7 2-1163,0 3 1,2 4 0,2 7 0,3 3-1,0 2 1,2 7 901,0 3-1180,-5 8 1,10 1-1,-5 8 1,1-3 0,-5 2-1,-3-3 1,0-1 74,3-1 1,-3-11 0,3 0-3454,-3-6 2811,-2-10 0,0-15 0,0-13 0,0-5-119,0-4 0,0-5 1,2 3-1,2 1 644,1-1 1,2-3-1,-3 5 1,1 2 492,-1 2 0,5 2 0,2-1-67,4 1 1,-5 7 0,1 3 0,2 6 176,2 6 0,1 5 1,2 9-1,2 3-694,2 3 1,0 1 0,-6 6 0,-2-1-445,-3 1 0,2-2 1,-7-4-1,-3-5-313,-1-4 1,3-1-2598,1-1 0,7-7 0,-2-5 3211,3-8 0,10-5 1,1-7-1</inkml:trace>
  <inkml:trace contextRef="#ctx0" brushRef="#br0" timeOffset="63">13419 4332 7898,'-16'-5'1041,"-1"-1"1,6 1-1,0 5 1,-1 0 581,-3 0 1,4 1 0,0 3-1,0 3-514,2 2 0,-3 2 1,6 6-1,1-1-226,-3 0 0,7 6 0,-5 2 0,6-1-366,6 1 1,-1 0 0,10-6-1,3 0-499,0-3 1,7-10-1,3 0 1,3-3-19,1-2 0,1-7 0,0-4 0,-3-5-27,-2-6 0,-5 2 1,-6-5-1,-1 1-562,0 4 0,-7-4 0,-3 3 0,-4 1 328,-2 1 0,-8 3 1,-2 1-1,-7 3 25,-5 1 0,2 7 0,-7-1 0,-2 3-482,-2 2 0,0 0 0,4 2 1,4 1-2363,-1 3 1,11 7 3079,-3-3 0,3 5 0,-3 1 0</inkml:trace>
  <inkml:trace contextRef="#ctx0" brushRef="#br0" timeOffset="64">13697 4283 7886,'0'16'2009,"-2"1"0,-2-1 742,-1 0 1,-1 1-1,6-1-1863,0 0 0,0 1 0,0 1 0,0 2 0,2 4-6,4 1 1,3-5 0,9 2-818,4-4 1,-8-4 0,6-3 0,0-5-342,-2-4 0,0-4 0,-1-4 0,-1-5 88,1-3 0,1-4 1,0-4-1,0-4-121,-3 1 1,-3-4-1,3 7 1,-4 2-14,-6 2 1,-1 2-1,-1-1 1550,3 1-447,-1 7 1,-5 9 0,0 11-1,0 3-566,0 3 1,0 5-1,2-1 1,2-1-216,1-2 0,1 1 0,-5-1 0,3 0 0,2-4 0,1-3 0,-2 0 0,6-3 0,4-1 0,-4-5 0,-1 3 0,3-5 0,2-5 0,3-4 0,2-8 0,2-1 0,-2-4 0,0 4 0,0-4 0,1 2 0,-1-2 0,-2 4 0,-3-5 0,-2 1-2469,-2 0 0,-2-1 1,2 3 2468,-6-2 0,11-7 0,3 3 0</inkml:trace>
  <inkml:trace contextRef="#ctx0" brushRef="#br0" timeOffset="65">15168 3825 9408,'-11'0'2476,"0"0"0,7-2 639,-1-3-1614,3 3 1,2-3-1044,0 10 0,0 4 0,0 9 0,2 2-232,3 2 0,-1 7 0,5 0 0,0 8-40,0 6 0,-3 6 1,3 4-210,-2 1 0,0 1 0,-3-8 0,1-5 0,-1-8-2989,-2-4 1540,5-11 1,-5-4 1104,3-15 0,-3-9 0,-2-11 0,0-2 327,0 2 1,-5 2 0,-3 2 0,-1-1 174,-3 1 0,3 0 1,-2 1-1,-2 2-46,-2 2 0,-1 6 0,0-4 669,-1 2 0,1 1 1,0 6-1,-1 0-297,1 0 0,0 2 1,-1 4-1,1 4-144,0 5 0,1 7 0,2 1 0,4 3-407,2 3 0,2-4 0,5 1 0,1-1-828,5 1 1,5-6-1,9 0 1,3-8-569,3-6 0,1-5 0,8-2 0,1-5-1060,2-5 0,2-5 2546,-2-6 0,4-3 0,7-8 0</inkml:trace>
  <inkml:trace contextRef="#ctx0" brushRef="#br0" timeOffset="66">15413 4185 7835,'-11'0'1258,"0"2"0,-2 1 271,-1 3 1,3 5 0,2-4 0,0 0-688,0 0 0,3 6 1,-3-2-1,2 4-205,3 1 1,3 0 0,1 2 0,0 2-305,0 2 0,1 2 1,5-4-1,5 2-445,3-2 0,4-8 1,4-3-1,5-1 69,4-5 1,-3-1 0,-1-2 0,0-2-254,-2-3 1,5-4 0,-11-9 0,-2-2-103,-4-2 0,-10 0 0,3 6 0,-5-2 248,-1-4 0,-1 4 1,-5-2-1,-7 5 26,-7 4 1,1 0 0,-7-3 0,1 1-180,-1 2 1,4 8-1,-3-3 1,1 4-1951,4 2 1,2 0 2252,2 0 0,7 0 0,2 0 0</inkml:trace>
  <inkml:trace contextRef="#ctx0" brushRef="#br0" timeOffset="67">15756 4218 9245,'7'9'3299,"-3"5"-1514,7-3 1,-6-4 0,6-1 0,2-4-1336,2-2 1,3 0 0,2-2 0,2-4-694,-3-5 1,0 2 0,-3-2 0,0-1 84,1-3 1,-8-7 0,-4 1-299,-3 1 1,-4 2-1,-5 3 1,-8 2 554,-5 2 0,-9 8 1,2-3-1,-4 6 733,-1 6 1,4 3-1,3 9 1,-1 4-80,1 5 0,5 0 0,0 2 1,7 2-929,8-2 0,3 0 1,2 4-1,2-2-280,3-4 1,12-5 0,10-11 0,6-6-814,5-3 1,-2-9 1267,8-4 0,7-11 0,7-3 0</inkml:trace>
  <inkml:trace contextRef="#ctx0" brushRef="#br0" timeOffset="68">16279 4120 7835,'-16'0'1931,"0"0"1,-1 0-1120,1 0 0,0 0 1,-1 0-1,1 0 124,-1 0 1,1 0 0,0 1-309,-1 5 0,3 3 0,3 7-471,6 1 1,5-1 0,5-2 0,6-1 135,3-2 0,5 0 0,1 3 0,3-1 210,3-2 1,-1-2 0,4 4 0,-3-2 160,-3 1 0,-1-2 0,-6-1 0,-1 0-95,-4 0 0,-2 2 1,-6 5-506,3 0 0,-8 1 0,-9-3 0,-5-1-693,-6-2 1,2-2-1,-7 2 1,-2-6-1826,-2-3 1,-2-2 0,2-3 2453,4-8 0,-4-8 0,6-13 0</inkml:trace>
  <inkml:trace contextRef="#ctx0" brushRef="#br0" timeOffset="69">16982 4120 7830,'-16'9'2201,"5"5"1,2-3 1968,1 4-3726,3 1 1,5 6-1,0 1 1,0 1-1,2 1 1,3-1-1,6 1 1283,4 1-1712,1-6 0,0 3 0,1-6 0,-1-3 0,2-3 0,2-5 0,4-5-402,1-1 110,-5-7 0,4-2 1,-6-9-1,0-2 1,0-2-1,-3 0 0,-2 1-516,-4-1 0,-2-2 0,-5 4 0,1-2 383,3 2 1,-1 2 0,-7 2 290,-3 0 0,3-1 0,-5 3 1,0 3 1730,-4 5 1,3 3 0,1-1-600,0-1 0,3-1 0,-5 8-754,2 3 0,3 6 1,8 9-1,3 4 16,2 1 0,2 4 0,6 8 1,-1 3 193,0 1 0,2 3 0,1 5 0,-1 0-94,-4 0 1,-3 0-1,0-2 1,-5-3-300,-5-6 1,-1-5-1,-1-6 1,-5-5-362,-5-4 1,-9-2 0,-2-1 0,2-4-174,2-6 0,-4-3 0,1-2 0,-1-2-1078,-2-3 1,4-4-1,-5-8 1,1 1 578,4 0 1,4-8-1,3-3 1,4-4-998,2-2 0,1-1 1954,6-4 0,8-4 0,1-7 0</inkml:trace>
  <inkml:trace contextRef="#ctx0" brushRef="#br0" timeOffset="70">17620 4103 7830,'-17'0'974,"1"0"1888,-1 0 1,1 2 0,0 2-1713,-1 1 0,3 8 0,1-4 0,4 4-578,2 3 1,-4-2 0,6 12 0,1-1-147,2 1 0,4-4 0,3 5 0,6 0-364,4-2 1,8-6 0,3-10 0,3-2-352,4-3 1,-6-3-1,7-1 1,-5-1-137,0-5 1,-5-3 0,-2-7 0,-6-2-141,-5-4 0,-4 4 1,-7-4-1,0 4 179,0 1 0,-2-1 0,-3 0 0,-8 0 487,-7 3 1,0 3-1,-7-3 1,-2 4-241,-2 6 0,4-3 0,2 3 0,-1 1-1111,1 3 0,10 6 0,-1 2-1513,1 2 0,8 2 2763,2 6 0,17-8 0,6-2 0</inkml:trace>
  <inkml:trace contextRef="#ctx0" brushRef="#br0" timeOffset="71">17783 4120 7778,'16'0'635,"-1"1"0,-2 3 0,-4 3-79,-2 2 1,4 2 0,-6 7 0,1 4 646,1 5 0,-3-1 0,5-1 0,0 1-379,0-1 0,-6-3 0,5 2 1,-3-4-286,1-6 1,-1-7 0,-3 2-333,3-1 1,-3-5 0,4-8 0,-3-6-15,3-4 0,-5-6 0,5-3 0,-4-1-494,-2-4 0,5 3 0,1 1 0,-3-1-59,-1 1 0,0 5 0,2-2-489,1 4 1,0 2 107,-5-1 0,2 8 271,4 4 0,-3 3-871,8 2 1,-5 0 186,5 0 1,-1 0 1153,7 0 0,-8 0 0,-2 0 0</inkml:trace>
  <inkml:trace contextRef="#ctx0" brushRef="#br0" timeOffset="72">18208 4087 19383,'0'16'1038,"2"1"1,1-1-114,3 0-707,-1 1 0,1 1 0,-1 2 0,1 1 0,-1 1 0,1 0 0,-3 0 1112,-1-2-1319,-2-2 0,-2-2 1,-1 1-1,-5-1-204,-1 0 0,4-7 127,-6-3 0,7-12 0,-1-4 0,3-7 850,2-5 1,5-5 0,3-9 0,3-4-561,7-2 0,-2 0 0,8-3 0,-1 3-224,5 2 0,-3 2 0,2 5 0,0 3-1982,-1 2 1,-3 5 0,-6 8 1981,-1 4 0,0 4 0,1 7 0</inkml:trace>
  <inkml:trace contextRef="#ctx0" brushRef="#br0" timeOffset="73">19172 4054 7428,'0'-16'1296,"0"-1"-1499,0 1 102,0 7 0,0-6 0,0 5 0,0-5 0,0-1-780,0-1 0,0 6 1055,0 1 0,0 4 0,0-5 1,0-2 2798,0-1-1193,0 5 1,0-6 2064,0 4-2869,0 4-724,0 0 0,0 9 0,2 1 109,4 3 0,-3 7 1,8-1-1,2 8 70,1 7 1,3 6 0,-1 3 0,0 4-32,1 2 0,-1-2 0,0 6 0,-1 1-203,-4-2 1,-2-7-1,-5-1 1,1-8-353,-1-7 1,-3-4 0,-2-4-709,-5-3 0,3-5 0,-7-12 0,1-7-82,0-7 1,4 0 0,-6-7-1,-2-2 447,-1-2 1,3 2-1,0 0 1,0-2 471,2 2 1,-4 0 0,6-4 0,0 1 634,-1-1 1,3 0 0,5 3 0,0 0-57,0 3 0,0 0 1,2-2-1,3 3-79,6 5 0,9 6 0,4-7 0,1 4-190,4 2 0,2 7 0,2 3 0,-1 3 113,1-3 0,2 4 0,-1-1 0,1 5-138,-4 3 0,-8 10 0,3-1 0,-5 6-304,-6 0 0,-1 4 0,-8-1 0,-3 1-190,-1 0 0,-4-1 0,-3-3 0,-6 4-188,-3 1 1,-3-9 0,1 4 0,-2 0-639,-4-1 0,-3-7 0,-6-1 0,2 0 686,1-2 0,3 4 0,-4-8 1,3-1 125,3-2 0,1-2 0,6 0 1278,-1 0-191,8 0 1,4 0-1,10 0 35,6 0 1,9 2-1,4 3 1,1 6-218,4 4 0,4 3 0,1 2 0,3 1-402,-1-1 0,-7-1 0,6-3 0,-8 2-1098,-3 4 0,-3-9 1,-6 3-7749,-4-2 8592,3-6 0,-5-8 0,8-9 0</inkml:trace>
  <inkml:trace contextRef="#ctx0" brushRef="#br0" timeOffset="74">19875 4332 7846,'-16'7'2457,"7"-5"1,1-4-1,8-12 1,2-8-2070,4-3 1,-3-3 0,6-4 0,0-3-231,1-3 1,-5-4 0,4-7 0,-2 0-40,-3 0 1,-2 0-1,0 2 1,1 0 49,3-2 0,-1 10 1,-5-2-1,0 8 206,0 6 1,0 12 204,0-1 0,0 12 0,0 4 166,0 9 1,6 8 0,-1 3 0,0 3-465,3 3 1,-5 3 0,8 7 0,2 2-95,2-2 1,1 1 0,0-1 0,1 4-118,-1 2 1,0-6-1,1 4 1,-1 0-72,0 4 0,1-8 0,-3-1 0,-1-5-3534,-2-6 1,-8-4 561,3-4 0,-6-7 0,-6-3 2972,-4-4 0,-12-10 0,-4-1 0</inkml:trace>
  <inkml:trace contextRef="#ctx0" brushRef="#br0" timeOffset="75">19891 4185 7846,'-16'-9'1745,"7"0"0,2 5 1058,-1-1 0,7-3-1630,-5 3 0,12-2 0,5-6 1,5 4-515,6 2 1,3-4-1,6 3 1,-2 1-1336,-2 0 0,1-4 0,4 4 0,1-1-1640,0 1 1,-6 0-1,-2 3 2316,-1-1 0,-2-1 0,-6 6 0</inkml:trace>
  <inkml:trace contextRef="#ctx0" brushRef="#br0" timeOffset="76">20414 4185 7846,'-5'16'1781,"0"1"0,-6-7 0,5 1 1573,3 2 1,-1 0-2839,-1-2 1,5-4-1,-2-9 1,5-3-278,1-6 1,3-6-1,-1-3 1,-3-3-256,-1-3 0,0-1 0,2-5 0,1-1 31,-1 0 0,3-1 0,-2-5 1,1-4-323,1-4 0,-3 3 1,5 2-1,0 1 235,0-1 1,-4 5-1,6 1 1,2 7 443,2 7 1,-5 11 0,1 6 41,2 3 1,0 17-1,-1 6 1,-2 10-65,-3 7 1,4-1 0,-6 5 0,1 1-99,1 4 1,-5-7 0,3 8 0,-3-5-112,-2-1 1,0-11-1,0 0 1,0-4-803,0-2 0,0-10-97,0 1 0,0-12 1,0-4-1,0-9-57,0-6 1,5-7-1,1-1 1,-1-3 525,3-3 0,-5 4 1,6-2-1,0-1 138,0 3 1,-3-6 0,3 6-1,0-3 466,0 1 1,-5 7 0,3-2 0,-2 4 1762,1 2 1,7 7-1195,-2 3 1,1 12-1,1 7 1,-4 6-406,-2 9 1,4 3 0,-4-1 0,1 0-480,-1-3 0,-2-2 0,-3 4 0,2-3-1694,1-3 1,1-1 0,-6-6-1299,0 1 0,0-6 2992,0 0 0,-7-8 0,-3 5 0</inkml:trace>
  <inkml:trace contextRef="#ctx0" brushRef="#br0" timeOffset="77">21624 3564 16805,'0'16'1475,"0"2"0,0 4 0,2 7 940,3 7-2081,-3 6 1,7 9-1,-5 4 1,1 3-1,-1 0 1,-2-4 0,-2-3 1241,0-2-1677,0-7 1,0-4-1,0-11 1,0-5-674,0-4 0,0-10 1,0-8-1,0-10-1,0-4 1,2-2 0,1-3 0,4-2 374,3-7 0,-5 5 0,4-1 0,0 2 840,0 1 1,2-1 0,4 5-1,-3 3 476,-1 3 0,-5 2 1,5 5-359,1-1 1,3 7 0,-1 10 0,-1 7-523,-2 2 0,-7 3 0,3-4 0,-2 4-540,1 1 1,-1-5-1,-3 2 1,2-4-2164,1-2 0,1-5 1,-5-2 590,5-2 0,-3-1 0,8-6 2076,2 0 0,2-15 0,1-3 0</inkml:trace>
  <inkml:trace contextRef="#ctx0" brushRef="#br0" timeOffset="78">22261 4038 8219,'8'-9'3253,"-8"-6"-2551,0 4 0,-8 4 1,-8 2-1,-2 3 340,-4 2 1,2 0 0,-5 0-1,-1 0-238,1 0 1,-1 7 0,-3 4 0,4 5-545,1 6 1,3-2 0,6 5-1,4 1-157,6-1 0,3 1 0,2 1 0,2-3-360,3-1 1,4-10-1,9 3 1,4-3-443,5-4 1,3-2-1,-1-8 1,-2-5-57,2-5 1,-4-3 0,-1-3 0,-2-1 461,-2-4 0,-11 2 0,5-5 0,-3-1 251,-2 1 0,-5 3 0,1-3 0,-3 1 3538,-2 4-1470,0 2 0,-2 9 0,-1 5-1413,-3 8 0,1 11 0,5 6 0,-2 1-357,-3 2 0,3-4 0,-4 5 0,4 1-1428,2-1 1,2-5-1,2 2-1286,1-4 0,6-7 1,-3-2-1,1-2-3332,3-3 5790,-4-2 0,13-17 0,-2-3 0</inkml:trace>
  <inkml:trace contextRef="#ctx0" brushRef="#br0" timeOffset="79">22507 3989 7766,'0'16'1281,"0"-5"1,0 0 0,0 2 108,0 1 1,0 4 0,0 2 0,0 2-495,0-2 0,0 0 1,0 0-1,0 4-210,0 1 1,5-10-1,1 1 483,-3-2 0,1-1-681,1-2 1,-3-5 0,5-12-501,1-5 1,-7-5 0,7-4 0,-1-4-914,4-1 1,-2-1 0,2-3 0,2 2-400,1-2 1,2 5 0,1 3-1,-1 2-253,0 3 0,1 5 0,-1 2 0,0 2 793,1 3 0,-1 2 0,1 2 0,-3 2 648,-3 4 0,-2-3 0,-4 8 463,6 2 1,-3-4-1,-1 0 183,0-2 1,-3-1 0,7-6 95,1 0 1,3 0 0,1 0-79,1 0 0,-1-2-177,0-3 1,-1 1-1,-2-5 169,-3 2 0,-6-1 0,2 3-23,-5-6 0,-2 4 1,-5-1-1,-5 3 72,-3-1 0,3 1 0,-2 5 0,-3 0-67,-4 0 1,-2 0-1,6 2 1,-3 3 23,-2 6 0,2 4 0,-2 1 0,4 2-183,6 4 1,-3-2 0,5 5 0,0 1 153,3-1 1,4 1-1,2 3 1,0-4-547,0-1 1,8-1 0,4-4-1,7-1-278,2-4 0,7-8 0,-7-1 0,1-3-761,2-2 1,-6-2 0,4-3 0,-4-6-2554,-2-4 3641,1-1 0,-1-8 0,0-1 0</inkml:trace>
  <inkml:trace contextRef="#ctx0" brushRef="#br0" timeOffset="80">11457 5215 7774,'-16'5'2272,"0"1"0,5-1 0,2-3-1677,2 3-557,1-3 1,13 13-1,4-3 1,6 8 243,4 8 0,-1 10 0,6 7 0,-3 8-135,-3 7 1,-1-4 0,-3-1 0,0-5-269,1 0 1,-8-3 0,-2-5-1,-2-8-565,1-5 0,-1-14 0,-7-1-143,-3-5 0,1-5 1,-5-10-1,0-6 829,0-8 0,-9-6 0,-7-6 0</inkml:trace>
  <inkml:trace contextRef="#ctx0" brushRef="#br0" timeOffset="81">11441 5591 7774,'-14'-26'0,"1"5"178,2 2 1,7 3 2075,-1 0 1,5 5 0,5 2-1303,6 1 1,11 3-1,3 5 1,5 0-1000,2 0 1,-3-2-1,9-1 1,-3-3-297,-2 2 0,-6 1 0,-2-1 0,-1-1 571,-4 1-228,-2 2 0,-2-5 0,1-2 0</inkml:trace>
  <inkml:trace contextRef="#ctx0" brushRef="#br0" timeOffset="82">11719 5329 13357,'0'24'1076,"5"1"0,3 10 0,3 3-654,7 5 1,-2 7 0,6 2 0,-6 5 419,-5 1 0,2-6 1,-6 1-1,0-8-812,1-6 1,-3-12-1116,-5-5 0,0-13 1,0-9-1,0-9 353,0-6 1,0-3 0,2-4-1,2-3 344,1-1 1,2-5 0,-3 6 0,3-2 224,2-1 0,0 7 1,4-5-1,-4 3 890,-2 3 1,6 7 0,-4 2 0,2 0-269,0 2 0,-6 4 0,6 12 0,0 9 638,-2 10 1,4 6 0,-6 5-1,2 1-1051,4-2 1,-6-1 0,1-4 0,-3-4-1593,0-5 1,8-6 0,-2-5-1211,4-6 1,-4-5 0,-2-5 2755,-2-6 0,6-11 0,-4-3 0</inkml:trace>
  <inkml:trace contextRef="#ctx0" brushRef="#br0" timeOffset="83">12209 5754 7729,'-7'-9'1203,"-4"4"0,2 1 0,-2 0-532,-2-1 1,4 0-1,0 3 1,0-2 74,0-1 0,4-1 1,-6 6-294,-2 0 0,6 7 0,1 4 0,5 4-186,1 1 1,0 8 0,0 1 0,1 3-258,5-1 1,3-5 0,7 3 0,1-1-551,-1-4 0,0-8 0,1-3 0,-1-1-254,0-5 0,1-1 0,-3-4 0,-1-3 268,-2-6 0,-8-4 1,3-1-1,-2-2 234,1-4 1,-3 4 0,3-4 0,-3 4 670,-2 2 1,-5-1 0,-1 1 0,1 1 4042,-3 4-2025,7-3 0,-7 14-2020,8 0 0,2 7 0,2 10 1,3 1-519,2 4 1,2-2 0,4 5 0,-3-1-606,-1-4 0,-2-2 0,4-4 1,-4-1-2420,-2-2 1,6-2 3164,-2 2 0,-4-11 0,0-9 0</inkml:trace>
  <inkml:trace contextRef="#ctx0" brushRef="#br0" timeOffset="84">12324 5231 8797,'0'-16'0,"-2"-1"1964,-4 1 1,5 5-337,-5 0 0,6 9-954,6 2 0,5 10 1,9 11 460,1 7 1,8 10 0,-1 7 0,1 8-1,0 7-239,-2 3 1,-7 3-1,2-3 1,-4-3-1630,-2-5 0,-7-4 0,-3-6 1,-4-5-705,-2-7 0,0-17 1437,0 0 0,-15-17 0,-3-1 0</inkml:trace>
  <inkml:trace contextRef="#ctx0" brushRef="#br0" timeOffset="85">12340 5591 7858,'0'-17'2030,"0"7"1,2 0 0,5 3-1259,10 4 0,1-5 0,9 3 0,2 1-1223,2 2 0,2 2 0,-1 0 0,3 0-5289,3 0 5740,-4 8 0,14 1 0,-7 7 0</inkml:trace>
  <inkml:trace contextRef="#ctx0" brushRef="#br0" timeOffset="86">13501 5493 8431,'-28'0'907,"1"0"0,5 0 0,-5 0 0,0 1 492,1 5 0,1-4 0,3 3 0,-3-1-931,-1 1 0,3-3 0,8 5-511,4 1 0,4-5 0,7 8-202,0 2 0,7 1 1,4 3-1,6-1 191,4 0 1,-1 1-1,8-1 1,1 0 246,1 1 1,1-1 0,-2 1 0,-1-1 485,1 0 0,-6-1 0,-1-3 0,-4-1 97,-1 2 1,-6-4-572,-1 2 0,-8-2 1,-4 2-1,-12-4-553,-12 1 0,-1-7 1,-4 5-1,-3-4-257,-1-2 0,-1-2 0,0-2 0,-2-3-283,1-2 1,10-2 0,5-4 0,4 1 887,2-2 0,7 3 0,1-11 0</inkml:trace>
  <inkml:trace contextRef="#ctx0" brushRef="#br0" timeOffset="87">13599 5640 8980,'0'11'3856,"0"0"0,0 1-2858,0 3 1,5 7-1,2 1 1,2 4 423,4 8 0,0-2 0,0 5 0,-4-4-1405,-2-1 0,4 0 0,-6-2 0,-1-4-1902,-2-5 0,3-10 426,1-1 1,-1-9 0,-7-4 0,-3-10 319,-6-8 1,2-11 0,0 0 0,1-5 868,5-1 1,-4-5 0,1 1 0,3-3 819,1 0 0,2 6 0,0-5 1,0-1-180,0 2 1,7-3 0,4 9-1,3 3 848,3 4 0,-1 14 0,0 1 1,3 5-496,2 5 0,-2 6 0,2 7 0,-3 9-330,-1 6 0,-1 1 1,-1 4-1,-4-2-213,-6 3 0,-3-5 0,-2 0 0,0 1-31,0-1 0,-6-5 0,-1 2 1,-2-4-740,-4-1 0,-1-3 1,-3-1-1,1-4-1428,0-2 1,-1-1-1,1-6 1485,0 0 0,7-2 0,3-4 532,4-5 0,-5-3 0,-2-2 0</inkml:trace>
  <inkml:trace contextRef="#ctx0" brushRef="#br0" timeOffset="88">14105 5525 14889,'-16'0'3284,"0"0"1,5 0-2763,0 0 1,2 8 0,-4 3-1,4 3-519,2 2 0,1 1 0,6-1 0,0 0-243,0 1 1,0-1 0,0 0-417,0 1 0,8-3 0,2-3 0,5-5-328,1-4 0,-5-2 0,0-2 1,0-4 370,-2-5 1,4-3 0,-6-3 0,0-1 410,1-3 1,2-3 0,-4-3 0,-2 5 391,-3 4 0,5 1 0,-1 1 1810,-1 0 1,-2 8-952,-2 8 0,2 9 1,1 11-1,3 4-711,-3 2 1,5-7 0,-1 5-1,2-2-917,4 0 0,-4-6 0,0-5 0,0 0-1509,0-2 0,2-2 1,5-7-409,0 0 1,-5-2 2495,0-3 0,7-4 0,8-8 0</inkml:trace>
  <inkml:trace contextRef="#ctx0" brushRef="#br0" timeOffset="89">14514 5476 7535,'0'-16'1005,"0"5"1,0 0 2028,0-2 0,-2 4-1799,-3-2 1,1 8 0,-7-3-377,-2 5 1,4 2 0,0 5 0,0 5-317,0 3 0,0 8 1,-4 2-1,4 1-79,2 4 0,2-3 1,5 1-1,0 0-609,0-1 1,0-3-1,0-7 1,0 1-1360,0-1 1,7-1-1,4-4-511,3-6 1,3-5 0,-1-5-1,0-4 353,1-1 0,-6-4 1662,-1 3 0,1-11 0,6-3 0</inkml:trace>
  <inkml:trace contextRef="#ctx0" brushRef="#br0" timeOffset="90">14628 5558 13119,'11'0'2083,"0"0"1,2 0-1608,1 0 0,5 0 0,1 0 0,3 0-266,3 0 0,-5-5 0,5-1 0,-3 1-155,-3-3 0,-1 5 1,-3-6-144,0 1 1,-1-4-1,-3 1-61,-1-4 0,-7 4 0,0 2 0,-8 0-143,-7 0 1,-3 4-1,-3-4 1,-1 1 188,-4 5 1,2 1-1,-5 2 1,-1 0 534,1 0 0,3 7 0,-3 4 1,1 4-14,4 1 0,0 0 0,2 1 0,0 1 52,3 4 1,8-2 0,-2 5 0,2-1 106,3-4 0,2 0 1,2 0-1,0 1-745,0-1 0,8-1 1,3-3-1,3-2-226,2-3 0,1-2 0,1-5 0,2 1-669,2-1 1,1-4 0,-3-4 0,2-3-1487,-2-2 0,-2-7 1,-1-6 2547,-1 2 0,0-5 0,1-1 0</inkml:trace>
  <inkml:trace contextRef="#ctx0" brushRef="#br0" timeOffset="91">15070 5198 7793,'-17'0'2403,"1"0"-1515,0 0 0,7-7 520,3-4 1,6 2-458,6-2 0,1 6 0,6-4 0,-3 1 1,3 3 381,2-2 1,3 5-1,2-3 1,3 3-731,3 2 0,-6 0 0,2 0 0,-2 0-143,1 0 0,-2 0 0,2 0-460,-2 0 0,-3 7 0,-2 4 0,-3 3 0,-3 3 0,-8-1 0,0 0 0,0 1 0,-2-1 0,-4 2 0,-5 4 0,-3-4 0,-2 4 0,-1-2 0,1 2 0,-1-8 0,1 5 0,0-3 0,-1-3 0,7-1-267,-1 5 0,5-6-1615,-5-1 0,10-6-576,1 2 0,1-5 1,10-1-1,2 0-1295,1 0 3753,3 0 0,-1 8 0,0 1 0</inkml:trace>
  <inkml:trace contextRef="#ctx0" brushRef="#br0" timeOffset="92">15364 5705 9184,'-2'18'0,"-2"2"2922,-1 2 0,0 0 0,5-6-136,0 1-2970,0-8 1,1-4 0,3-10-2874,1-6 3057,8-4 0,-11-8 0,5-3 0</inkml:trace>
  <inkml:trace contextRef="#ctx0" brushRef="#br0" timeOffset="93">1798 7340 8132,'9'-2'4648,"-4"-3"-2719,4 3 0,-5-7 2215,7 3-147,-8 4-2120,5-5 0,-10 7-1854,-4 0 0,3 0 0,-8 2 0,-2 2 0,-1 3 0,-5 2-23,-2 4 0,3-4 0,-6 2 0,2 1-185,0 3 1,-1 1-1,3-1 1,-2-2-800,2-3 0,2 1 0,3 6 365,4-1 1,4-5 0,7 0 447,0 2 1,7-4-1,4 0 1,6 0 266,4 0 1,-1-4 0,8 6 0,1 2 289,2 1 1,-1-3 0,-1 0 0,-3 2 74,-2 2 1,-3-5 0,-4 1 0,-3 2-135,-3 2 0,2 1 0,-8 0 1,-1 1 51,-2-1 0,-2-5 0,-2 0-379,-4 1 0,-3 1 0,-7 0 0,0-4 0,-1-2 0,-4 4 0,-1-4 0,0 1 0,-2-1 0,6-2 0,-5-5 0,1 0-904,0 0 0,-2-1 0,6-5 1,0-7-4013,4-7 1,8-5 4600,1-8 1,3 1 0,2-1 0</inkml:trace>
  <inkml:trace contextRef="#ctx0" brushRef="#br0" timeOffset="94">1945 7683 7778,'16'0'758,"-3"6"0,0 1 0,3 0 385,2 0 1,-2-1-1,10-6 1,-1 0-210,1 0 1,1 0-1,6-2 1,-3-3-524,-2-6 0,1-2 1,-7 0-1,-2 2-680,-2-1 1,-4 3 0,-1-2 9,-2-2 0,-8-2 113,3-1 1,-6 5 0,-6 2 0,-4 0 272,-5 0 1,-1 5 0,-1-3 0,1 2 176,0-1 1,-3 1 0,-1 5 0,-1 0 16,1 0 0,2 0 0,1 0 0,1 2-49,0 3 1,1-1-1,2 5 1,2 0 82,-1 0 0,-1 2 1,0 5-1,4 2 163,2 4 1,-4-2 0,6 7-1,1 2-416,2 2 1,2-2-1,2 0 1,3 2-809,6-2 0,6-7 1,3-2-1,3-5-1125,3-4 1,1-8-1,4 1 1,-2-8 1830,-2-7 0,0-11 0,6-3 0</inkml:trace>
  <inkml:trace contextRef="#ctx0" brushRef="#br0" timeOffset="95">2746 7552 8736,'-31'0'1350,"4"0"1,1 6 0,6-1-1,-2-1 669,2-2 0,2-2-1714,2 0 0,5 0 0,0 0-4,-2 0 0,4 7 1,0 4 305,2 3 0,-6 8 0,4 2 1,-2-1 264,0 1 1,8 5 0,-3-2-1,4 2-608,2-1 0,0-3 0,2-7 0,4 0-1038,5-3 0,5-8 0,4 2 1,4-1-1055,1-5 1,2-3 0,4-5 0,-2-4-4058,-2 0 5885,1-6 0,4-1 0,1-10 0</inkml:trace>
  <inkml:trace contextRef="#ctx0" brushRef="#br0" timeOffset="96">2925 7651 7642,'-20'25'1167,"4"-3"0,3-4 1,-1-2-1,3 1 1122,6-1 1,-3 0 0,3 1-1921,1-1 0,8 0 1,3 1-1,2-1-254,4 0 0,-4-5 0,2-2 0,2 0 99,1 1 0,8-7 0,0 3 1,-2-5 298,-2-1 0,0-7 0,2-4 0,2-3 146,-2-3 0,-2-1 1,-2-2-1,-1-3-411,-4-3 0,3 4 0,-5-3 0,0 1-1707,-3 4 1,1 0 0,-1 0-1791,-3-1 1,-1-1 3248,-2 5 0,0 1 0,0 0 0</inkml:trace>
  <inkml:trace contextRef="#ctx0" brushRef="#br0" timeOffset="97">3318 7667 7630,'0'16'0,"0"1"0,0-1 0,0 0 1555,0 1 0,5 1 0,1 2 0,-1 2 61,2-2 0,-3-1 1,5 1-1,0 2-1242,0-2 0,-5-7 0,1-2 0,-1 0 365,1-2 1,-3 0-381,4-4 0,-5-10 0,-1-1 0,0-6 215,0-5 0,0-6 1,0-4-1,0-4-453,0-2 1,0 0-1,0 1 1,0-1-1019,0 0 1,6 2 0,1 2-1,0 4-503,1 1 1,3 2 0,-6 6 0,0 2-1705,3 3 3104,1-4 0,7 13 0,1-5 0</inkml:trace>
  <inkml:trace contextRef="#ctx0" brushRef="#br0" timeOffset="98">3759 7667 7630,'-5'33'1793,"-1"-3"1,2-1-1,3-3 336,1-2 0,0-1 0,0-3 0,0 2-823,0-2 0,5-2-4173,1-2 1247,6-7 1,-10-3-1,4-11 1,-5-8 1619,-1-7 0,8-6 0,1-6 0</inkml:trace>
  <inkml:trace contextRef="#ctx0" brushRef="#br0" timeOffset="99">3792 7291 8103,'-17'0'1509,"6"5"1,2 3 358,2 1 1,2 2 0,5 5-2893,0 0 1,0 1 1023,0-1 0,7 0 0,2 1 0</inkml:trace>
  <inkml:trace contextRef="#ctx0" brushRef="#br0" timeOffset="100">3988 6980 14079,'0'17'4520,"0"1"0,0 4-3738,0 5 1,5 13 0,3 9 0,-1 11-226,0 9 1,0 0 0,-3 7 0,1 2-511,-1 2 1,0-13-1,-1-9 1,3-9-151,-3-5 0,-1-15 1,-2-2-2792,0-7 0,0-12 0,0-8 2894,0-9 0,-7-6 0,-2-1 0</inkml:trace>
  <inkml:trace contextRef="#ctx0" brushRef="#br0" timeOffset="101">3906 7601 19875,'9'0'1420,"8"0"1,13-1 0,-4-3 0,1-1-3081,0 1 0,-5-3 1,5 1-1,1 1-2417,-3-2 1,0 5 2737,-3-4 0,2 4 0,3 2 1339,-5 0 0,-9 0 660,-2 0 1,-8 8 803,3 3 0,-6 3 0,-6 2-194,-5 1 0,4-1 0,0 1 1,1-1-714,1 0 0,-1 2 0,6 2 0,0 4-171,0 1 1,2-5 0,2 2 0,3-4-475,2-1 1,2-6 0,5-2-378,1-2 1,-1-2-1,0-6 36,1-5 1,-6-3-1,-2-7 1,-2-1-617,-3 1 1,-3-2 0,-1-2 0,0-4 878,0-1 0,0 5 1,0-2-1,0 4 704,0 2 1,2-1-127,4 1 0,-3 7 0,6 5 31,-1 8 0,4 7 0,-1 9 0,4 5 324,1 6 0,-5 0 0,0 11 0,2-1 124,1 1 0,-5-2 1,-1 7-1,-3 4-160,0 0 1,1 0 0,-6-4-1,-2-1-429,-3-3 1,-4-7 0,-8 1 0,-1-6-724,-4-4 0,-3-7 1,-10 2-1,-1-6-1550,-2-5 0,-8-4 1,5-7-1,-5-3 1971,-3-8 0,4-8 0,-11-13 0</inkml:trace>
  <inkml:trace contextRef="#ctx0" brushRef="#br0" timeOffset="102">4723 7781 16339,'8'-9'2862,"6"2"1,10 5 0,1-2 881,4-1-3744,2 0 0,2 3 0,1-2 0,3-1 0,3 1 0,1 2 0,3 4 0,-2 4 0,-8-5 0,-7 5 0,-5 1 0,4 0 0,-3 2-2146,-8-5-3534,-8 3 5680,-14-7 0,-2 0 0,-8 0 0</inkml:trace>
  <inkml:trace contextRef="#ctx0" brushRef="#br0" timeOffset="103">6064 7700 7836,'0'-11'710,"0"0"0,1 0 3117,5 2-1348,-4 2-1805,5 7 0,-12-2-193,-1-4 1,-7 4 155,2-3 1,-3 3-284,-2 2 0,-1 0 0,1 2-87,0 3 1,1-1 0,2 5 0,2 0-45,-1 0 1,-3 2 0,1 7 0,1 2-160,2 2 0,6 7 0,-4 0 0,1 8-15,5 6 1,1-1 0,2 2 0,2 1-144,3 2 0,4-5 1,8-6-1,-1-7-702,0-7 1,6-5 0,2-5 0,-1-3-27,1-1 0,3-5 0,-3-10 1,-1-8-1086,1-5 0,0-9 0,-5 2 1907,3-4 0,7-9 0,-3-1 0</inkml:trace>
  <inkml:trace contextRef="#ctx0" brushRef="#br0" timeOffset="104">6342 7830 7836,'-22'2'383,"0"4"1,2 3 1277,2 0 1,1 5 0,1-3-735,0 4 1,5 1-1,2 0 1,2 1-416,3-1 1,2 8-1,2 1 1,0 2-704,0 1 0,7-3 1,4 2-1,6-5-137,4-4 1,-2-7 0,4-2 0,-1-1-191,0-5 0,5-3 0,-5-5 1,-2-6 25,-2-4 0,-4-1 0,-3 0 1,-3-1 579,-1 1 0,-5-6 1,3 0-1,-3 1-110,-2-3 0,-2 4 0,-2-6 1,-1 1 481,1 0 0,-3 5 1,2-2-1,-1 4 3260,-1 1-2093,5 8 1,-5 4-1,7 12 1,0 9-963,0 10 0,0 5 0,2 3 0,3 3-688,6 1 0,-2 0 0,0-5 0,0-3 0,0-2 1,2 1 0,6-9 0,-1-6-4894,0-6 1,-5-7 4386,0-1 1,7-14-1,8-4 1</inkml:trace>
  <inkml:trace contextRef="#ctx0" brushRef="#br0" timeOffset="105">6685 7961 7836,'-6'47'0,"-1"-1"2066,-2-3 0,5-5 0,-1 4 0,3-4 2450,2-7 0,0-5-3758,0-10 0,0-9 0,2-5-2125,3-5 0,-1-16 0,7 1 0,0-5 924,-2-6 1,5-4 0,-3-2 0,4-1 244,1 0 1,0 5 0,1-6 0,-1 7 761,1 2 0,-1 8 0,0-1 0,1 4 124,-1 6 0,0 4 1,1 9-1,-1 5 382,0 9 1,-1 8-1,-4 11 1,-4 3-1071,0 5 0,-5-3 0,3-2 0,-3-3-1457,-2-2 1,0-8 0,-2-3 1456,-3-4 0,-4-2 0,-7 1 0</inkml:trace>
  <inkml:trace contextRef="#ctx0" brushRef="#br0" timeOffset="106">8156 7503 7839,'-17'0'1164,"7"0"0,-1 0 283,-2 0 0,4 0 0,0 2-1109,2 4 0,3-5 1,8 7-1,3-1 535,2 4 1,2 5-1,5 6 1,-1 7-184,-4 7 1,3 6-1,-5 7 1,2 2-414,0 4 0,-7 1 0,1 6 0,-1-2-139,1 1 0,-3-10 1,3-5-1,-3-8-1265,-2-7 0,-2-11-1331,-3-4 0,3-9 1,-3-12-1,1-8 2319,-1-7 1,3-13 0,-6-8 0</inkml:trace>
  <inkml:trace contextRef="#ctx0" brushRef="#br0" timeOffset="107">7960 7569 7839,'-15'2'0,"2"1"2142,3 3 596,-1-1 0,3-5-1860,8 0 1,8 0-1,10 0 1,2 0-4,2 0 1,1 0 0,-3-2 0,4-1-378,1-3 0,-3 1 0,3 5 0,1 0-1258,-1 0 1,-3 0 0,3 0 0,-1 0-46,-4 0 1,0 2-1,0 1-85,2 3 0,0-1 1,-8-3-1633,-3 3 0,2-1 0,-8 7 187,-1 2 2335,-2-6 0,-10 15 0,-1-4 0</inkml:trace>
  <inkml:trace contextRef="#ctx0" brushRef="#br0" timeOffset="108">8090 8092 8297,'-14'16'1148,"3"1"1,2-3 0,5-1-47,-1-2 1,1-8 0,10 3-335,5-4 1,5-2-1,4 0 1,3 0 701,3 0 0,-4 0 0,3 0 1,1 0-1245,-1 0 1,-3 0 0,3 0 0,-1 0-1722,-4 0 0,0 0 1,0 0 1494,2 0 0,-1-8 0,-4-1 0</inkml:trace>
  <inkml:trace contextRef="#ctx0" brushRef="#br0" timeOffset="109">9921 7765 7812,'-9'2'1989,"2"1"-663,-1 3 259,7-1 1,-8-5-1,3 0 41,-5 0 0,2 0 0,-2 0-1404,-1 0 1,2 0 0,0 0-145,-3 0 1,-2 2 0,-1 4-198,0 4 1,5 5 0,0 3 0,-2 4-73,-1 5 0,4 4 1,5 2-1,3-1-340,2 1 1,0-6-1,2-3 1,3-4-174,6-5 0,9-8 0,2 2 0,0-2 403,2-3 0,-6-11 1,4-8-1,-4-5 240,-2 0 1,-1-4-1,-3 1 1,-3-3-90,-1-3 1,3 4 0,-6-2 0,-1-1 329,-3 3 1,1 1-1,2 8 1068,1 0 0,1 5-458,-6 0 0,-6 14 0,1 3 0,1 8-344,2 8 0,2 4 0,0 5 0,0-1-184,0 3 0,0-4 0,2 8 0,2-7-734,1-2 0,6-8 0,-4 1 0,3-2-1037,2-3 0,-3-7 0,2-4 0,2-3-1024,1-2 1,5-7 2532,2-4 0,-2-11 0,4-3 0</inkml:trace>
  <inkml:trace contextRef="#ctx0" brushRef="#br0" timeOffset="110">10346 7847 7812,'-16'-9'1611,"-1"3"1,6-1 0,1 1 246,-3 3 0,-2 1 0,1 0-90,3-3 1,-4 3-1044,4-4 0,2 5 0,0 2-247,2 5 0,2-2 0,3 5-237,-4-2 0,4 6 0,-3-3-149,3 5 1,2-4 0,0 0 0,0 2-116,0 1 0,0 2 1,0 1-1,0-1-369,0 0 1,0 3 0,2 1-1,2 1-93,1-1 0,6-1 0,-4-3 0,1 0-118,-1 1 0,4-7 0,-4 0 0,0-1-38,1 0 0,4-6-911,-1 3 0,4-6 322,1-6 1,-5-3 0,-2-7-1506,-2 0 2735,6-1 0,-4-6 0,7-3 0</inkml:trace>
  <inkml:trace contextRef="#ctx0" brushRef="#br0" timeOffset="111">10559 7749 7812,'-11'-6'2266,"0"1"1,0-1-1352,-6 6 0,1 0-402,0 0 1,5 0 0,2 2-1,0 4 62,0 4 1,5 5 0,-3 1 0,1 2-60,1 4 1,-1 2 0,6 5 0,0-2-362,0 2 1,0 0-1,0 0 1,2-3-773,4-3 0,-3-1 0,8-5 0,2-3-1566,1-3 0,3-4 0,-1-7 2183,0 0 0,8-7 0,2-2 0</inkml:trace>
  <inkml:trace contextRef="#ctx0" brushRef="#br0" timeOffset="112">10706 7928 7812,'9'0'3276,"5"0"1,-3 0 0,5-1-2761,6-5 1,-4 3 0,4-8 0,-4-2-867,-1-2 1,-1-1 0,-1 0 0,-3-1-696,-1 1 1,-7-2 0,1-4 571,-3-5 0,-4 9 0,-3 3 0,-8 6 311,-7 5 0,2 3 1,-4 2-1,4 5 866,2 5 1,-6 3 0,2 4 0,4 4 476,3 5 1,4 4 0,-4 4-1,4 1-646,2 2 1,1 0 0,6-5 0,2 0-1105,4 0 1,3-8 0,7-3 0,0-6-961,1-5 0,1-4 0,2-7 0,2-2-1005,-2-3 1,0-4 2533,1-7 0,-3-8 0,6-1 0</inkml:trace>
  <inkml:trace contextRef="#ctx0" brushRef="#br0" timeOffset="113">11147 7798 7509,'0'-17'2234,"0"8"0,-7 2 1,-4 9-1274,-4 3 0,4-1 0,2 7 1,0 0-433,0-2 0,5 5 0,-1-3-770,3 4 0,2 1 1,0 0-1,2-1 284,3-4 0,5 3 0,6-5 1,2 2-122,4 0 1,-4-5 0,4 5 0,-2 1 768,2 3 0,-6 1 0,2-1 0,-7-1-217,-4 3 1,-1-8 0,-8 9 0,-4-2-475,-4-3 1,-7-2 0,-3 1 0,-3-2-941,-3-3 1,4-2-1,-3-5 1,1-2-887,4-3 0,4-4 0,3-7 0,4-1 1826,2 1 0,2-8 0,5-1 0</inkml:trace>
  <inkml:trace contextRef="#ctx0" brushRef="#br0" timeOffset="114">11605 7732 7812,'-26'8'946,"4"1"0,2 1-543,-1 1 1,1-5 0,-6 5-1,3 1 2009,3 3 0,1-4 0,3 0-1757,0 1 1,8-4-913,8-3 0,8 2 1,8-1-1,2-1 170,4 3 0,-2-7 1,5 5-1,1-2 626,-1 1 0,-3-1 1,4 5-1,-3 0 560,-3 0 0,-2 2 0,-1 5-464,-1 0 0,-5 1 1,-2-1-1,-2 1-272,-3-1 0,-2-5 0,-4 0 1,-5 1-800,-10 3 0,-1 1 0,-9-1 0,-4-3-1285,-5-1 0,1-7 0,-3 1 0,3-3-3292,3-2 5013,-1-7 0,-7-9 0,-2-10 0</inkml:trace>
  <inkml:trace contextRef="#ctx0" brushRef="#br0" timeOffset="115">12814 7798 7824,'7'-9'-556,"-5"-6"1,4 4 877,-5-3 1684,7 5 0,-6-2-311,3 11 0,-3-2 0,-2 13-1059,0 1 1,0-3 0,0 2 0,0 4-18,0 5 0,0 0 1,0 5-1,0 1-407,0-1 1,5 2 0,1 4 0,-3-2-428,-1-1 1,-2-8 0,2 0 0,2-6-682,1-3 1,2-7 0,-3-1 114,1-6 0,6-14 0,-3-10 0,-1-6 416,0-5 1,6 2 0,-4-6 0,2 2 471,0 4 0,-6 1 0,4 4 0,-2 4 411,-3 5 1,5 11 475,2 6 1,-2 18-1,0 9 1,-2 7-449,-3 3 1,3 6-1,-1 1 1,-3-3-362,-1-2 1,4-3 0,-1-3 0,-1-7-1480,-2-2 0,5-10 475,4-4 1,3-10 0,1-8 0,-2-7 491,-3-7 0,1 1 1,6-1-1,-3 0 227,-3 1 1,4 3 0,-4 6 1073,3 1 1,-3 7-1,0 5-69,2 8 1,-4 7-1,0 11 1,-2 5-905,-3 4 0,-3 1 0,1-1 0,2-2-716,1-1 0,1-8 0,-6 1 466,0-2 249,0-10 0,0-9 0,0-9 0</inkml:trace>
  <inkml:trace contextRef="#ctx0" brushRef="#br0" timeOffset="116">13533 7863 7824,'-9'16'4915,"4"1"0,5-8-3352,5-4 1,4-3 0,8-4-1717,-1-3 0,0-4 0,-1-8-358,-4 1 0,1 0 0,-6-1-498,-2 1 0,-3 0 1,-1-1-1,-1 3 866,-5 3 1,2-2 0,-6 8 0,-3 1 188,-2 2 0,4 2 0,1 0 0,-3 0 447,-2 0 0,-1 8 0,0 4 0,-1 6 354,1 4 0,5 2 1,2-2-1,2 5-728,3 4 0,2-4 0,2-2 0,0-1-903,0-4 0,2-4 1,2-3-1,5-4-6,5-2 0,-1-1 1,9-6-1,-4-2-504,-2-3 1294,1-4 0,6-15 0,3-2 0</inkml:trace>
  <inkml:trace contextRef="#ctx0" brushRef="#br0" timeOffset="117">13697 7814 7824,'0'11'0,"0"0"2029,0 1 1,-6 3-1,1 1 1,1 1-730,2-1 0,2 0 0,0 3 0,0 1-815,0 1 0,0 1 0,2-5 0,2-1 394,1 0 1,1-5-1,-6 0-1726,0 2 0,0-8 0,2-5-729,3-9 0,-1-13 1,5-3-1,0-2 919,0-1 1,-4 1 0,6-6 0,2 1 625,1-1 0,-3 6 1,0 1-1,0 3 4,-2 3 1,6 9 0,-4 5 1489,3 5 0,3 15 0,-3 8 0,-1 9-689,-2 7 1,-8-2-1,3 6 1,-4-2-616,-2-4 0,0-1 0,0-4-1274,0-4 366,0-3 1,0-24 0,1-9 0,3-11-155,1-6 1,1-1 0,-4-6-1,1 0 692,3 1 1,5 5 0,-4 1 0,0 2 447,0 4 1,4 8-1,-3 3 174,1 1 0,-4 8 0,4 10 0,0 2 952,0 6 1,-3 10-1,3-1 1,-2 4-1105,-3 1 0,-2-4 1,-1-1-1944,5 2 0,-4-11-1735,3-1 1,-3-14 3418,-2-3 0,7-14 0,2-12 0</inkml:trace>
  <inkml:trace contextRef="#ctx0" brushRef="#br0" timeOffset="118">14367 7814 7822,'-9'7'3051,"-4"-3"1,6 5-1099,-2-2 0,3 6 1,-5-2-1360,-1 3 0,3 1 0,0-2 1,1-2 26,5 1 1,1-3 0,2 2 0,0 2-549,0 1 1,2 3 0,3-3 0,6-1-407,3-2 1,3-2-1,-1 4 1,1-4-118,-1-2 1,2-1 0,2-6-1,2 0 164,-2 0 0,-8 0 1,-1-2-1,0-4 66,-2-5 1,4-3-1,-7-2 1,-3-1 381,-1 1 1,-2-1 0,-2 1 0,-1-2 178,-3-4 0,-7 4 1,1-2-1,-7 5-588,-2 5 0,-3 0 0,4 0 1,-2 4-2113,2 4 1,2 2 1149,2 0 1209,7 0 0,-6 8 0,6 1 0</inkml:trace>
  <inkml:trace contextRef="#ctx0" brushRef="#br0" timeOffset="119">14694 7798 7822,'0'16'1022,"-6"-3"1,-1 1 0,0 4 391,0 1 1,1-1-1,6-2 1,0 0-546,0 1 1,0-1-1,0 0 1,0 1 141,0-1 1,0-5-948,0 0-308,0-7 0,0-4 1,0-13-1,2-5 391,3-4 0,-3-7 0,5 2 0,-1-4-210,-1-2 0,6 0 1,-4 2-1,3 2-133,2 2 1,-3 7 0,0-2 0,1 4-3728,-1 2 1,-4 5 3922,6 0 0,0 7 0,5-3 0</inkml:trace>
  <inkml:trace contextRef="#ctx0" brushRef="#br0" timeOffset="120">14906 7781 7822,'-7'9'2169,"5"6"0,-3-4-721,3 3 1,2 3 0,0-1-1062,0 0 0,0 3 0,2-1 1,3 0-230,6-4 1,-2-3 0,2 2 0,2-4-36,1-2 1,3-1-1,-1-6 1,0 0-434,1 0 1,-1-2 0,0-3 43,1-6 1,-8-4-1,-2-1 1,-2-1-243,1 1 1,-1-2 0,-5-2 0,0-2 128,0 2 1,0 0 0,0 0 0,0-2 355,0 2 0,-5 2 1,-2 2 2829,-2 0-1744,5 6 1,-9 5-1,8 10-617,1 6 0,4 6 0,4 5 0,3 5 20,2 4 0,-3 1 1,3 1-1,0 2-30,0 3 1,0-2-1,4 8 1,-4 1 125,-2 2 0,4-5 0,-6-4 0,-1-2-201,-2 3 1,-4-10 0,-3 2 0,-6-4-362,-4-2 0,-3-8 0,-4 1 0,-7-2 0,-7-3 0,1-8 0,-5 1 0,2-3-437,0 3 1,-2-4 0,6 1 0,-3-6-2317,1-8 0,10-4 0,-4-1 2753,4-1 0,-3-6 0,4-3 0</inkml:trace>
  <inkml:trace contextRef="#ctx0" brushRef="#br0" timeOffset="121">16181 7732 14519,'-9'0'1818,"2"8"0,7 2 1,0 7-1662,0 5 0,2-4 0,1 4 0,3-3 391,-3 3-2012,-1-4 0,0 6 1,2-8-1,1 1-5042,-1-1 6506,-2-14 0,5-4 0,2-14 0</inkml:trace>
  <inkml:trace contextRef="#ctx0" brushRef="#br0" timeOffset="122">16148 7503 8289,'-7'-9'3344,"4"-3"-1127,-8 6-1664,7 1-31,-3 5-522,7 0 0,14 7 0,4 2 0</inkml:trace>
  <inkml:trace contextRef="#ctx0" brushRef="#br0" timeOffset="123">16328 7896 7820,'-14'25'352,"1"-3"1,4-4 4221,2-2-4238,1-6 1,6-5 0,0-10-438,0-6 1,0-4 0,0-1 0,0-1 22,0 1 1,2-2 0,2-2 0,1-2 26,-1 2 0,-1 2 1,1 2-1,3-1-53,2 1 0,-3 0 0,3-1 162,-2 1 0,6 7 0,-2 3 42,3 5 0,8 1 1,0 1-1,-2 5 362,-2 5 0,-2 5 0,1 6 1,-1 3 149,0 1 0,-1 5 0,-4-4 0,-4 4-370,0 1 1,-5-4-1,4-1-1647,-5 2 1,-1-11-2408,0-2 3812,0-10 0,-7-6 0,-2-9 0</inkml:trace>
  <inkml:trace contextRef="#ctx0" brushRef="#br0" timeOffset="124">17423 7765 7906,'-16'9'742,"0"-4"1,-1-1 0,1 0-1,0 1 274,-1-1 0,6 3 1,2 0-1195,2 2 0,-4-3 0,6 5-256,1 1 0,2-2 0,2 0 0,2 1-36,4-2 0,3 4 0,7-7 37,0-3 1,1-1 0,-1-2 0,0 0 408,1 0 0,-6-2 1,-1-3-1,1-6-55,-2-4 1,4-1-1,-6 0 1,1-2 43,-1-4 1,0 2 0,-3-6-1,3 3 577,2 3 1,-5 2-1,1 1 1975,-3 1 1,4 9-998,-1 7 1,0 14 0,-5 12 0,0 3-1006,0 3 0,0-3 1,2 10-1,2-3-943,1 2 0,6-9 0,-4 2 0,3-6-2284,2-5 0,-3-3 2712,2-6 0,0-4 0,6-7 0</inkml:trace>
  <inkml:trace contextRef="#ctx0" brushRef="#br0" timeOffset="125">18535 7095 13419,'11'12'858,"0"7"1,0 6-1,-1 10 332,1 6-1053,0 7 1,6 6 0,-1 2 0,0 2 0,-1 2 0,-3-3 0,-2-8-283,-3-9 1,-2-11-430,-5-2 0,0-12 1,-2-3-1430,-3-8 1,1-2 1658,-7-13 0,1 0 0,-5-5 0,1-1 0,-1 1 0,-3-2-19,0-4 0,0 7 0,1-3 0,-1 2 858,-4 3 0,4 2 1,-4 0-1,4 6 151,2 3 1,5 2 0,0 0 0,-2 2 164,-1 3 0,5 10 0,3 8 0,4 3-60,2 3 1,0 2 0,2 2 0,4-1-775,5 1 0,5-8 1,4-3-1,3-4-588,3-1 0,-4-8 1,5-4-1,2-3-110,2-2 0,-4-7 1,-1-4-1,-1-5-3147,0-6 3868,-5-4 0,11-6 0,-5-1 0</inkml:trace>
  <inkml:trace contextRef="#ctx0" brushRef="#br0" timeOffset="126">18960 7618 7817,'-6'18'1674,"1"4"1,-2 3 0,3 6-1,-1-2-471,1-2 0,2-5 0,2 4 0,0-3-265,0-3-2484,0-2 0,2-9 1,2-5-1,1-9-3395,-1-12 4941,5 1 0,-7-22 0,5 3 0</inkml:trace>
  <inkml:trace contextRef="#ctx0" brushRef="#br0" timeOffset="127">18911 7422 7817,'-17'-9'4834,"1"3"1,5 4-4816,0 2 0,8 2-1324,-3 4 0,6 1 1,6 4 1304,5-6 0,10 4 0,5 0 0</inkml:trace>
  <inkml:trace contextRef="#ctx0" brushRef="#br0" timeOffset="128">19303 7781 7852,'-14'8'0,"1"2"3020,2 5 0,0-6-2066,-5-3 0,7-6 0,3-6-957,4-5 0,2-5 1,0-6-1,-2-5 99,-3-4 0,3-4 1,-3-1-1,3-4 147,2-2 1,-5-1 0,-1-6 0,1-2-144,-3-4 1,7 4-1,-5-3 1,4 3-367,2 2 0,0 13 0,0 5 0,2 5-365,4 6 0,-3 4 0,8 5 0,2 6-286,1 3 0,3 2 0,1 0 571,4 0 1,-10 5 0,5 3 0,-3 1-2135,1 3 2480,-6 3 0,5 9 0,-5 1 0</inkml:trace>
  <inkml:trace contextRef="#ctx0" brushRef="#br0" timeOffset="129">19025 7667 7869,'-9'2'2687,"4"3"1,5-3-1,7 2-2676,9-8 1,8-3 0,9-6-1,1 2-2840,4-2 0,-1-1 2829,6-3 0,1 1 0,5 0 0</inkml:trace>
  <inkml:trace contextRef="#ctx0" brushRef="#br0" timeOffset="130">19548 7732 7825,'-16'17'1804,"7"-7"1,2 0 21,-1-3 1,5-2-1324,-8-5 1,7-2-1,-1-3 1,3-8-156,2-7 1,-2-5-1,-2-8 1,-1 1 54,1-1 1,2-2-1,2-3 1,0-5-121,0-5 0,6 5 1,1 1-1,2 2-236,4 4 1,2 7 0,-1 3 0,1 1-1372,1-1 1,-3 12 0,8-1 0,-2 6-685,-3 6 1,0 1 0,-1 4 2007,-4 3 0,10 4 0,-2 7 0</inkml:trace>
  <inkml:trace contextRef="#ctx0" brushRef="#br0" timeOffset="131">19368 7667 11722,'0'16'2275,"9"-7"1,6-3 0,7-4-2235,3-2 1,4-2 0,8-4-1,3-5-327,1-3 1,-4 3-1,1 0 1,-4-2 285,-1-1 0,-8-10 0,-1-1 0</inkml:trace>
  <inkml:trace contextRef="#ctx0" brushRef="#br0" timeOffset="132">19810 7552 8426,'0'17'5002,"0"-1"-4786,0-7-1285,0-2 910,0-21 0,-2 10 0,-4-7-44,-4 8 1,-5 3 0,-1 0-1,-1 2 1601,1 3 1,0 0 0,-1 10 0,3 3-328,3 0 1,-2 8 0,8-1 0,1 1-1224,2-5 1,2 3 0,2-2-229,4-2 1,3-9 0,9-6-1,4-5-522,5-5 1,-2-4 901,2-8 0,-7-6 0,4-3 0</inkml:trace>
  <inkml:trace contextRef="#ctx0" brushRef="#br0" timeOffset="133">19940 7683 7785,'0'22'0,"0"0"0,0-2 0,-1-2 0,-3-2 0,-1 1 4673,1-1 0,2-5-3060,2 0 0,0-9-1503,0-2 0,0-8 0,0-8 0,2-2-225,3-4 1,-3 2 0,5-7 0,1 0-341,3 1 1,-4-5 0,0 6 0,0-1-1224,4 5 1,-3 1-1,-1 1 1,-2 1 195,1 4 0,5 6 0,-4-1 1119,2 2 1,-4 2 0,5 7 0,-1 3 362,0 6 0,-4 3 0,4 3 870,-2-1 1,1 0 0,-5 1-1,5-1 640,1 0 1,-4 1 0,6-1-1135,2 1 0,0-7 0,-1-1 0,-1 1-389,2-1 1,-4-6 0,2 3-291,2-4 0,-1-4-162,-1-4 0,-4-3 1,-8-5 638,-5 3 1,2-2 0,-6 8 0,-5 1 611,-5 2 1,6 2-1,-6 0 1,1 2-156,7 3 0,-5-1 0,6 7 0,-1 2-849,1 1 1,-2 3 0,8-1 0,1 0-454,2 1 0,2-1 1,2-2-1,4-3-944,4-5 1,1-4-1,4-2 1,3-2 753,0-4 1,0 3 0,-1-8 0,-1-2 860,0-1 0,1 5 0,-1 3 43,0 4 1,-7 4-1,-3 5 1,-4 8 794,-2 5 1,0 3 0,0-3 0,0 2 838,0-2 0,0-2-1453,0-1 1,0-10-1,0-7 1,2-9-95,3-6 1,-1-3 0,5-2-1,0-3 291,0-3 0,-4 4 1,4-3-1,0 0 187,1-1 0,-5 6 0,6-2-184,2 4 0,-4 9 0,2 4-82,1 3 0,3 9 0,-1 6 0,-1 5 391,-2 4 0,-6 5 0,5-3 0,-3-1-605,-4 1 0,-1-2 0,0-6 1,2 0-4446,1 1 2592,1-8 0,-6-4 1725,0-10 0,7-4 0,2-8 0</inkml:trace>
  <inkml:trace contextRef="#ctx0" brushRef="#br0" timeOffset="134">20676 6964 10904,'0'13'1627,"0"3"0,0 9-469,0 10 0,0 10 0,0 13 0,2 11-311,3 10 1,-3 1 0,4 9 0,-5-4-902,-1-5 1,2-17-1,2-5 1,1-10-1615,-1-10 1,-2-16 135,-2-6 1,0-12 0,0-4 1531,0-9 0,-8-13 0,-1-4 0</inkml:trace>
  <inkml:trace contextRef="#ctx0" brushRef="#br0" timeOffset="135">20627 7569 7701,'-11'-11'4915,"0"0"0,8 6-3902,-3-6 0,12 7 0,4-1 1,5 3-1137,1 2 1,6 0 0,2 0 0,-1 0 122,1 0 0,5-8 0,-4-1 0</inkml:trace>
  <inkml:trace contextRef="#ctx0" brushRef="#br0" timeOffset="136">21444 7716 9562,'-9'2'4126,"4"3"-2557,3 6-1055,2 4 1,5 3 0,4 5 0,2 8 0,6 7 0,-3 4 0,3 4 1789,-5 1-2288,1-5 1,-4 3 0,-2-7-1,-1-3 1,-1-6-2719,-1-7 2071,-10-12 0,3-4 0,-6-12 0,1-6 1,3-8-1,-1-9 0,1-6-400,1-3 0,3-6 1,1 4-1,1-1 993,5-5 1,3 4-1,5-1 1,-1-3 564,-2-1 1,0 4-1,5 3 1,1 2 536,-1 1 1,0 12-1,1-6 140,-1 5 0,0 12-911,1 9 0,-6 10 0,-2 8 0,-2 5-173,-3 4 1,-3 7 0,-2-2 0,-5 6-159,-5 5 0,-3-4 0,-3 4 0,1-3-349,0-2 0,-2-6 0,-2-2 1,-4-1-427,-1-4 1,3-4-1,-4-5-570,3-5 0,6-12 1,8-7-1,2-7 1383,3-7 0,10-4 0,3-1 0</inkml:trace>
  <inkml:trace contextRef="#ctx0" brushRef="#br0" timeOffset="137">21886 7520 8393,'9'0'3808,"-2"2"0,-7 5-3327,0 9 0,0 2 1,0 8-1,-2-1 158,-3 1 1,3 1 0,-4 6-1,3-1-371,-3 1 0,4-8 1,-3-3-165,3-4 1,2-7 0,-2-2-209,-3-1 0,3-10 0,-3-9 0,3-4-97,2-1 1,0-8-1,0-1 1,2-4-400,3-4 0,4 4 1,6-7-1,-3 5 113,-1 4 1,0 5-1,6-4 1,1 1-1365,4 0 0,-8 10 1,6 1-1,0 4 1198,-2 7 1,0 1 0,-1 4-1,-1 1 653,0 3 0,1 5 0,-3-4 0,-1 2 103,-2 4 0,-8-4 1963,3 2-328,-4 0 0,-2 0 0,-2-2-844,-4-2 0,-1 0 1,-5-3-1,2 3-16,3 2 0,-6 2 0,4 5-489,0 1 0,-5 1 0,5 2 0,-2 4-14,0 1 1,7-3 0,-1 3-1,3 1-397,2-1 1,0-5 0,0 2 0,2-6-129,3-5 1,4 2 0,9-8 0,4-1-222,6-2 1,2-10 0,1-2-1,-2-7-406,-1-5 0,-1-3 0,4-8 1,-4 1 204,-5-1 0,-10 6 0,-2-1 0,-1 1 476,0 2 0,-6-4 1,1 7-1,-8 2 16,-7 2 0,-3 9 0,-2 3 0,-1 4-520,1 2 1,0 2-1,-1 4 1,1 5-3091,-1 3 3690,8 2 0,-5 8 0,5 1 0</inkml:trace>
  <inkml:trace contextRef="#ctx0" brushRef="#br0" timeOffset="138">22572 7651 8111,'-16'0'0,"-1"0"697,1 0 1,5-2-1,0-2 1,-2-1 958,-1 1 0,-2 2-1045,-1 2 0,1 6 1,0 1-1,1 2 0,2 4-413,2 1 0,8 4 0,-3 2 0,5 2-610,1-2 0,1-2 0,5-1 1,5-1 86,3 0 1,4-5 0,2-2 0,2-1 33,-2-5 1,4-3-1,-2-5 1,-1-6 63,3-4 0,-11-1 0,3 0 1,-1-3 215,-1-2 1,-3 3-1,-2-4 1,-2 2 109,-3-2 1,0 2 0,-1-5 0,3 1 134,-3 4 1,-1 2 0,-2 1 0,-2 3 347,-3 3 1,3 2 0,-5 5-64,-1-1 0,7 1 0,-5 10 1,3 5-83,-3 3 1,4 10 0,-3 3-1,3 6-248,2 5 1,0 4 0,0 7 0,2 1 38,3 5 0,-3-1 0,5 10 0,-1 3-108,-1 0 1,1-7-1,-6-7 1,0-6-308,0-3 0,-8-8 1,-2 1-1,-5-8-328,-1-8 0,-1-10 1,1-5-1,-2-4 33,-4-2 0,4-2 0,-4-4 0,4-5-63,2-3 1,-1-3 0,3-1 0,1-2-274,2-1 0,6-9 1,-4 1-1,1-5-1706,5-4 2524,1 0 0,-5-10 0,-2-2 0</inkml:trace>
  <inkml:trace contextRef="#ctx0" brushRef="#br0" timeOffset="139">22719 7536 8159,'2'-9'2228,"3"4"0,-1 3 1,7 4-1,0 3-1606,-2 6 0,5 9 1,-4 3-1,0 3-162,1 3 1,-2 4 0,4 1 0,-4 1-33,-2-4 0,-1-4 0,-6 0 0,0-5-833,0-4-537,0-2 1,0-10 679,0-12 1,0-3-1,0-14 1,0-1 163,0-3 0,7-4 0,4-2 0,2 1-250,-2-1 1,3 0 0,-3 0 0,4 3-206,1 2 0,-5 5 1,0 8-1,1 2-628,3 3 0,1 6 1181,1-1 0,-1 10 0,0 4 0</inkml:trace>
  <inkml:trace contextRef="#ctx0" brushRef="#br0" timeOffset="140">23291 7601 8154,'-16'8'1153,"0"-6"1,-3 3-160,-2-3 0,8 3 0,-4 1 0,3-3-147,-1-1 1,-1 4 0,2 1 0,1 0-20,2 0 1,6 6-1,-5-2 1,1 4-638,0 1 0,6-5 0,-3 0 1,4 1-517,2 3 0,6-4 0,1 0 91,2 1 0,2-4 1,5-3-675,1-3 1,-1-2 0,0 0 107,1 0 1,-1-7 0,0-4 572,1-4 1,-6-1 0,-2 0 0,0-1 207,0 1 1,-5 5-1,3 0 1,-2-2 1276,1-1 1,-1 3 285,-5 0 1,2 2-711,3-2 0,-3 6 1,4 10-503,-4 6 0,3 4 0,0 1 0,-1 0-296,-2 1 1,3-1 0,1 0 0,-3 1-785,-1-1 1,4 0-1,-1 1-2517,-1-1 0,-1-5-1913,3 0 5178,-4-8 0,5 12 0,-7-6 0</inkml:trace>
  <inkml:trace contextRef="#ctx0" brushRef="#br0" timeOffset="141">23455 7552 18902,'0'17'626,"0"-1"1,0 0-1,1 3 1,3 1-42,2 1 0,-1 7 0,-3-5 1,1 1-222,3-1 1,-1-1 0,-5-5-1113,0-1 748,8 0 0,-7 1 0,7-1 0</inkml:trace>
  <inkml:trace contextRef="#ctx0" brushRef="#br0" timeOffset="142">23504 7814 7748,'0'-16'2914,"5"-1"1,2 3 0,1-1-2644,-1-1 1,0 3 0,-3-10 0,3 1-313,2 0 1,-3-5 0,3 5-1,0 0-91,0-1 1,-4 4-1,4-2 497,-1 2 0,3 12 0,-4 5-10,2 6 1,-5 10 0,3 1 0,-2 7-32,1 3 1,1-3 0,-3 3 0,1 1-65,-1-1 0,-3-5 0,1 2 0,2-4 185,1-1 0,1-1-406,-6 0-39,0 1 0,0-1 0,0 0 0</inkml:trace>
  <inkml:trace contextRef="#ctx0" brushRef="#br0" timeOffset="143">23683 7765 7748,'17'-16'9448,"-3"-1"-8732,-3 1 1,4 0 0,-4-1-1,3 1-743,3 0 0,4-1 1,3 1 26,1-1 0,3-6 0,4-3 0</inkml:trace>
  <inkml:trace contextRef="#ctx0" brushRef="#br0" timeOffset="144">23961 7552 7748,'17'0'1487,"-1"0"0,-1 2 0,-3 4 970,-1 5 1,-7-1-1,3 5 1,-1 3-1243,-1 0 0,0 8 0,-5-1 1,0 2-809,0 1 0,0-1 0,0 4 0,0-4-372,0-5 1,0-4 0,0-2 0,0 1-1240,0-1 1,-1-5-5096,-5 0 6299,4-8 0,-5 5 0,7-8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0.746"/>
    </inkml:context>
    <inkml:brush xml:id="br0">
      <inkml:brushProperty name="width" value="0.05292" units="cm"/>
      <inkml:brushProperty name="height" value="0.05292" units="cm"/>
      <inkml:brushProperty name="color" value="#FF0000"/>
    </inkml:brush>
  </inkml:definitions>
  <inkml:trace contextRef="#ctx0" brushRef="#br0">7404 1063 7806,'-11'0'1411,"2"1"1,0 3-1,2 3 1,-2 1 3736,-1-1-4388,7-2 0,-3-5 0,12 0 0,5-2 0,3-1 3950,3-3-4450,-1 1 0,0-1 0,1 1 0,-1 1 0,2 3 1,2 1-261,2 0 0,2 0 0,-3 0 0,5 0 0,1 0 0,0 0 0,0 0 0,6 0 0,0 1 0,0 5 0,-1-4 0,-1 3 0,-2-1 0,-2 1 0,-5-3 0,4 3 0,-3-3-3401,-8-2-4137,-8 0 7538,-14 0 0,-2 8 0,-8 1 0</inkml:trace>
  <inkml:trace contextRef="#ctx0" brushRef="#br0" timeOffset="1">8385 670 25187,'7'-9'3484,"-3"2"-3484,6 7 0,1 0 0,0 0 0,-2 2 0,0 3 0,0 6 0,2 4 0,0 3 0,0 4 0,0 3 0,4 8 0,-5-1 0,5 8 0,-4 4 0,3 1 0,3 1 0,-1-3 0,0-5 0,1 6 0,-3-8 0,-1 1 0,-2-6 0,2-4 0,1 2 0,-5-11 0,-1-3 0,-1-6 0,-4-4 0,8-5 0,-5 0 0,3-2 0,0-1 0,0-3 0,-4-6 0,5 1 0,-3-4 0,0-1 0,-3-2 0,1-4 0,-1-5 0,-2-4 0,-2-2 0,1-2 0,5-3 0,-4-3 0,3-9 0,-1 1 0,1 0 0,-1 6 0,5 1 0,-2 2 0,-3 4 0,3 1 0,0 6 0,1 6 0,-1 6-1643,-2 12 1,-5-1 843,0 12 1,0-3 0,0 8 798,0 2 0,8 9 0,1 3 0</inkml:trace>
  <inkml:trace contextRef="#ctx0" brushRef="#br0" timeOffset="2">9104 1063 7747,'-9'10'2157,"3"1"1,4-5 0,2 5 0,0 1-1689,0 3 1,0 1 0,0 2 0,0 2-228,0 2 0,6 2 1,-1-4-1,-1 2-67,-2-2 1,0-2-1078,3-2 902,-3-7 0,5-2 0,-7-7 0</inkml:trace>
  <inkml:trace contextRef="#ctx0" brushRef="#br0" timeOffset="3">9104 736 9025,'-17'25'1423,"1"-1"0,2-8 0,3 0 5362,5 1-7042,4-8 0,4 4 0,4-8-6208,5-1 6465,3-3 0,2-1 0,1 0 0</inkml:trace>
  <inkml:trace contextRef="#ctx0" brushRef="#br0" timeOffset="4">9333 1210 8083,'0'16'0,"0"0"658,0 1 1,5-1 0,1 0-1,-3 1 578,-1-1 0,-2-5 352,0 0-1020,0 0 1,0-9 0,0-8 0,0-8-134,0-8 1,-2 2 0,-1-7 0,-3-1-131,2 3 0,3-6 1,1 4-1,0-2 81,0 2 0,0-3 0,0 9 0,0 1-595,0 2 0,7 1 1,4 1-1003,3-1 0,3 7 0,-1 1 0,0 1-4176,1 5 5387,-8 1 0,13 2 0,-4 0 0</inkml:trace>
  <inkml:trace contextRef="#ctx0" brushRef="#br0" timeOffset="5">9741 458 8307,'-9'0'6315,"2"2"-4772,7 3 1,0 11-1,0 13 1,2 10-955,3 10 1,4 9 0,8 13 0,-3 3-287,-3 0 1,4 6 0,-6-7-194,0-4 0,3-2 1,-6-18-1,-2-7-3582,-3-6 1,-1-10 3471,0-4 0,-7-19 0,-2-5 0</inkml:trace>
  <inkml:trace contextRef="#ctx0" brushRef="#br0" timeOffset="6">9627 964 7746,'0'-16'2457,"0"0"1,7 5-1,4 2 1,5 0-886,6 0 1,4 5 0,6-1 0,1 3-2862,0 2 1,-1 0-1,1 0 1,-2 0-1077,-4 0 1,2 2 2364,-7 3 0,7 4 0,-4 7 0</inkml:trace>
  <inkml:trace contextRef="#ctx0" brushRef="#br0" timeOffset="7">10068 981 7746,'-5'11'1077,"-3"-2"0,1 0 50,0 0 1,-4-4 0,6 6 0,-1 2-226,-1 2 1,5 1 0,-3 2 0,3 2-477,2 2 1,0 5 0,0-3 0,0-1 290,0 1 0,2-2 0,3-6-645,6 0 1,3-6-1,3-5 1,-1-3 76,1-2 0,-1-2 0,0-3 0,1-8-112,-1-7 1,-5 2-1,0-4 1,0 2-1014,-2-2 1,5 2 0,-5-5 0,2 1-2263,0 4 0,-7 2 3238,1 2 0,4-1 0,0 1 0</inkml:trace>
  <inkml:trace contextRef="#ctx0" brushRef="#br0" timeOffset="8">10542 1063 7728,'-22'-10'423,"2"5"0,0 3 1319,2 2 0,0 0 1,2 0-956,-1 0 1,1 0 0,0 0 377,-1 0 0,1 7 0,0 4 1,1 6-1,4 3-850,6 2 0,1 1 0,1-3 0,-3 4-241,2 1 1,4-5-1,6 2 1,5-4-166,3-2 0,4-6 0,2-5 0,2-3-1314,-2-2 0,0 0 1,-2-2-1,1-3 655,-5-6 1,-1-6-1,1-3 1,-1-3 447,-2-3 1,-6 4 0,4-5 0,-1 0 191,-5 2 0,-1 1 1,0 8-1,2-1 753,1 1 0,1 5 0,-6 4 1030,0 5 1,0 7-1,0 17 1,0 5-1038,0 4 0,1 2 0,3 0 0,1-1-433,-1 1 0,3-6 0,1-3 0,-1-4-61,0-6 0,6-3-2600,-2 0 0,-2-5 1,0-12-1,0-5 1835,0-3 0,-5-10 0,3-1 0</inkml:trace>
  <inkml:trace contextRef="#ctx0" brushRef="#br0" timeOffset="9">10689 572 12090,'-9'-7'4726,"2"7"1,7 2-3514,0 12 0,2 10 1,3 12-1,6 8-808,4 10 1,1 15 0,-2 8 0,-1 2-404,-2 3 0,0-7 0,5-6 0,-1-8-1455,-4-6 0,1-11 1,-4-10-1,-1-9-5082,0-8 6535,-1-12 0,-6 10 0,0-6 0</inkml:trace>
  <inkml:trace contextRef="#ctx0" brushRef="#br0" timeOffset="10">11523 932 8427,'-9'9'7148,"2"5"-6376,7-3 1,0 4 0,1 3 0,3 2 648,1 2-1124,8 0 1,-6-1 0,6 3 0,-4 0 0,0 1 0,-1-1-1,1-1 343,0-3 1,-6-2 0,3-1-1957,-4-1 622,5 0 1,-5-8-1,3-8 1,-3-9 304,-2-6 0,0-3 0,2-4 0,1-7 246,3-7 0,5-1 1,-6-4-1,1 1 212,1 3 0,0 1 1,6 2-1,-4-1 352,-2 4 0,6 8 1,-2-3 211,3 2 0,3 12 0,-1 14-166,0 12 0,-5 17 0,0 13 0,0 3-18,-2 2 0,-2 0 0,-5-2 1,2-3-339,1-6 1,1-4-1,-6-3 1,0-4-1255,0-5 1043,0-11 0,0-11 0,0-11 0,2-5-1156,3-6 1,-1 2-1,5-7 1,0-2 939,0-2 0,-4-2 0,6 1 0,2 1 777,1 3 1,-3 5 0,0 8 0,2 3 112,2 1 0,1 9 1,-2 2-1,-1 11 163,-2 9 0,-6 7 0,5 9 1,-1 2-228,0-1 1,-6-3 0,3-3 0,-3-2-609,3-2 1,-4-5 0,3 4-61,-3-3 1,-2-1-5240,0-6-1441,0-6 6838,0-3 0,0-7 0,0 0 0</inkml:trace>
  <inkml:trace contextRef="#ctx0" brushRef="#br0" timeOffset="11">12258 1095 8706,'-9'17'6209,"4"-3"-4849,10-3 1,4-4 0,10-7-933,2 0 1,-1 0 0,6-2 0,-1-1 0,-1-4-302,-1-2 0,-1 3 0,-5-5 0,-1 0-158,0 2 1,-1-5 0,-3 5 0,-2-2-19,-3 0 1,4 0 0,-6-5 0,-1-1-87,-2 1 1,-2 5 0,0 0 0,-2-2 193,-4-1 1,-3 3 0,-7 2 0,0 0 345,-1 0 1,1 5-1,-2-1 1,-2 3 80,-2 2 1,0 7 0,6 4 0,-1 3-216,1 3 1,0 5 0,1 1 0,3 4-61,1 8 0,7-1 1,-1 8-1,3-2-328,2-3 1,2-1 0,3-2-1,6-1-836,3-8 0,3-5 0,-1-5 0,2-2-612,4-2 0,-4-8 0,4 3 0,-4-6-13,-1-6 0,-1-3 1578,0-7 0,1-8 0,-1-1 0</inkml:trace>
  <inkml:trace contextRef="#ctx0" brushRef="#br0" timeOffset="12">12667 1014 11275,'-9'0'2676,"2"1"0,7 5 0,0 5-1776,0 3 0,0 4 0,0 2 0,0 4-144,0 1 1,5 3 0,1 4-1,-3 1-503,-1 0 0,-2-2 0,0-4 0,0-5-849,0-4 0,0-2 1,2-1-783,3-4 0,-3-6 0,4-12 413,-5-10 0,-1-1 0,2-9 0,2-2 929,1-2 1,3-2 0,-5 1 0,4-1 339,2 0 0,-3 4 0,3 0 0,0-2 108,0 2 1,-3 13 0,3 0 672,-2 1 0,4 10 0,-4 5-658,2 9 1,-5 7 0,3 6 0,-1 3-272,-1 1 1,2 5 0,-3-6 0,1 2 78,-1 0 0,-2-7 0,-2 2-1650,0-4 156,0-1 0,2-10 1067,3-7 1,-3-7-1,5-11 1,-1-2 88,-1-2 1,6-2 0,-4 4 0,2-2 381,4 2 1,-4 4-1,0 3 1,0 4 522,0 2 1,-3 2-1,5 5 1,0 1-452,-2 5 0,0 3 1,-6 9-1,5 2-312,1 2 0,-6 1 0,5-3 0,-3 2-7,0-2 0,1-2 1,-6-1-1,0-1-3114,0 0 0,0-5-809,0 0 1,2-9 2015,3-2 1,-3-2-1,3-9 1875,-3-1 0,13-3 0,3-1 0</inkml:trace>
  <inkml:trace contextRef="#ctx0" brushRef="#br0" timeOffset="13">13304 1079 7790,'-1'-11'416,"-5"0"2069,-5-2 0,2 6-640,-2 2 1,0 3-1,-5 2-307,0 0 0,5 2 0,2 3-996,1 6 1,-2 4 0,4 1 0,1 2-423,-3 4 1,7-2-1,-5 5 1,4-1-230,2-4 1,2 0 0,2 0 0,3 0-93,2-6 1,2 1 0,5-8 0,3 0-2,2 1 1,-3-3-1,6-5 1,-2-2 175,0-3 1,-1-2 0,-4-6 0,-1 2 187,1-2 0,-1-3 1,-2-4-1,-3-2 62,-5 2 0,-4-3 1,-2 1-1,0 0-309,0-2 1,-8 6 0,-3-4 0,-3 6-365,-2 5 0,-3-2 1,-1 8-1,-1 1-1501,1 3 0,-4 1 0,2 0-884,2 0 1,8 5 2833,1 0 0,0 15 0,-6-1 0</inkml:trace>
  <inkml:trace contextRef="#ctx0" brushRef="#br0" timeOffset="14">13452 1030 16072,'0'16'1140,"0"2"1,1 2-1,5 4-224,5 1 0,-2-3 1,0 5-473,-2 3 1,4-7 0,-4 1-1,1-2-232,-1-1 1,0-6-314,-1-10 0,-5-5 0,5-5 0,-3-8 188,3-7 0,-4-5 1,3-6-1,-1 0-26,1-2 1,-3 4 0,5-9 0,-1 4-734,-1 1 1,6 6-1,-4 1 1,1 3-1577,-1 3 1,0 1-1,-1 5-3956,5 3 6204,-4 4 0,7 14 0,-5 2 0</inkml:trace>
  <inkml:trace contextRef="#ctx0" brushRef="#br0" timeOffset="15">13729 997 11997,'-5'11'2552,"0"0"1,-1-6 0,6 6-2146,0 2 1,0-4 0,0 2-1,0 2-635,0 1 0,0 3 1,0-1 79,0 0 1,7 1 0,4-3 89,4-3 1,-4-2 0,0-5 0,1 1-62,3-1 1,1-2 0,0-2 0,1-2 47,-1-4 0,1 3 0,-1-8 0,0-4-41,1-5 1,-7 2-1,1-5 1,0-1 96,-2-3 1,4 1 0,-8 1 0,1-1 194,1 1 1,-5 5 0,3-2-1,-3 4 1460,-2 2-875,0 7 1,0 3 0,0 13-404,0 10 1,2 6 0,4 10 0,4 2-50,5 3 0,1-2 1,1 6-1,-3 0 188,-3-1 1,4 3 0,-4 3 0,3-1-345,2-3 1,-7-5-1,-1 2 1,-3-1-158,1-3 0,-3-3 0,-8 7 0,-8-4 0,-7-5 0,-2-2 0,-9 2 0,-5-4 0,-4-5 0,2-4 0,-4-4 0,1-3 0,-1-5 0,4-4 0,-4-4 0,0-4-868,0-5 0,4 0 0,-4-3 1,1-4-4255,-1 0 5122,6-1 0,-12-11 0,7-5 0</inkml:trace>
  <inkml:trace contextRef="#ctx0" brushRef="#br0" timeOffset="16">1814 2844 7972,'-9'-1'3714,"2"-3"5250,-1-1-6967,7-1 1,-7 8 0,8 3-512,0 6-1419,0 11 1,0 11 0,0 12 0,-2 10-1,-1 14 1,-3 14 0,4-33 0,1 2-68,0 6 0,0 0 0,1 1 0,0 0 0,0 9 0,0 2 0,0 1 0,0 0 0,0 0 0,0 0 0,1-8 0,0-1 0,1-2 0,1 0 0,2-3 0,1 0-37,1-1 0,1-1 1,0-3-1,0 0 1,-1 4-1,1 0 1,-1-1-1,0-1 37,2 0 0,-2-2 0,1 35 0,-1-35 0,0 1 0,-2 1 0,-1 1 0,-2 2 0,0-1 0,0-4 0,0-1 0,-1 4 0,1-1 0,1 0 0,0-1 0,-1-1 0,-1 0 0,0-3 0,0 0 0,-1 1 0,0 0 0,0-3 0,0 0 0,0 46 0,0-13 0,1-33 0,0 2 0,0 0 0,1 0 0,1 1 0,0-2 0,2 41 0,-5-5 0,0 1 0,0 4 0,0-5 0,0-37 0,0 0 0,0 44 0,0 0 0,6-4 0,-3-36 0,-1 2 0,0-1 0,0 1 0,-1-1 0,0-1 0,4 38 0,-2-42 0,0-1 0,-1 0 0,-1 1 0,1 45 0,0-4 0,-1-40 0,2 2 0,-1-3 0,1 0-7,1 42 1,-3-9-1,1 7 1,2 2 6,1-2 0,1-9 0,-4 4 0,1 0 0,3 2 0,-1-12 0,-5 15 0,0-7 0,0-7 0,0-9 0,0 8 0,0 4 0,0 1 0,0-10 0,0 0 0,0 2 0,0 4 0,0-6 0,0 9 0,0-7 0,0-5 0,6-15 0,-1 13 0,-1-1 73,-3-1 0,-1-9 0,0 0 0,0 0-73,0 0 0,6-4 0,-1 6 0,-1-6 6,-2-3 1,-2-12 0,2 3 0,1-3-7,3-2 0,-1-14 0,-3 0 0,3-1-1019,-3-8 1,7-2 0,-5-10 0,1-8-2055,-1-7 0,3-14 3073,-1-15 0,6-15 0,-2-10 0</inkml:trace>
  <inkml:trace contextRef="#ctx0" brushRef="#br0" timeOffset="17">1977 2746 27865,'19'0'403,"2"0"0,7 0-403,2 0 0,3 0 0,9 6 0,7-1 0,9-1 0,9 0 0,8-1 0,8 3 0,6-3 0,-2-1 0,6-2 0,-13 0 0,2 0 0,-4 2 0,-6 1 0,-3 3 0,-1-2 0,-7 5 0,16-8 0,-8 5 0,-4-4 0,0-2 0,-5-2 0,0-4 0,-2-4 0,-3-5 0,1-1 0,-3 1 0,-6 4 0,-1-3 0,3 5 0,1 0 0,5 3 0,-1 4 0,8 2 0,3 0 0,3 0 0,-5 6 0,6-1 0,-5 1 0,-4 1 0,-11-3 0,3 5 0,1 0 0,-2 0 0,-6 0 0,-5 2 0,-2-4 0,-1 0 0,-6-3 0,7 5 0,-4-2 0,-1-3 0,0-2 0,-2-2 0,-2 0 0,-2 0 0,-13 2 0,3 3 0,-12-3 0,2 5 0,-7-7 0,0 0 0,0 7 0,0 2 0,0 8 0,0 1 0,0 4 0,0 0 0,0 8 0,0 5 0,6 9 0,1 1 0,0 8 0,1 7 0,-5 3 0,5 4 0,-3 2 0,0 4 0,3 1 0,-6 3 0,3 1 0,-1-2 0,1 0 0,-3-12 0,3 14 0,-3 0 0,-2-2 0,6-8 0,-1 1 0,-1 2 0,-2 1 0,-1-1 0,3 2 0,1-2 0,-1-2 0,0-4 0,-1 9 0,3 3 0,-3 3 0,5-11 0,-3 7 0,1 0 0,1 1 0,-5-3 0,5 13 0,-2-3 0,1-3 0,-1-2 0,-5-1 0,0 2 0,0-2 0,0 2 0,0 3 0,0 4 0,0 4 0,0-13 0,0 11 0,-2-3 0,-3-3 0,3-7 0,-3 10 0,3-1 0,2-1 0,0-4 0,0-4 0,0 2 0,0 0 0,0-11 0,2 10 0,1-8 0,3-4 0,5-3 0,-6 1 0,1 5 0,1-1 0,-5 4 0,5-1 0,-2 7 0,1 1 0,-1-11 0,-5 9 0,2-5 0,4 0 0,-5-7 0,5 5 0,-4 1 0,-2 3 0,0-2 0,0 2 0,0-3 0,0-1 0,1-5 0,3 5 0,2-4 0,-3 1 0,-1-15 0,-2 9 0,0-2 0,0-2 0,0 4 0,0-5 0,0 3 0,0-2 0,0-5 0,0 7 0,0 0 0,0 0 0,0-9 0,0 2 0,0-4 0,0-7 0,0-2 0,0-3 0,0-1 0,0-3 0,0-9 0,0 0 0,0-2 0,0 2 0,0-8 0,0 6 0,0 0 0,0 0 0,0-3 0,0-1 0,0 0 0,0 1 0,0-8 0,0-2 0,0-5 0,0 3 0,0-1 0,0 7 0,0-6 0,0 6 0,0-7 0,0 10 0,0-12 0,0 5 0,0-5 0,0 4 0,0-5 0,0 7 0,-2-7 0,-3 3 0,-6 2 0,-4-1 0,-1-3 0,0 1 0,-1 3 0,-1 1 0,-4-3 0,-5 3 0,-4 2 0,-9 0 0,-3 4 0,-5-2 0,-1 2 0,-7-4 0,-2 0 0,-2 0 0,0 0 0,6-6 0,-6 3 0,-2-2 0,-2 1 0,10-3 0,1 3 0,-1-3 0,-3-2 0,3 2 0,-4 2 0,0 1 0,0-1 0,1 5 0,-6 0 0,-4 2 0,-1 0 0,10-8 0,4 3 0,-3-3 0,3 3 0,-2-4 0,-6 3 0,2-1 0,0 1 0,9-3 0,-14 3 0,1-1 0,1 1 0,3-3 0,2 4 0,0-3 0,-1 3 0,12-3 0,0 8 0,3 0 0,3-2 0,10 6 0,-2-6 0,2 2 0,0 0 0,10-8 0,1 3 0,-2-4 0,-2-2 0,2 0 0,-3 0 0,0 0 0,-1 0 0,4 0 0,-3 0 0,-1 0 0,1 0 0,3 0 0,-5 0 0,-2 0 0,5 0-1603,3 0 1,8 0-635,2 0 2237,7 0 0,4-8 0,9-1 0</inkml:trace>
  <inkml:trace contextRef="#ctx0" brushRef="#br0" timeOffset="18">2321 1815 13879,'0'-10'7608,"0"3"-3933,0 7-2506,0 0 1,5 2 0,2 3-1170,2 6 0,-3 2 0,3 0 0,0 0 0,0 5 0,-3-2 0,3 6 0,0-2 0,0 2 0,0-2 0,4 5 0,-4-1 0,-2-4 0,4 0 0,-4 0 0,2 1 0,4-1 0,-6-2 0,0-1 0,-1-1 0,-1 1 0,3-7 0,-3 1 0,-1-7 0,7 1 0,-8-3 0,4-4 0,-7-3 0,0 1 0,2-5 0,4 2 0,-3-6 0,6 2 0,-1-3 0,-1-4 0,-3-2 0,3-2 0,2 2 0,-4-4 0,5 1 0,-1-3 0,0-3 0,-4 4 0,4-1 0,-2 3 0,-3 3 0,3 2 0,-1 1 0,-3 1-2760,-1 7 0,0 2-1559,4 7 0,-3 0-385,8 0 4704,-7 0 0,17 0 0,-2 0 0</inkml:trace>
  <inkml:trace contextRef="#ctx0" brushRef="#br0" timeOffset="19">2860 2027 7870,'-9'2'1111,"4"3"2247,3 6 0,0-2-2257,-4 2 0,5 0 0,-5 5 1,4 1-745,2-1 1,0-5-358,0 0 0,0 0 0,0 5 0</inkml:trace>
  <inkml:trace contextRef="#ctx0" brushRef="#br0" timeOffset="20">2827 2158 7870,'9'-17'0,"6"1"0,-6 0 0</inkml:trace>
  <inkml:trace contextRef="#ctx0" brushRef="#br0" timeOffset="21">2876 1766 7870,'-11'5'3469,"1"0"-3469,6 1 0,-3 1 0,7 2 0</inkml:trace>
  <inkml:trace contextRef="#ctx0" brushRef="#br0" timeOffset="22">3007 2027 7867,'0'16'0,"0"1"0,0-1 0,0 0 3207,0-6 0,0 4 361,0-3-3385,0-4 1,0-1-1,0-12 71,0-5 1,-2-3-1,-1-3 1,-3-1 108,3-4 1,1 3-1,2-7 1,0 1-863,0-1 0,0 6 1,2-2-1,1 4-941,3 2 1,1 0 0,-3-1 0,3 3-3082,2 3 4521,-5-4 0,10 6 0,-5-7 0</inkml:trace>
  <inkml:trace contextRef="#ctx0" brushRef="#br0" timeOffset="23">3285 1553 7835,'-7'16'414,"3"1"0,-5-1 0,2 0 1775,3 1 0,2 1 0,2 4 0,0 5-1230,0 4 0,8 3 0,2 3 0,5 3-696,1 1 1,-5-2 0,0 2 0,0-1-1136,-2-3 0,4-10 1,-8-5-3600,-1-4 4471,-2-9 0,-2-2 0,0-7 0</inkml:trace>
  <inkml:trace contextRef="#ctx0" brushRef="#br0" timeOffset="24">3187 1880 7825,'0'-11'4137,"0"0"1,7 6-4138,4-6 0,11 0 0,3-5 0</inkml:trace>
  <inkml:trace contextRef="#ctx0" brushRef="#br0" timeOffset="25">3383 1749 7825,'16'0'62,"1"0"0,6-7 0,3-2 0</inkml:trace>
  <inkml:trace contextRef="#ctx0" brushRef="#br0" timeOffset="26">3547 1864 7803,'-10'23'684,"-4"1"0,5 3 0,0-5 1348,3-4 0,5-2 0,1 1-1239,0-1 0,0 0 0,1 1 0,5-1-813,5 0 1,3-6 0,3-3 20,-1 0 1,0-5 0,1 2 221,-1-8 1,-5-3-1,-2-6 1,0 2-25,0-2 1,-5-1 0,3-1-1,-2 3-986,1 1 1,-1 0 0,-3-6 0,2 1-2331,1 0 0,2 5 3117,-1 0 0,-4 0 0,5-5 0</inkml:trace>
  <inkml:trace contextRef="#ctx0" brushRef="#br0" timeOffset="27">3988 1847 9520,'-24'24'1806,"6"-6"1,-4 4 0,4-4 508,2-2 1,5-5-1,2 0-1667,2 2 1,-4 1-1050,5 3 1,3-8 0,6-2-1353,3 0 1,6-5 702,-1 4 0,4-5 791,1-1 0,-7-1 1,-2-5 164,1-5 1,-6-3 0,3-3-1,-3 1 112,-2 0 1,2 5-1,1 0 1548,3-2 0,-1 4 1794,-5-2-3280,7 8 0,1-3 0,4 10-994,-1 1 0,-5 8-1643,5-2 0,-6-2-1443,6 2 4000,-7-8 0,10-3 0,-5-9 0</inkml:trace>
  <inkml:trace contextRef="#ctx0" brushRef="#br0" timeOffset="28">4021 1667 7811,'0'-10'6551,"0"-1"-4833,0 7 1,1-3-1,5 9-470,5 3 0,-2 4 1,2 11-1,1 5-658,3 8 0,1 5 0,1-1 0,1 3-505,4 1 0,-10-4 1,5 1-1,-3-4-2619,1-1 1,-4-6 2533,-1 1 0,1-1 0,6 5 0</inkml:trace>
  <inkml:trace contextRef="#ctx0" brushRef="#br0" timeOffset="29">4249 2109 7762,'-16'0'0,"0"0"0</inkml:trace>
  <inkml:trace contextRef="#ctx0" brushRef="#br0" timeOffset="30">2092 3417 7850,'-2'14'550,"-2"-1"1456,-1-2 141,-1-8-1335,6 5 1,0-10 4127,0-4-4019,0 5 0,2-7-287,4 8 1,-3 0 0,8 0 0,4 0 230,5 0 0,0 0 0,7 0 0,2 0-437,2 0 0,9 0 0,3 0 0,5 0-428,1 0 0,2 0 0,3 0 0,6 0 0,4 0 0,1 0 0,0-2 0,3-1 0,2-3 0,-1 1 0,8 5 0,4-2 0,10-3 0,0 1 0,-38-1 0,1-1 0,1 1 0,1-1 0,-1 2 0,-1-1 0,0-1 0,-1-1 0,-5 4 0,-2 1 0,43-2 0,-7 3 0,-11 1 0,2 0 0,-1 1 0,5 5 0,-7-3 0,3 7 0,1-1 0,-3 0 0,-5-4 0,-6 4 0,0 0 0,-4 0 0,-2-3 0,6 3 0,-3 0 0,-1 0 0,-5-3 0,1 4 0,-6 3 0,-8 2 0,-5-4 0,-6-2 0,-5 0 0,-4 0 0,-7-4 0,0 6-1084,-8-7 0,5 1 0,-10-10-2612,-4-6 1,-3 0 3695,-7-5 0,-8 3 0,-1-11 0</inkml:trace>
  <inkml:trace contextRef="#ctx0" brushRef="#br0" timeOffset="31">3073 3809 8883,'-17'2'1383,"1"3"0,-1-1 0,1 7 174,0 1 0,-1-2 0,3 0-1207,3 3 1,-3-4 0,4 2 0,0 0-1,0 0 1,1-2-8,0-2 0,6 1 0,-1-5-208,8 3 1,-1-1 0,8-5 0,2 2 77,1 3 0,3-3 0,-1 5 0,2-1 139,4-1 0,-4 6 0,4-4 0,-4 3-105,-1 2 1,-1-3-1,0 0 1,-1 0 36,-4 1 1,-2 0-1,-6 7 1,3-1-209,-3 1 0,-3-1 1,-5 0-1,-8 1-505,-7-1 1,2 0-1,-4-1 1,2-3-460,-1-1 0,2-5 0,-2 3-849,2-2 1,5-3 0,3-10 1736,6-5 0,-4-10 0,-1-5 0</inkml:trace>
  <inkml:trace contextRef="#ctx0" brushRef="#br0" timeOffset="32">3122 3678 21430,'0'16'674,"0"1"0,7 1 1,4 4-383,3 5 1,8 6-1,0 5 1,-2 5 0,-2 5-460,-2 1 1,1-6-1,-3-3 1,-1-3-2611,-2-7 1,-8-6-3739,3 3 6515,-12-14 0,-10 2 0,-9-15 0</inkml:trace>
  <inkml:trace contextRef="#ctx0" brushRef="#br0" timeOffset="33">3122 3972 7800,'0'-9'5868,"1"-3"-5361,5 6 0,3 1 0,9 3 0,4-2-1050,5-1 1,6-1 0,3 5-1,4-3 543,2-2 0,1-6 0,6 3 0</inkml:trace>
  <inkml:trace contextRef="#ctx0" brushRef="#br0" timeOffset="34">3579 3907 7282,'-18'2'0,"-2"1"958,-2 3 1,1 7 0,4-2 0,1 3 704,-1 2 1,1 1-1,2-1-1271,3 0 0,3 1 1,8-1-593,0 0 1,0-5 0,2-2 0,4-1-170,5-5 0,-2-1 1,2-2-1,1 0-164,3 0 1,-1-7 0,-1-2-1,-4-2 94,-2 0 1,4 0 0,-5-5 0,-3-1 286,-1 1 0,4 0 1,-1-1-1,-1 1 522,-2 0 1,-2 5 0,0 0 1384,0-2 1,1 6-954,5 1 0,-3 12 1,7 5-1,-1 5-519,0 6 1,-4-4-1,6 4 1,0-4-1504,-2-2 0,6-1 1,-6-2-1,2-4 1220,-1-2 0,1-2 0,6-5 0</inkml:trace>
  <inkml:trace contextRef="#ctx0" brushRef="#br0" timeOffset="35">3775 3907 7658,'-16'2'3594,"0"1"-2422,-1 3 0,6-1 1,1-5-1,-1 2-515,2 4 1,-4-3-1,7 8-227,3 2 0,1-4 0,2 2 1,0 3-41,0 6 0,0-1 0,2 4 0,3-1-366,6 0 0,-2 0 1,2-8-1,2-3-686,1-6 0,3 3 0,-1-3 496,0-1 1,-5-10 165,0-5 0,0-10 0,5-5 0</inkml:trace>
  <inkml:trace contextRef="#ctx0" brushRef="#br0" timeOffset="36">3792 3727 7654,'-8'-9'8979,"5"2"-8480,-8 7 1,7 7 0,-1 4-1,5 4-455,5 1 1,-1 7-1,7 3 1,0 3-950,-2 4 0,5-10 1,-5 10 904,0-2 0,13 0 0,-4 1 0</inkml:trace>
  <inkml:trace contextRef="#ctx0" brushRef="#br0" timeOffset="37">3922 4054 11077,'6'-11'1577,"-1"0"0,6 0 0,-3-5 0,-1 0-2143,0-1 1,4-4 0,-4-1-1,0 0 566,1-2 0,4 6 0,-2-5 0</inkml:trace>
  <inkml:trace contextRef="#ctx0" brushRef="#br0" timeOffset="38">3955 3858 7637,'0'16'1211,"0"-5"1,0 0-1,0 2 591,0 1 0,0-1 0,0 2 1,2 3-1119,3 0 1,5 2 0,4 0 0,-1 2-798,-2-2 1,0-2 0,5-2 423,0 1-311,1-8 0,-1 5 0,0-5 0</inkml:trace>
  <inkml:trace contextRef="#ctx0" brushRef="#br0" timeOffset="39">4217 3662 7901,'-11'0'2191,"2"2"1,0 1-1,1 4-950,1 3 0,2 0 1,5 7-1,0 1-961,0 4 1,0 0-1,1 10 1,3 8 54,2 6 1,1 12-1,-4 5 1,3 10-83,-2 7 0,3 0 0,-2 7 1,1-5-1025,1-8 0,-5-21 1,5 0-1,-2-12-2821,1-10 0,1-7 3592,-1-13 0,3-4 0,7-7 0</inkml:trace>
  <inkml:trace contextRef="#ctx0" brushRef="#br0" timeOffset="40">4037 4528 8349,'-11'0'9830,"0"0"-9002,7 0 0,-3 7 0,7 4 0,0 4-611,0 1 0,6 8 1,1 1-1,0 4 21,0 4 0,4-4 0,-3 9 0,1-3 243,3-3 0,-3 1 1,1-2-1,-1-2 13,0-2 1,-4-7-1,6 2-276,2-4 1,-4-9 0,2-3-1,1-4 51,3-2 0,1-13 0,2-5 1,2-4-270,2-2 0,2-5 0,-4 2 0,3-4 0,3-2 0,-6 3 0,2 2 0,-4 7-1626,-2 2 0,-5 5 1,0 3-2876,2 5 4501,-6 5 0,7 8 0,-4 2 0</inkml:trace>
  <inkml:trace contextRef="#ctx0" brushRef="#br0" timeOffset="41">2108 8353 7876,'-9'2'0,"2"2"2089,0 1 1,3 1-2090,-7-6 0,7 0 0,-3 0 0</inkml:trace>
  <inkml:trace contextRef="#ctx0" brushRef="#br0" timeOffset="42">2141 8370 7876,'40'0'0,"2"0"0</inkml:trace>
  <inkml:trace contextRef="#ctx0" brushRef="#br0" timeOffset="43">2500 8321 7876,'47'-13'959,"-1"0"0,43-10 0,-2 1 1007,-1 0 0,-10-1 0,9 3 0,-40 8 0,1 0-955,3-1 0,2 0 0,2 3 0,3 1 0,8-3 0,3 2 0,1 0 0,2 0-1387,1-2 0,-1 2 0,-8 3 0,0 1 1,2-1-1,1 0 0,-2 1 0,-1 3-31,1 0 1,-1 2-1,-6 1 1,-1 0 0,9 1-1,1 2 1,-5 0 0,-2 1-196,-5 0 1,-2 1 0,23 8 0,-8 7 0,-5 1 215,-1-1 1,-7-1-1,9-5 1,-8-3 341,-7-6 0,-7-3 0,2-4 1,-2-3-356,-4-6 1,-8-5-1,-7-4 1,-4-4-1015,-6-1 1,-4 3 0,-7-3 1412,0 1 0,-7 2 0,-2 6 0</inkml:trace>
  <inkml:trace contextRef="#ctx0" brushRef="#br0" timeOffset="44">2795 7601 8205,'-11'0'4971,"0"0"-3118,7 0-274,-3 0 0,9 0-835,3 0 0,4 8 0,8 3 0,-1 5-218,0 6 0,6 3 0,0 8 0,-2 1-122,-2 5 1,-2-5 0,-1 4-1,-2-3-138,-2-3 0,-8-12 0,3-3 0,-3-5-1536,3-2 1,-4-5-1,3-10 519,-3-6 0,-2-11 0,0-5 0,0-4 638,0-2 0,0 6 0,0 0 0,0-1 497,0 3 1,5 1-1,1 8 623,-3 0 1,1 1 0,1 4-225,6 6 1,-2 5 0,2 5 0,0 6-620,-2 4 1,6 3 0,-4 2-1,3 1-700,3-1 0,-8-1 0,-2-3-3443,0 0 0,0 1-2665,4-1 6644,4-7 0,-6 6 0,7-6 0</inkml:trace>
  <inkml:trace contextRef="#ctx0" brushRef="#br0" timeOffset="45">3318 7847 10206,'14'-2'0,"-1"-2"1529,-2-1 0,-6-1 0,6 5-827,2-5 0,1 4 0,1-5 0,-2 2-125,-2-1 1,-6-5 0,4 4-1,-2-2-754,-3-4 1,3 4 0,-1-2-123,-3-2 1,-3-1-1,-5-1 1,-4 3 59,0 1 0,-6 7 0,4-3 1,-3 1 103,-3 1 0,1 0 1,0 5-1,-1 0 568,1 0 0,0 7 1,1 4-1,2 3 46,3 3 0,6 1 0,-2 2 0,5 3-403,1 3 1,0-4 0,1 3 0,3-1-952,2-4 1,12-2-1,-2-4 1,4-3-512,4-5 1,-4-5 0,5-1 0,0 0-2716,1 0 4101,1-14 0,6 3 0,0-13 0</inkml:trace>
  <inkml:trace contextRef="#ctx0" brushRef="#br0" timeOffset="46">3645 7716 11078,'-11'0'3050,"0"0"1,7 2-1,-1 3-3002,3 6 1,2-2-1,0 2 1,0 2-168,0 1 0,0-3 0,0 0 13,0 2 1,7-6-722,4-1 0,4-6 1,-1-6 224,-3-5 1,-4-3-1,-5-3 1,2 1 588,1 0 0,1-1 0,-6 1 0,0 0 1226,0-1 0,0 1 1093,0 0-2284,0 6 1,1 10 0,3 11 0,3 4-972,2 1 0,-3 1 0,3-1 0,0-2-1681,0-3 0,-3 4 2630,4-4 0,1 3 0,6 3 0</inkml:trace>
  <inkml:trace contextRef="#ctx0" brushRef="#br0" timeOffset="47">3808 7667 18583,'0'16'1004,"7"1"0,2 1 0,2 2-343,0 1 0,-5 3 1,3-4-602,-2 2 1,4 0 0,-6-6 0,1 0 0,-1 1-1154,1-1 1,-1-5-351,-5 0 0,0-9 0,-2-2 1513,-3-9 0,3-6 0,-3-1 0,3-2 524,2-4 0,0 4 1,0-4-1,0 2-35,0-2 1,0 2 0,0-5 0,0 1-116,0 4 1,2 2 0,1 2 0,3-1-231,-3 1 0,6-1-25,2 1 1,4 7 31,1 4 1,-5 5 0,-2 5 0,-2 6 241,-3 3 0,-2 3 0,-2-1 0,0 1-202,0-1 0,0 0 0,0 1-947,0-1 1,0 0-349,0 1 1,-2-3-1,-3-3-2799,-6-6 1,-4-3 3832,-1-2 0,-1-7 0,1-2 0</inkml:trace>
  <inkml:trace contextRef="#ctx0" brushRef="#br0" timeOffset="48">4266 7781 7809,'0'26'917,"0"-4"1,0-10 0,0-1 2165,0 2-1061,0 1 0,0-6 466,0-8-1914,0-8 1,0-8 0,0-2 0,0-2-1,0-4 1,0-1 0,0-4 357,0-2 0,0 2 1,0-2-1,0-4-747,0 1 1,-6-6-1,1 0 1,1-2-368,2-3 0,2-1 0,0 1 1,0 1-279,0-1 0,0 11 1,0 3-1,0 5-2070,0 6-3246,0 2 2817,0 9 0,0 9 2959,0 11 0,-7 3 0,-2 3 0</inkml:trace>
  <inkml:trace contextRef="#ctx0" brushRef="#br0" timeOffset="49">3988 7389 7661,'-11'0'4240,"0"0"0,7-2-2940,-1-3 0,3-6 1,4-9-671,3-2 0,-1-2 1,7 4-1,2-3-314,1-3 0,3 5 0,-1-7 0,0-1-57,1-2 0,-1 6 0,0 3 0,1 4 367,-1 2 0,0-1 0,1 1-281,-1 0 0,0 7 1,1 3-1,1 4-208,4 2 0,-4 0 0,4 0 1,-4 2-138,-2 4 0,6 3 0,0 7 0,-2 0 0,-2 1 0,-7-1 0,0 0 0,1 1 0,3 6 0,1 3 0</inkml:trace>
  <inkml:trace contextRef="#ctx0" brushRef="#br0" timeOffset="50">4462 7160 7738,'0'16'9830,"0"1"-8543,0-8 1,-7 5-1,-2-5 1</inkml:trace>
  <inkml:trace contextRef="#ctx0" brushRef="#br0" timeOffset="51">3023 9220 7838,'-9'2'1611,"2"1"1,0 3 0,-2-1 0,-2 1 117,0-1 0,0 8 0,-3-2 0,1 3-1048,2 3 1,0 1-1,-5 4 1,1 5-550,4 4 0,2 1 1,6 1-1,-3 0-144,3-1 1,6-4-1,4-3 1,2-1-39,4-4 1,4-8 0,3-2-1,1-1-385,-1 0 0,-2-6 1,-1 3-1,-1-4 812,0-2 1,-5 0-1,-2-2 1974,-1-4-813,-3 4-2231,-5-12 502,0 12 1,7-5 96,4 7 1,-2 0-1,2-2 1,2-2 198,2-1 1,-5 0 0,1 3 0,2-2-37,2-1 1,1-6 0,-2 3-1,-1-1-241,-2-3 1,-2 3 0,4-2 0,-4-2-436,-2-2 1,4-1 0,-5 0 102,-3-1 0,-1 1 1,-2 0 255,0-1 0,0 6 0,-2 2 0,-1 0 646,-3 0 0,-1 4 0,1-4 67,-4 1 1,0 1-1,0 4-177,-3-3 0,4 1 1,-2 5-162,-2 0 1,4 0 0,-2 0-376,-2 0 1,-1 7-1768,-2 4 1,1 3-4168,4 3 1592,-3-1 4590,19-7 0,4-2 0,17-7 0</inkml:trace>
  <inkml:trace contextRef="#ctx0" brushRef="#br0" timeOffset="52">3416 9024 7831,'-15'11'1607,"3"-1"0,2 3-159,3 2 0,2-3 1,5 3-1,0 3-377,0 0 1,0 2-1,2 2 1,1 5-601,3 4 0,6 7 1,-3 2-1,2 0-810,0 0 0,-2-7 1,4-6-1087,-2 2 1,0-5 0,5-4-14,1-7 1,-1-8-1,0-10 1,1-6 1437,-1-4 0,0-9 0,1-1 0</inkml:trace>
  <inkml:trace contextRef="#ctx0" brushRef="#br0" timeOffset="53">3661 9285 7831,'-15'17'0,"3"-1"1493,1 0 0,2 1 0,-4-1 1,4 0-546,2 1 0,-4 1 1,5 2-1,3 2-754,1-2 0,4-8 0,1-1 1,5 0-48,1-2 1,3-2 0,8-7 0,2 0-369,-2 0 1,-2-7-1,-1-4 1,1-5 306,4-6 0,-10 4 0,5-4 0,-5 4 190,-3 2 1,1-1-1,-7 1 1,3 0-100,-3-1 1,-1 6-1,-4 0-746,-3-1 0,-4 5 0,-8-1-1658,1 1 0,0 5 1,-1-3 2226,1 3 0,0-5 0,-1-2 0</inkml:trace>
  <inkml:trace contextRef="#ctx0" brushRef="#br0" timeOffset="54">3857 9024 7813,'0'16'5073,"0"0"-3490,0 1 0,0 5 0,0-1 0,2 1-812,3 2 0,3 1 1,4 6-1,-1 0-586,2 2 1,-6-10 0,0 10 0,-1-4-334,-1-4 0,1-1 0,-4-9-1053,3-5 1,-3 1 377,3-11 0,-3-3 0,-2-14 0,0 1 599,0 0 0,2-1 0,2 1 1,3 1 524,2 5 1,0-5 0,4 6-1,-2 0 723,1 3 1,-3 5 0,2-1 125,2-4 0,-4 5-1031,2-5 1,-7 12 0,-1 4-236,-6 5 1,-6-4 0,-8 0 0,1 3-407,0 6 1,-3-2 0,-1 4 0,-1-4-545,1-1 1,3-1 0,5-1 0,2-3-4707,3-1 5772,2-7 0,5-4 0,0-9 0</inkml:trace>
  <inkml:trace contextRef="#ctx0" brushRef="#br0" timeOffset="55">4119 9253 7813,'-11'10'0,"0"0"0,0-1 2005,2 0 0,-4-4 1,6 4-784,-2-2 0,5 6 0,-3-2-805,0 4 1,5 1 0,-4 0 0,5 1-86,1-1 0,0 0 1,0 1-1,0-1-387,0 0 1,7-7 0,4-3-553,3-4 1,3-2 0,-1-2 2,0-4 0,1-3 0,-3-9 0,-1-2-27,-2-2 1,-6-1 0,4 3-1,-1-4 332,-5-1 0,1 5 0,-1-2 1586,3 4 1,-1 2 1097,-5-1 0,0 10-1709,0 7 0,0 7 0,0 11 0,2 2-594,4 2 1,-5 0 0,7-6 0,-3 1-748,1-1 1,1-1 0,-4-3-1,5-3-3298,1-1 0,-4-3 3963,6-5 0,-7-7 0,3-2 0</inkml:trace>
  <inkml:trace contextRef="#ctx0" brushRef="#br0" timeOffset="56">4266 8926 8116,'-11'-9'9158,"0"3"-8361,7-3 0,-3 14 0,9 1 0,1 8-417,3 8 1,7 5-1,-4 10 1,2 3-162,0 2 1,-2-1 0,3 3 0,-1-4-1636,2 0 0,0-11 0,-1 2 0,-1-6-2338,2-5 0,1-9 3754,3-5 0,-1-5 0,1-1 0</inkml:trace>
  <inkml:trace contextRef="#ctx0" brushRef="#br0" timeOffset="57">4560 9187 14986,'-16'0'703,"-1"0"-452,1 0 0,5 0 1,2 2 208,2 3 1,1 5-1,6 6 24,0 0 1,7 2 0,4 2 0,4 2 446,1-2 1,-3-2-1,1 0-232,5 4 0,1-9 0,-4 3-196,0-1 0,-1-1 0,-2 1-782,-3-4 1,-8 3-1073,-2-3 0,-7-4 0,-9-1 0,-1-4-2513,1-2 3864,0 0 0,-8-8 0,-1-1 0</inkml:trace>
  <inkml:trace contextRef="#ctx0" brushRef="#br0" timeOffset="58">3285 10184 8356,'-16'0'2457,"-1"0"1,3 2-1,1 2 1,4 3-1682,2 2 0,-6 2 1,4 5-475,0 1 1,-4 5-1,6 1 1,0 1 0,-1-1-438,5-3 1,1-1 0,2-3 0,0 0-770,0 1 1,0-1-1,2-2 1,3-3-478,6-5 0,9 1 0,4-2 1,1-1 257,4-2 0,2-8 1,2-1 1122,-1-2 0,8-9 0,2-7 0</inkml:trace>
  <inkml:trace contextRef="#ctx0" brushRef="#br0" timeOffset="59">3645 10217 7845,'-17'7'0,"1"4"0,5-2 0,0 2 0,-2 2 2006,-1 1 0,-1-3 0,3 0 0,3 2-563,1 1 0,-3 3 0,6-1-1088,1 1 1,4-1 0,6-2-493,5-3 0,3-3 0,4-8 1,4 0-126,5 0 1,-3-8 0,0-3 0,-3-3-178,1-2 1,0-3 0,-6-1 0,-1-1-150,-4 1 0,1 1 0,-6 3 330,-2 0 0,-3-1 0,-2 3 381,-5 3 1,-5 4 0,-9 7 0,-3 0-453,-3 0 1,1 2-1,-2 3 1,3 6-1015,0 3 1,6 3 0,-2-1-1199,7 0 2541,6-6 0,7 4 0,0-5 0</inkml:trace>
  <inkml:trace contextRef="#ctx0" brushRef="#br0" timeOffset="60">3890 9988 7845,'-9'0'9830,"1"7"-8861,8 4 1,0 4 0,2 3 0,4 4-369,5 5 0,3-1 1,2 1-1,1 0-475,-1-2 1,1 4 0,-3-7 0,-1-2-907,-2-2 0,-6-3 1,4-2-1947,-2-2 2100,-1-8 1,-8 3-1,-3-10 1,-6-3 429,-4-2 1,-1 5 0,0-1 0,-3 3 692,-2 2 1,8 0 0,-4 0 0,3 0-39,-1 0 1,-1 0 0,2 2 0,1 3 216,2 6 0,7 3 1,-1 3-786,3-1 0,2 1 1,0-1-2009,0 0 1,7-7 0,4-3-653,4-4 0,1-8 2769,0 1 0,1-15 0,-1 2 0</inkml:trace>
  <inkml:trace contextRef="#ctx0" brushRef="#br0" timeOffset="61">4086 10315 7845,'16'0'0,"-5"0"0,0 0 1606,2 0 1,1 0-1,1-2 1,-2-3-1047,-3-6 0,1-4 1,6-1-1,-1 0-733,0-1 0,-5 1 0,-2 0 1,-1-1-48,-5 1 1,-1 0 0,-2-1 238,0 1 0,-7 7 0,-4 3 0,-4 5 178,-1 1 1,-2 0 0,-2 0 0,-4 1 598,-1 5 1,5 3 0,-2 7-330,4 1 0,3 1 1,3 2-1,3 3 461,1 3 1,3-4-1,5 3 1,2 0-497,3 1 1,4-4 0,9 3 0,2-1-1505,2-4 1,7-8 0,-2-2 0,4-3-6214,2-4 7285,-8-1 0,14-9 0,-5-2 0</inkml:trace>
  <inkml:trace contextRef="#ctx0" brushRef="#br0" timeOffset="62">5900 10528 7929,'-16'0'623,"0"0"1,-1 0-1,1 1 1,-1 3 938,1 2 1,0-1 0,-1-3-890,1 3 1,5-1-1,2 7-50,2 1 1,1-2-1,6 2 1,0 5-411,0 3 0,0 3 0,0-1 0,2 5-171,4 4 1,3-5 0,7-5 0,0-2-102,1-3 0,6-5 1,3-2-1,1-2-10,0-3 1,1-4-1,2-6 1,-2-5-67,-7-3 0,1-2 0,-4-1 0,-3-1 28,-1-4 0,-6 2 0,-3-7 0,-3 0-142,-2 1 0,0 1 0,-2 5 0,-3-2-39,-6 2 1,-4-3 0,-1 1-1,0 2-1215,-1 2 0,1 7 0,0 2-2533,-1 1 4036,1 3 0,0 5 0,-1 0 0</inkml:trace>
  <inkml:trace contextRef="#ctx0" brushRef="#br0" timeOffset="63">6145 10593 7917,'2'16'-8,"2"1"1113,1-1 1,3-5-1,-3-2 1,6 0 753,3 0 0,3 0 1,-1 4-1,0-2-1656,1 2 0,-1-6 0,0 0-2145,1 0 0,-1-5 176,1 4 0,-7-5 1766,1-1 0,-7-7 0,3-2 0</inkml:trace>
  <inkml:trace contextRef="#ctx0" brushRef="#br0" timeOffset="64">6391 10528 7855,'-11'0'2121,"0"0"1,2 1 0,-4 3-1228,2 2 1,6 6 0,-4-1 0,-1 4-549,1 1 1,6 2-1,-5 2 1,3 4-118,0 1 1,-3 2 0,5 6 0,-3 0-998,3 0 0,1-8 1,2-3-1708,0-4 1,0-7 2474,0 0 0,14-15 0,4 2 0</inkml:trace>
  <inkml:trace contextRef="#ctx0" brushRef="#br0" timeOffset="65">6521 10544 7855,'-11'5'1094,"1"1"1,6 1 0,-3-1 1346,-1 4 0,7 0 0,-5 0-2026,4 3 1,2-4 0,0 2-161,0 2 1,0 1 0,0 3 49,0-1 1,2-5 0,4 0-275,4 2 0,0-6 0,-1 0 0,0-1-169,0-1 0,-4 0 0,6-5-300,2 0 1,-4-5 0,2-2-1,0-2-25,-2-4 1,0-2-1,-6-1 1,5 0 236,1-1 0,-6 1 0,3 0 600,-4-1 1,-2 1-1,0 0 1,0-1-83,0 1 0,-2 1 1,-4 3-786,-4 1 0,-5 7-43,-1-1 1,-1 3-1755,1 2 1,5 0 2289,0 0 0,0 7 0,-5 2 0</inkml:trace>
  <inkml:trace contextRef="#ctx0" brushRef="#br0" timeOffset="66">6734 10560 7843,'0'17'1349,"-2"-8"0,-2-2 0,-1 0 323,1 4 0,2-2 0,2 2-1373,0 2 0,0 1 1,0 3-1,0-1 42,0 0 0,8-1 0,1-2 0,2-2-67,0 1 1,-2-3-1,3 0 1,-1-1-52,2-5 1,2-1 0,1-2 0,0 0-221,1 0 1,-1-7-1,0-4 1,1-4-189,-1-1 0,0-2 1,1-2-1,-3-2 60,-3 2 1,2 2 0,-8 2 0,-1-1 284,-2 1 1,-2 5-1,0 0 1,-2-1 668,-4-3 1,3 0-1,-8 3 1,-4 3-802,-5 1 1,2 3 0,-4 5 0,2 0-942,-1 0 1,2 2 0,-2 1 0,3 5 912,1 1 0,-6 2 0,-3 5 0</inkml:trace>
  <inkml:trace contextRef="#ctx0" brushRef="#br0" timeOffset="67">5508 2616 8372,'-9'1'5022,"3"5"-3171,5-4-324,1 5 1,-2-7-522,-4 0 0,5 2-378,-5 3 1,-1-1 0,1 7-400,3 1 1,1-2-1,2 0 1,0 3-331,0 2 0,0 1 1,0 0-1,0 3-66,0 2 1,7-3 0,4 4-37,4-4 1,1-3-1,0-2 1,1-4 3,-1-2 1,2-2 0,2-6 0,2-3 181,-2-1 0,-2-10 0,-3 1 0,-3-6-34,-1 0 0,-7 0 1,1 0-1,-3-2-52,-2 2 0,0 2 0,0 1 0,-2 1-105,-3 0 0,-2 5 0,-6 2 0,2 0-404,-2-1 1,-1 1 0,-3-2 0,1 4-1032,0 0 1,-1 5 509,1-3 0,5 3 1133,0 2 0,8 7 0,-5 2 0</inkml:trace>
  <inkml:trace contextRef="#ctx0" brushRef="#br0" timeOffset="68">5704 2648 18920,'16'9'1114,"1"-3"0,-1 1 0,0 0 1,3 2-471,2 4 0,-1 2 0,6-1 0,-1-1-398,1-2 0,-6 0 0,1 3 0,-2-1-1960,-3-2 0,-5-8 0,0 3-8117,1-4 9571,-4 5 1,-1-12 0,-7 3 0</inkml:trace>
  <inkml:trace contextRef="#ctx0" brushRef="#br0" timeOffset="69">5982 2567 8176,'-16'9'2602,"5"3"0,2-4 38,1 1 0,1-4-1636,2 6 1,1 0 0,-5 5-565,2 1 0,-4 1 0,5 2 0,3 3-523,1 3 0,0-4 0,-2 3 0,-1 0-805,1 1 0,3-6 1,1 2-1,0-4-2404,0-2 1,0-5 3291,0 0 0,7-7 0,2 3 0</inkml:trace>
  <inkml:trace contextRef="#ctx0" brushRef="#br0" timeOffset="70">6096 2452 16453,'-9'0'3156,"2"2"0,7 3 1,0 6-2470,0 4 0,7 3 0,2 4 1,2 5-972,0 4 1,0-4 0,4 0 0,-3 1-68,-1-3 0,-5 0 1,3-5-4566,-2 2 1,4-5 4750,-6-7 0,1-6 0,-6 3 0</inkml:trace>
  <inkml:trace contextRef="#ctx0" brushRef="#br0" timeOffset="71">6113 2567 10215,'5'-11'8006,"2"2"-7136,2 1 1,-3-3 0,5 4 0,2 0-809,1 0 1,2-6 0,1 2-2577,-1-4 0,0 5-2435,1-1 4949,-1 7 0,-7-11 0,-2 6 0</inkml:trace>
  <inkml:trace contextRef="#ctx0" brushRef="#br0" timeOffset="72">6145 2599 7825,'0'9'2457,"-7"-1"1,7-8-1,0 0 1,9 0-1166,6 0 0,1 0 0,0 0 0,1 0-467,-1 0 0,0-2 0,1-2 1,-1-1-2012,0 1 1,1 0 0,-1-1-729,1-6 0,-7 4 0,-1 0 0,1 1 1914,-1 1 0,2-8 0,5 4 0</inkml:trace>
  <inkml:trace contextRef="#ctx0" brushRef="#br0" timeOffset="73">6440 2338 14191,'-9'7'1608,"1"-5"0,8 12 0,2-3 0,2 4 1,1 1-1174,-1 0 0,3 6 1,0 2-1,1 1-792,-1 4 1,4-5 0,-6 0 0,1-3-1591,1 1 1,-5-6-1,5-5-4222,0 2 6169,-5-6 0,5 1 0,-7-8 0</inkml:trace>
  <inkml:trace contextRef="#ctx0" brushRef="#br0" timeOffset="74">6440 2436 24079,'7'-17'-1417,"4"1"1,1 5 0,1 2-361,-2 2 0,-5-4 0,4 5-2929,3 3 4706,-6 1 0,8 2 0,-6 0 0</inkml:trace>
  <inkml:trace contextRef="#ctx0" brushRef="#br0" timeOffset="75">6505 2501 7825,'0'16'4875,"0"1"0,0-6-3918,0 0 1,2-8-1008,3 3 1,4-4-1905,8-2 1,-6 0-1,-1 0 1954,3 0 0,2-8 0,1-1 0</inkml:trace>
  <inkml:trace contextRef="#ctx0" brushRef="#br0" timeOffset="76">6783 2665 8375,'0'16'3101,"0"-5"-1203,0 0 0,-6-6-4586,1 6 2688,-1-7 0,14-4 0,1-9 0</inkml:trace>
  <inkml:trace contextRef="#ctx0" brushRef="#br0" timeOffset="77">6914 2648 8457,'1'9'856,"5"-3"0,-4-3 0,5 1-1524,0 2 0,-3-1 668,7-5 0,-8 7 0,5 2 0</inkml:trace>
  <inkml:trace contextRef="#ctx0" brushRef="#br0" timeOffset="78">7012 2648 8185,'0'17'551,"0"-1"1,0 0-1,-2-1 943,-4-4 1,5 3-3862,-5-3 2367,4-4 0,2 1 0,0-8 0</inkml:trace>
  <inkml:trace contextRef="#ctx0" brushRef="#br0" timeOffset="79">16770 1880 7946,'-20'0'1134,"3"2"1,5 3 88,2 6 0,3 5 0,7 6 1,0 7-1,0 8 0,0 10 1,2 11-761,3 13 0,-1-26 0,0 2 0,2 6 0,0 2 0,0 4 0,-1 1 0,1 6 0,-1 1-175,0 2 1,-1 0-1,3-2 1,-1-1-1,-3 1 1,-1 0-1,1 0 1,0 1-157,1-3 0,-1 0 1,-1-5-1,0 0 1,2 5-1,1 1 1,-1-1-1,-1-1 0,-1 1 1,0-1-1,1-6 1,1 0 0,-1-1-1,0 1 1,-1 0 0,-1 0-96,1-2 1,-2 0 0,-2 0 0,-1-1 0,0 1 0,0 1 0,0 1 0,1 0-8,-2 0 1,0-1-1,3-3 1,-1 1-1,-3 4 1,-1 1-1,0 0 1,-1 0-22,0 3 0,0 0 1,-1-7-1,-1 0 1,1 6-1,0 0 1,0 0-1,0 1-9,-1-2 0,1 0 0,0-4 0,0 0 0,0 2 0,0 0 0,0 1 0,1 0 0,2 0 0,-1 0 0,-1-5 0,0 1 0,2 6 0,0 1 0,0-3 0,0 0 0,-1 0 0,1 0 0,2-6 0,0-1 0,-1 3 0,-1 1 0,1 0 0,-1 0 0,0 0 0,1 1 0,2 0 0,0 0 0,0-3 0,-1 1 0,2-2 0,0 1 0,1-1 0,0 1 0,0-6 0,0 0 0,0 5 0,0 1 0,0-3 0,0 1-14,0 2 1,0-1 0,0-5-1,0 0 1,0 4 0,0 1 0,0-2-1,0 0 14,0-2 0,0 0 0,0-2 0,0 0 0,0 45 0,0-46 0,0 0 0,0 1 0,0-2 0,0 40 0,0-38 0,0 0 0,0-1 0,0 1 0,0 0 0,0 0 0,0 35 0,0 6 0,0-3 0,0-3 0,0-1 0,0 5 0,0-1 0,0-1 0,0-11 0,0 14 0,0-12 0,0-3 0,0-12 0,0 3 0,0-6 0,0-5 0,2-1 0,2-1 0,1 0 0,-1-4 0,-3-9 0,-1 1 0,0-3 124,0 2 0,0-7 1,0 3-1,0-3-389,0-7 1,0-4 0,-1-6 0,-3-1-2319,-1-2 0,-1-9-73,6-2 0,-2-17 1,-1-17 2655,-3-13 0,-7-24 0,4-13 0</inkml:trace>
  <inkml:trace contextRef="#ctx0" brushRef="#br0" timeOffset="80">16786 1733 17245,'7'9'0,"6"-4"1017,7-3 1,9-4 0,15-1 0,12-3 2090,11 3-2843,7 1 0,-24 2 0,2 0 0,4 0 0,1 0 0,5 0 0,1 0 0,6 0 0,0 0 0,0 0 0,0 0 0,-1 0 0,0 0-132,-1 0 1,-3 0 0,-9 0-1,-1 0 1,6 0 0,0 0-134,-2 0 0,0 0 0,1 0 0,-2 0 0,-5 0 0,-2 0 0,-2 0 0,0 2 0,0-1 0,-1 1 0,42 4 0,-8 1 0,7-2 0,-16-1 0,-4 5 0,1-2 0,0-3 0,7 0 0,0 1 0,-11-3 0,-1 5 0,-6-1 0,-5-1 0,-10 6 0,-6-4 0,-6 2 0,-4 4 0,-5 2 0,3 1 0,-1 0 0,-4 1 0,0-1 0,0-1 0,3-3 0,3-1 0,-6-2 0,1 4 0,-2-4 0,-3-2 0,0 1 0,1-3 0,-7-3 0,1 3 0,-7-3 0,3-2 0,-7 0 0,0 2 0,0 3 0,0-1 0,0 7 0,0 2 0,0 1 0,0 2 0,0 3 0,0 2 0,0 7 0,0 10 0,0 5 0,0 6 0,0 6 0,0 7 0,0 12 0,0 10 0,0 5 0,0-40 0,0 2 0,1 2 0,0 1 0,1 1 0,0 1 0,0 1 0,1 0 0,3-2 0,1 1 0,-2 3 0,-1 2 0,1-2 0,1 2-58,0 2 0,-1-1 1,-3-7-1,1 1 1,2 3-1,1 2 0,0-2 1,-1 0 57,-1-3 0,1 0 0,2-1 0,1-1 0,-4 1 0,1-1 0,-1 2 0,1-1 0,-2 1 0,-1-1 0,2-4 0,-1 0 0,0 5 0,0 0 0,-1 0 0,0-1 0,-1 2 0,-1-1 0,0-6 0,0 1 0,0 5 0,0 1 0,0 0 0,0 0 0,1 0 0,-2 1 0,-1 1 0,-1 0 0,0-2 0,0 0 0,1 1 0,-1-1 0,-1-1 0,1 0 0,2-3 0,0 0 0,-2 5 0,-1 0 0,1-2 0,0 0 0,1 3 0,-1-1 0,0-3 0,0 1 0,3 1 0,0 2 0,0-1 0,-1 0 0,-2 0 0,0 0 0,2-3 0,0-1 0,-1 4 0,-1 1 0,1-1 0,0 0 0,-1 0 0,1 0 0,1-4 0,0-1 0,-2 3 0,0 1 0,2-3 0,1 1 0,0-1 0,0-1 0,0-4 0,0 0 0,0 2 0,0 0 0,0 0 0,0 1 0,0 1 0,0 0 0,0-2 0,0 1 0,0 0 0,0 0 0,0-1 0,0-1-21,0 2 1,0-2 0,0 37 0,0-36 0,0 0 0,0-3 0,0 0 20,0 1 0,0-1 0,0 42 0,0-40 0,0 0 0,0-1 0,1-1 0,5 41 0,-2 0 0,5-2 0,-2 4 0,-3-2 0,3-6 0,-2 8 0,1 0 0,1 0 0,-5-10 0,3 5 0,-3-3 0,-2-5 0,0 4 0,2-7 0,1 1 0,3 0 0,1-7 0,-3 2 0,1-2 0,-1 2 0,3-15 0,-1 2 0,-3-5 0,-1-8 0,-2 4 0,0-9 0,0-2 0,0-5 0,0-11 0,0 0 0,0-4 227,0-2 1,0-5-228,0 0 73,0-7 1,0 1-74,0-10 0,-2 1 0,-3-7 0,1 6 0,-7-4 0,-1 1 0,-3-3 0,-3 4 0,-2 0 0,-2 0 0,-7-1 0,2 5 0,-6-3 0,-5 3 0,-4 1 0,-5 2 0,0 0 0,-2 0 0,2 0 0,-13 0 0,-4 0 0,-5 0 0,4 0 0,-8 0 0,-3 2 0,-1 3 0,-1-3 0,-2 3 0,2-3 0,2-2 0,9 2 0,-6 2 0,-5 1 0,-4-1 0,6-2 0,-9-2 0,-4-2 0,42-1 0,-1 0 0,-42 1 0,41-1 0,1-1 0,-43-1 0,8-1 0,10-6 0,-10 1 0,-3-4 0,-3-1 0,10 5 0,33 6 0,-1 1 0,-44-3 0,4 3 0,11 2 0,-2 2 0,3 0 0,1 0 0,12 6 0,-13 1 0,6 2 0,8 4 0,8-4 0,9 2 0,8 0 0,-4 5 0</inkml:trace>
  <inkml:trace contextRef="#ctx0" brushRef="#br0" timeOffset="81">16573 11198 13684,'-30'-2'0,"1"-2"169,1-1 0,8-8 0,-2 2 0,4-5-169,2-6 0,7-3 0,2-8 0</inkml:trace>
  <inkml:trace contextRef="#ctx0" brushRef="#br0" timeOffset="82">17031 1046 7929,'-11'0'3532,"0"0"1,6 0-1890,-6 0 0,7 2-243,-1 3-1158,3 5 1,2 6-1,2 2 1,3 2-1,6 5 1,2 5-1,0 6 875,-2 4-1011,-1-4 1,7 10-1,-3-6 1,-1-2-1,-4-2 1,-2-5 0,-1-2-62,1-4 1,-5-6-976,3-9 0,-3-15 1,-2-6-1,-2-13 141,-3-6 0,3-10 0,-5-4 1,1-3 491,1-2 1,-1 0 0,6 2 0,0-1 168,0-1 1,-5 9 0,0-7-1,1 3 975,2 3 0,4 10 1,2 0-1,3 6 122,2 5 1,-4 3-1,6 6 1,2 6-372,2 3 0,3 2 1,2 0-1,1 2 120,-1 3 1,-1 6-719,-3 11 0,8 3 0,1 8 0</inkml:trace>
  <inkml:trace contextRef="#ctx0" brushRef="#br0" timeOffset="83">17293 1063 7929,'-11'36'4798,"0"-3"0,-2-4-3039,-1-4 1,-3 1-1,1-8 1,0 2-2408,-1 0 1,-5-11 0,1 5 0,1-5-184,1-5 1,9-2-1,-1-6-1498,-2-7 0,6-1 1,1-16 2328,4-1 0,10-16 0,1-6 0</inkml:trace>
  <inkml:trace contextRef="#ctx0" brushRef="#br0" timeOffset="84">17374 670 17324,'8'24'1729,"-5"-4"0,6 7 0,0 4-881,0 5 0,-5 8 0,3 9-674,1 1 0,-7 6 1,5-6-1,-4-3 1,-2-5 25,0-8 1,0-11-1,0-5-1608,0-4 0,0-11 493,0-7 1,0-9-1,0-13 1,0-5 665,0-4 0,2-1 0,1-1 0,4 0 314,3 1 0,0-1 0,7 2 0,-1 2 318,0 2 0,1 7 1,-1 0-1,2 7 795,4 8 0,-4 5 1,4 5-1,-2 8-458,2 7 0,-9 11 0,3 9 1,-3 1-665,-4 5 1,3 1-1,-6-2 1,-3-3-57,-1-4 0,-2-14 0,0 3 0,0-7-2975,0-4 0,0-8 517,0-8 0,0-9 1,0-11-1,2-4 2311,4-1 1,3-10-1,7-7 1</inkml:trace>
  <inkml:trace contextRef="#ctx0" brushRef="#br0" timeOffset="85">17914 1030 11233,'-11'5'1275,"0"1"0,5 6 0,-3-1 1,2 4-550,4 1 0,-5 1 1,3 1-1,1 2-410,2 2 0,2 1 0,0-3 0,0 2 251,0-2 1,8-2 0,3-3 0,3-4-259,2-6 0,1 2 0,1-1 0,2-3-175,2-1 1,-1-7 0,-4-3 0,-1-1-170,0-3 1,1-3 0,-3-1 0,-1-2-299,-2-4 1,-7 4 0,3-6 0,-2 2-56,1 0 1,-1 1 0,-5 4 1094,0 1 80,0 0 0,0 8 0,0 10 0,0 11-175,0 7 1,0 9 0,0-4 0,0 3-502,0-1 0,2 0 0,2 4 0,1-2-111,-1-2 0,-2-5 0,-2 3 0,0-1 0,0-4 0,0-2 0,0 0 0,0 2 0,0 2 0,-8 0 0,-3-8 0,-3-1-1014,-2-2 1,-1-2 0,-1 2 0,-2-4-33,-2 1 0,0-7 0,6 3 1,0-8 1045,-1-6 0,1-12 0,0-4 0</inkml:trace>
  <inkml:trace contextRef="#ctx0" brushRef="#br0" timeOffset="86">18486 948 9906,'-11'0'1725,"0"0"-312,-2 0 0,1 2 0,-1 2 1,2 3 369,-2 2 1,-1-4-1,-3 6-1679,1 2 0,2-4 0,1 0 1,4 0-295,1 0 0,3 2 0,7 6 271,3-1 1,1 0-1,8-1 1,6-2 164,4-3 1,-2 1 0,5 6-1,2-3 240,2-3 1,-6 4-1,-3-6 1,-4 2-30,-1-1 1,-7-4 0,-1 5-432,-1 2 0,-10-4 1,-9 2-1,-5-1-1055,-6 0 0,-4 2 0,-6-6 0,-1-3-916,0-1 1,1-2 0,1 0 0,4-2-4095,5-3 6039,11-4 0,-4-15 0,6-1 0</inkml:trace>
  <inkml:trace contextRef="#ctx0" brushRef="#br0" timeOffset="87">18584 981 10995,'9'2'2557,"-4"3"1,-1 6-1226,1 4 1,-3 1 0,6 0-1,-3 2-21,0 4 0,1-2 1,-4 6-1,1-1-1285,3 0 1,-1-5 0,-5 2-657,0-4 1,0-7-4073,0 0 0,0-14 4702,0-3 0,0-14 0,0-5 0</inkml:trace>
  <inkml:trace contextRef="#ctx0" brushRef="#br0" timeOffset="88">18584 752 7884,'-16'0'7752,"-1"2"-4463,1 3 0,7-1-4749,3 7 0,6-2 0,6 2 0,5-4 1460,3 0 0,17 2 0,4 8 0</inkml:trace>
  <inkml:trace contextRef="#ctx0" brushRef="#br0" timeOffset="89">19107 932 7820,'-29'11'1116,"-4"0"1,-1-1-1,-1 1 109,2 0 0,12 0 1,1 6-1,0-1 386,2 0 0,-1 1 0,5-1 0,1 2-811,2 4 1,8-2 0,-3 5-1,4-1-798,2-4 1,0 3 0,0-1 0,2 0-235,4 2 0,-3-12 0,8 3 0,4-6-337,5-5 1,-2-3-1,5-1 1,-1-3-1618,0-8 1,7 0 0,-4-13 0,3 1-895,-1-4 3080,-7 3 0,11-7 0,-6 6 0</inkml:trace>
  <inkml:trace contextRef="#ctx0" brushRef="#br0" timeOffset="90">19221 1046 16059,'-14'2'2424,"1"2"1,2 3-1666,-2 2 1,4-4 0,-2 6-1,-1 4-312,-3 5 1,-1 0 0,0 5-1,1-1-475,4-4 1,-2 3 0,8-1 0,1-2-764,3-2 0,1-7 1,1-2-1,5-1 130,5-5 0,5-3 0,4-7 1,2-7-207,-2-6 0,-2-4 1,-2 4-1,1-2 363,-1 2 1,-5-3 0,-2 1 0,0 0 796,0-2 0,-5 12 1,1-5 3195,-3 3-2164,-2 6 0,0 21 1,2 14-324,3 6 1,-3-4 0,5-2 0,-1 1-601,-1-3 1,6 4 0,-4-7 0,1-2-282,-1-2 0,4-2 0,-4-1-2700,2-4 0,2-6-698,5-10 0,-5-6 0,-2-9 3002,-1-2 0,-3-14 0,-5 1 1</inkml:trace>
  <inkml:trace contextRef="#ctx0" brushRef="#br0" timeOffset="91">19499 621 9771,'-11'0'4915,"0"0"0,8 2-2683,-3 3 1,6-1 0,4 9 0,3 5-2199,2 7 1,2 10 0,4 7 0,-3 10-35,-1 10 0,-5 2 0,3 10 0,0 1 0,0-1 0,-5-5 0,1-2 0,-3-10 0,-2-14 0,5-12 0,1-5-3226,-3-3 0,1-10-5439,2-13 8665,-5-7 0,14-17 0,-6-1 0</inkml:trace>
  <inkml:trace contextRef="#ctx0" brushRef="#br0" timeOffset="92">1977 5117 8222,'-16'7'1050,"5"-5"1,2 5 1539,2 0-154,-6-5 1,13 5-230,0-7 1,2 0-1,9 0 1,3 0-1695,6 0 1,0-1 0,8-3 0,1-3-514,1-2 0,-2 5 0,-1-3 0,2 1 0,2 1 0,3-6 0,3 5 0,1 1 0,-2-2 0,2 5 0,4-5 0,7 1 0,2 1 0,3-1 0,3 6 0,6 0 0,5 0 0,-3 0 0,8 0 0,-3 0 0,-1 0 0,-9 6 0,9-1 0,2 1 0,2 1 0,-8-5 0,2 3 0,-1-3 0,-4-2 0,-3 0 0,0-2 0,-9-1 0,-4-3 0,-8-1 0,4 3 0,-1-1 0,1 1 0,-4 0 0,4 1 0,0-3 0,0 3 0,-6 1 0,2 2 0,-3 0 0,-3 0 0,-4 0 0,-3 0 0,-1 0 0,-4 0 0,-2 0 0,-2 0 0,0 0 0,-6 0 0,-3 0 0,-7 0 0,-2 0 0,-3 0 0,1 0 0,-7 0 0,-2 0 0,-8 0 0,-7 0 0,-4 0 0,-7 0 0,-2-5 0,-10-1 0,-5 2 0,-10 3 0,3 1 0,-12 0 0,-7 0 0,-5 0 0,37 0 0,-1 0 0,-4 0 0,-1 0 0,-2 0 0,0 0 0,-2 0 0,1 0 0,4 0 0,0 0 0,-3 0 0,1 0 0,4 0 0,1 0-26,2-1 0,0 2 0,4 2 0,-1 1 0,1 0 0,0 1 1,-1 0-1,-1 1 26,0-1 0,0 1 0,2-2 0,-1 1 0,-40 8 0,6-3 0,6 3 0,17-4 0,-2 0 0,7 0 0,4 0 0,6-3 0,1 5 0,2 0 0,4-2 0,7 4 0,3-6 0,3 0 0,3 0 0,7-1 0,2-6 0,9 0 0,2 0 0,2 0 0,9 0 0,2-2 0,1-3 0,10 1 0,5-5 0,7 0 51,8 0 1,5 3 0,5-3 0,6 2-52,4 3 0,8 1 0,5-1 0,8-2 0,-36 4 0,0 1 0,2 0 0,2 0 0,8 1 0,3 0 0,1 0 0,1 0-89,4 0 1,0 0 0,-7 0 0,1 0 0,4 0 0,2 0 0,0 0 0,0 0 88,0 0 0,-1 0 0,-3 0 0,-1 0 0,-3 0 0,0 0 0,-5 0 0,-2 0 0,-3 0 0,-2 0 0,35-5 0,-38 2 0,-1 0 0,41 0-32,0 1 1,-5 2-1,5 0 1,0 0 31,-5 0 0,-13 7 0,-4 2 0,-3 2 0,-5 0 0,-8-8 0,5 3 0,-3-4 0,-2-2 0,-5 0 0,-5 0 0,0 0 0,-3 0 0,-11 0 0,6 0 0,-5 0 0,-10 0 696,-5 0-696,-7 0 0,-4 0 33,-11 0 1,-4 0 0,-1 0 0,-2 0-34,-4 0 0,-4-6 0,-6 1 0,-3 1 0,-3 2 0,-4-3 0,-5-2 0,0-1 0,-2 1 0,7 0 0,-11 3 0,-1-3 0,-2-2 0,-8 5 0,-10-1 0,-14 3 0,39 2 0,-2 0 0,-3 0 0,-2 0 0,-7 0 0,-1 0 0,1 1 0,0 0-65,0 1 0,1 1 0,5 0 1,0 2-1,-8 1 0,-1 0 1,-1-1-1,-1-1-29,1 0 0,0 0 0,9 1 0,2 0 0,-2-1 0,1 0 1,2-1-1,1 1-62,2 0 1,1-1 0,1 0 0,0 0 0,-3-3-1,0 0 1,0 0 0,-1 0-14,-2 0 0,0 0 0,7 0 0,1 2 0,-6-1 0,0 1 0,5 1 0,1 0 253,-35 0 0,21 5 0,4-3 0,3 0 149,5 3 0,4-6 1,6 3-1,4-1 174,5 1 0,9-3 0,0 3 314,4-3-721,9-2 170,2 0 0,20 0 0,5 0-170,5 0 0,6-5 0,10-1 0,6 1 35,8-2 1,7 5-1,9-6 1,7 3-36,9 0 0,2-1 0,-32 6 0,3 0 0,5 0 0,1 0 0,6 0 0,0 0 0,0 1 0,2 0 0,4 0 0,2 2 0,3-1 0,1 1-99,6-1 0,-1 0 0,-5 1 0,1 1 0,4-1 0,-1-1 0,-10 0 0,-2 0 99,-7-1 0,-3 0 0,-12-1 0,-2 0 0,1 0 0,1 0 0,0 0 0,0 0 0,-1 0 0,-1 0 0,38 0 0,1 0 0,-6 0 0,-5 0 0,-12 0 0,-5 0 0,-6 0 0,-8 0 0,-7-6 0,2 1 0,0 1 0,-1 2 0,-10 2 0,0 0 0,-5 0 0,-6 0 0,-8 0 0,-1 0 0,-7 0 264,-4 0 0,-4 0 0,-5-1-264,2-5 0,-6 3 0,2-7 0,-3 1 0,-3 0 0,-4 4 0,-3-6 0,-3-2 0,-8-1 0,1 3 0,-10 0 0,-1-2 0,-3-1 0,-2 3 0,-7 2 0,-8 0 0,-10 0 0,-10 5 0,39 1 0,-2 0 0,-6 3 0,-1 0-45,-5 3 0,0 0 0,-1 1 0,0 1 0,-6 3 0,0 0 1,1 0-1,-1 1-153,-1-1 0,0 0 0,4 1 0,-1 0 0,-7 1 0,-1 0 0,1 1 0,2 0 75,5-1 0,1 0 1,5-1-1,2 0 1,4-1-1,1 0 1,-1 0-1,0-1 139,-1-2 0,1 1 1,4 1-1,0 0 0,-5-2 1,-1-1-1,4 2 1,0-1-69,2 1 1,0-1-1,-31 1 12,4 5 0,18-2 16,-2 2 0,6 3 0,3-3 0,-2 4 39,0 1 1,13 0-1,-3 1 1,8-1 118,8 0 0,3-1 0,10-2 367,3-3-530,4-6 0,9 3 1,3-8 159,6-5 0,5 4 0,4-5 0,4 2 184,1-1 1,3-7 0,4 4 0,5-2-202,6 0 1,1 1-1,12-7 1,2 1-115,8 0 0,3-1 0,12-1 0,-35 8 0,1 0 0,5-1 0,1 0 0,9 0 0,2 0 0,6 4 0,3 0 0,2 0 0,1 1-103,2 0 1,0 1 0,-4 3 0,1 1 0,5-2-1,1 0 1,-1 2 0,-2 0 102,1 1 0,-1 0 0,-11 0 0,-2 0 0,-1 0 0,-2 0 0,-5 0 0,-2 0 0,-4 0 0,-2 0 0,44 0 0,-1 0 0,-45 0 0,1 0 0,-1 0 0,0 0 0,35 2 0,3 2 0,-14 1 0,-9-1 0,-15-2 0,0-2 0,-5 0 0,-6 0 0,-1 5 0,-2 1 0,-1-1 0,1 2 0,-2-5 0,-2 4 0,-4-5 0,-1-1 0,-1 0 0,-3 0 0,2 0 0,-2 0 0,0 0 0,-2 2 0,1 2 409,-5 1 0,-7 1-2104,4-6 77,-7 0 0,3-2 1618,-7-3 0,-7-12 0,-2-8 0</inkml:trace>
  <inkml:trace contextRef="#ctx0" brushRef="#br0" timeOffset="93">5802 4446 7700,'0'-10'1673,"0"-1"1827,0 0-2487,0-6 0,0 7 2348,0-1-2815,0 7 0,0 4 0,0 11-567,0 3 0,0 8 0,2 2 1,2-1-1,3 3-181,2-1 1,-5-5 0,3 2-1115,0-4 0,-3-3 1316,7-4 0,-8-4 0,5-7 0</inkml:trace>
  <inkml:trace contextRef="#ctx0" brushRef="#br0" timeOffset="94">5737 4120 7932,'-11'0'846,"0"0"1876,-2 0 1,4 0-3039,-2 0 0,8 1 1,-1 3 315,8 1 0,5 8 0,7-4 0</inkml:trace>
  <inkml:trace contextRef="#ctx0" brushRef="#br0" timeOffset="95">6080 4512 7932,'-16'16'291,"5"6"0,0 0 0,0-2 2524,2-2 1,2-2-2121,7 1 1,0-10-911,0-7 0,0-9 0,0-11 0,0-4-34,0-1 1,0 3 0,0-3 0,0-1 69,0 1 0,1-1 0,3-3 0,2 4-11,-3 1 1,4 1-1,-1 3 1,-3-2 758,-1 2 1,4 7-1,1 4 327,2 2 0,-3 1 0,4 6-498,3 0 1,-4 8 0,2 2 0,0 5-258,-2 1 0,4 1 0,-8-1 0,1 0-785,1 1 1,-3-1 0,5 0-5567,-2 1 6210,-2-8 0,3 5 0,1-5 0</inkml:trace>
  <inkml:trace contextRef="#ctx0" brushRef="#br0" timeOffset="96">6260 3907 7816,'-11'5'2242,"2"3"-439,2 1 1,-1-6 0,5 5-1462,-3-1 0,1-3 0,7 6 0,3 3-247,6 2 0,3 8 1,3 5-1,-1 4 56,0 6 1,1-1-1,-1 5 1,1-1-84,-1 1 0,-5-4 0,-2 2 0,0-3-195,0-7 0,-5-8 1,1 0-1,-3-4-4343,-2-2 3413,0-6 1,-6-5 0,-1-9 0,-2-3 63,-4-2 993,-1-2 0,-2-12 0,-1-3 0</inkml:trace>
  <inkml:trace contextRef="#ctx0" brushRef="#br0" timeOffset="97">6211 4283 7816,'-2'-15'378,"-4"5"1,5-5 0,-5 4 408,4-3 0,2 3 527,0 0 1,8 7 0,3-1 0,3 3-722,2 2 0,6 0 0,2 0 0,-1-2-913,1-3 0,0 3 0,-4-4 1,3 5-1523,3 1 1,-6 1 1841,1 5 0,-2-4 0,-3 5 0</inkml:trace>
  <inkml:trace contextRef="#ctx0" brushRef="#br0" timeOffset="98">6668 4169 11054,'9'9'4500,"1"-2"0,-5-5-4196,6 3 0,-2-1 0,2 5 0,0 0-614,-2 0 0,5-4 0,-5 6-117,1 2 0,4-4 0,-3 2 0,4 0-2388,1-2 1,-7 0 0,-2-5-257,0 1 3071,-5 1 0,6-14 0,-8-1 0</inkml:trace>
  <inkml:trace contextRef="#ctx0" brushRef="#br0" timeOffset="99">6832 4054 7807,'0'-11'2434,"0"0"4319,0 8-6086,0-5 1,-2 16 0,-2 3-361,-1 3 0,-2 8 0,3 2 1,-3 1-42,-2 4 0,3 2 0,-5 2 0,0-1-1241,2 1 0,-5 0 0,5-2 0,0-2-2168,3-2 0,-1-13 3143,2 3 0,-1-12 0,6 2 0</inkml:trace>
  <inkml:trace contextRef="#ctx0" brushRef="#br0" timeOffset="100">7110 4218 7766,'-11'10'6366,"0"1"-5902,7-7 0,4 3 0,13-7 1,5-2-612,4-3 1,0 1-1,-6-7 1,0 1-919,1 1 1,-1-6 1064,0 4 0,1-3 0,-1-3 0</inkml:trace>
  <inkml:trace contextRef="#ctx0" brushRef="#br0" timeOffset="101">7028 4070 13815,'16'0'418,"1"-5"0,-1-2 1,0-2-1669,1-4 0,-1 4 1250,0-2 0,1-7 0,-1-8 0</inkml:trace>
  <inkml:trace contextRef="#ctx0" brushRef="#br0" timeOffset="102">7339 3727 7766,'-10'7'529,"3"-3"0,5 5 0,-1 0 569,-3 0 1,1-3 0,5 5 0,0 1-548,0 3 1,0 1 0,0 1-1,0-1-424,0 0 1,2 1-1,1-1 1,3 0 34,-3 1 1,1-1-1,0 0 1,1 1-62,-1-1 0,-2-5 1,-1-2-301,5-2 1,-3 4 26,8-5 0,-5-1 1,5-5 59,1 0 0,3-2 0,1-3 91,1-6 0,-1 2 1,0-2-1,1-2-255,-1-1 0,0 3 0,1 0-1796,-1-2 1,-5 1 2071,0 1 0,-8-11 0,5 4 0</inkml:trace>
  <inkml:trace contextRef="#ctx0" brushRef="#br0" timeOffset="103">7486 3793 8817,'-2'16'1474,"-2"0"-2,-1 1 0,-6-1 0,5 0 0,3 1-447,1-1 0,2 0 1,0 1-1,2 1-859,3 4 1,-1 3 0,5 6-1,0-2-147,0-2 0,-3-5 1,3 3-1,-2 1-958,-3-1 0,3-10 939,-2 1 0,8-10 0,-4 1 0</inkml:trace>
  <inkml:trace contextRef="#ctx0" brushRef="#br0" timeOffset="104">9709 2648 20912,'10'24'1632,"0"3"1,-1 6 0,0 5-1444,2 11 0,3 11 0,-1 11 1,-2 7-1,1 9 0,-5-39 0,-1 0 1,0 4-1,-1 2 100,-2 2 1,0 0-1,0 2 1,1 1-290,-2 3 0,1 1 0,3 2 0,-1-1 0,-2-4 0,0 0 0,-1-1 0,1 0 0,0-4 0,-1 1 0,1-2 0,0 1 0,-1-3 0,0-1 0,-2-4 0,1 1 0,2 1 0,0 0 0,2 41 0,-1-4 0,-2-4 0,-2-10 0,0-3 0,0-3 0,0-14 0,0-3 0,0-3 0,0-4 0,0-8 0,0-9 0,0-1 0,0-4 0,0-2-1501,0-9 0,0-3 1,0-12-1,0-6 155,0-8 0,0 0 1,2-8-1,1-1-178,3-2 1,-1-1 0,-5-3 1523,0-3 0,0-11 0,0-9 0</inkml:trace>
  <inkml:trace contextRef="#ctx0" brushRef="#br0" timeOffset="105">9823 2436 7874,'-16'0'802,"-1"-6"4767,1 1-4699,7-1 0,2 5 0,8-3 0,7-3 0,8-1 0,11-1 1045,10 0 0,4 0 0,8-4-1223,0 3 0,8 0 0,6-2 0,12 1 1,14-2-693,-40 6 0,2 0 0,-3-1 0,2-1 0,4 1 0,1 0 0,-5 3 0,1 1-37,9 1 0,0 0 0,-6 0 0,-1-1 1,3 1-1,-1 1 0,-1 0 0,-1 0 37,1 1 0,-1 0 0,-5 2 0,1 0 0,6 1 0,1 1 0,-2 2 0,0 1 0,-1 2 0,-2-1 0,38 4 0,-9 0 0,-4 0 0,-1-2 0,1-2 0,2-7 0,-4 0 0,-3 0 0,-14 0 0,3 0 0,-10 0 0,-6 0 0,-10 0 0,-8 0 0,-3 0 0,-8 2 0,-10 3 0,-3-3 0,-2 13 0,0-12 0,2 8 73,4 2 1,-5 1 0,5 5 0,-3 2-74,3 7 0,-4 4 0,5 6 0,-2 10 0,1 10 0,5 9 0,-4 15 0,0 3 0,-3-39 0,0 1 0,6 44 0,-6-39 0,0 3 0,0 1 0,1 2 0,1 2 0,1 0 0,-3 1 0,1 0 0,0 1 0,0 1 0,2 0 0,-1-1-27,2 0 0,-1-2 1,-2-6-1,1-1 0,-1 0 1,1 0-1,0-6 1,0 0 26,9 40 0,-4-18 0,0 4 0,1-6 0,3-5 0,-4-8 0,-2-1 0,0-8 0,0-6 0,-4-5 0,4-3 0,-1-4 0,-5-5 0,-1-4 0,-2-2 0,0 1 0,-2-1 0,-3 1 0,-6-1 0,-9-5 0,-4 0 0,-1 0 0,-4-2 0,-6 5 0,-6-5 0,-8 2 0,-2 0 0,-16 0 0,-10 3 0,31-7 0,-2-1 0,-8 0 0,-1-1 0,1 0 0,0 1 0,-9 2 0,-1 0 0,1 1 0,-1-1-253,-1 0 1,0 0 0,-2-2 0,0-1-1,-5 0 1,-1-1 0,-2 1 0,-1-1 202,2 1 1,0-1 0,2 0 0,1 1 0,3 2-1,0-1 1,0-1 0,0-1 47,1 0 1,0-1 0,6 3 0,1-1 0,-5-1 0,1-1 0,8 2 0,2 0-244,4 1 0,4 0 1,-21 3-1,7 0 1,11-1-1135,11-5 0,11 5 1,9-5-1552,8-5 2930,12-5 0,9-2 0,7 2 0</inkml:trace>
  <inkml:trace contextRef="#ctx0" brushRef="#br0" timeOffset="106">10951 2289 14986,'7'23'1426,"4"6"0,3 9 1491,3 11-2644,-1 22 1,-5-23-1,0 4 1,1 11 0,0 3-1,0 6 1,-1 1 0,1 8-1,0 2 1,-2 2 0,0 1-1,-4-25 1,-1 1 0,0 0-479,-1 3 1,-1 0 0,1-1 0,3 26 0,-1 0 238,-4-24 1,0 0 0,-1-2 0,2 17-1,0-2 1,-3-1 0,0-1 0,0-4-1,0-1 1,0-7 0,0-1 0,0-1-1,0-1 477,0-4 1,0-1-587,0 33 0,2-41 0,1-1 0,3 26 0,-1-5 1,0-2-1,3-9 0,-1-1-734,0-5 1,0-10 0,-3 4 0,2-10-1126,-3-11 1149,-1-12 0,-2-31 785,0-13 0,0-11 0</inkml:trace>
  <inkml:trace contextRef="#ctx0" brushRef="#br0" timeOffset="107">9725 3384 9928,'-7'-9'2204,"7"3"0,16-1 0,17 2-1264,8 1 0,23 0 0,18-1 0,-32 0 0,3-1 0,10-1 1,3-1-409,7 1 0,1-2 1,2-1-1,1-2 0,5 1 1,-1-1-1,-3 0 1,-1 0-2657,-2 1 1,-3-1 2123,-13-3 0,0 0 0,18 6 0,2 0 0,-12-2 0,-1 0 0,-1 2 0,0 0 0,0 1 0,-1 0 0,-4 0 0,-2 0 0,0 0 0,-1 1 0,-3 2 0,-1-1 0,-4 0 0,0-1 0,3 4 0,-1 1 0,0-1 0,0 1 278,1-2 1,0 0-1,35 3 1,-4-5-1,-12 4-880,-13 2 0,-12 0 1,-10 0-1383,-7 0 0,-13 2 507,-10 4 1,-13-3-1,-10 10 1,-8 3-3535,-6 4 5011,-9 9 0,-2-3 0,-7 6 0</inkml:trace>
  <inkml:trace contextRef="#ctx0" brushRef="#br0" timeOffset="108">10003 4201 7871,'-17'17'0,"1"-1"3078,0 0-1644,7 1 1,3-8 0,13-4 0,12-3 52,12-2 1,5-2-1,11-3 1,8-6 20,6-4 0,5 1 0,15 1 1,10 0-1509,-41 4 0,0 0 0,-1 1 0,0 0 0,3-3 0,1 0 0,2 2 0,-1 2-55,1 1 0,-1 1 1,0-3-1,0 1 0,1 2 1,0 1-1,2-1 1,1-1 54,0 0 0,0 1 0,-3 3 0,1 1 0,1-2 0,0 0 0,-3 2 0,-1 0 0,1 1 0,-2 0 0,38 0 0,-42 0 0,-1 0 0,0 0 0,0 0 0,46 0 0,-4 0 0,-2 0 0,-5 2 26,-8 4 1,-16-3 0,1 6 0,-10-1-734,-6-5 0,-12 5 1,0-3-1,-6-1-2031,-5-2 1,-2-2 0,-1-2-1456,-1-4 4193,-7 4 0,-9-12 0,-9 5 0</inkml:trace>
  <inkml:trace contextRef="#ctx0" brushRef="#br0" timeOffset="109">9839 6392 16874,'0'16'1092,"8"8"1,2 5-1,7 7 1,3 10 202,2 6-1298,-1 6 1,-4 6 0,-1-4 0,0-6-1,-1-5 1,-4-5 0,-4-8 339,0-7-1860,-5-12 0,5-12 0,-8-12 0,-3-9 0,-3-12-2833,-2-8 4069,-2 1 1,-4-12 0,3 4-1,1-3 1,-2 1 0,0 1 0,1-1 248,1-2 1,0 1 0,-4 1 0,4-4 1061,6-2 0,3 5 0,2-3 0,0 9-33,0 6 0,7 9 0,6 5 0,5 7-355,4 7 0,7 5 0,-4 2 1,3 7-334,-1 8 1,0 2 0,4 9 0,-4 2-251,-5 2 0,-4 4 0,-3 1 1,-4 2-30,-6-1 1,-3-3 0,-2-1 0,0 0 130,0-1 1,-7-6-1,-4-5 1,-6-2-205,-4-3 0,1-5 0,-6-2 0,1-2-873,-1-3 0,6-4 1,0-6-1,6-4-985,3-5 1,2-1-1,-2-1 1907,6 1 0,3-8 0,2-1 0</inkml:trace>
  <inkml:trace contextRef="#ctx0" brushRef="#br0" timeOffset="110">10542 6375 7829,'-22'8'892,"1"3"1,-3 1-1,4 1 1,-4-2 1151,-1 2 1,5 1-1,0 3-1576,7-1 1,1 0-1,6 1 1,2 1-1,3 2-523,1 1 0,7-4 0,4-6 0,3 0-153,3-2 0,1 3 1,2-6-1,3-2-435,3-3 0,-6-6 1,2-2-1,-2-2-4,1-4 1,-8-4 0,2-3-1,-4-1 345,-2 1 0,-6 0 1,3 0-1,-4-2 220,-2 2 0,0 2 0,0 1 0,1 1 784,5 0 1,-4-1 1016,3 1 0,-3 9 0,-2 9-1161,0 12 0,0 4 0,2 8 0,1-1-427,3 1 0,5-6 0,-4 1 0,0-2-437,0-3 0,6-5 0,-2-2-8104,4-2 8410,1-1 0,8-14 0,1-1 0</inkml:trace>
  <inkml:trace contextRef="#ctx0" brushRef="#br0" timeOffset="111">10967 6245 7829,'-16'1'6333,"-1"3"-5538,1 2 1,5 6 0,0-1 0,0 4 368,2 1 1,-3 2 0,6 2 0,3 4-791,1 1 1,2 2 0,0 4 0,2-2-570,3-1 1,4-8-1,9 1 1,2-4-166,2-6 1,0-4-1,-6-7 1,0 0-1326,1 0 1,-1-2-1,-1-3 1159,-4-6 0,-4-9 0,-7-2 1,0 0 247,0-1 0,0 3 1,0-6-1,-2 1-18,-3-1 0,3 5 0,-5-5 1416,-1 2 1,6 3-61,-3 4 0,3 10 0,2 7 0,2 11-233,3 9 0,5 7 0,6 10 0,0 2-52,1 3 0,-1 2 1,-2 5-1,-1 2-321,-2 3 0,-7-8 0,1 1 0,-5-4-392,-5-1 0,-4-7 0,-8-3 0,1-8-1498,0-6 0,-1-9 1,1-5-1,0-8-1886,-1-7 0,6-10 3322,0-7 0,0-10 0,-5-4 0</inkml:trace>
  <inkml:trace contextRef="#ctx0" brushRef="#br0" timeOffset="112">11245 6441 9301,'16'0'1737,"1"0"1,-1-6 0,2 1-240,4 1 0,-4-3 0,4 0 0,-4-1-1204,-2 1 1,-5-5 0,0 2 0,0 0-476,-2-1 1,-2 0 0,-7-7-474,0-4 0,-1 9 1,-7-3-1,-6 3 287,-6 4 0,-9 0 0,3 5 0,-1-1 817,0 1 1,7 2 0,-2 4 0,4 2 426,2 1 1,1 8 0,2-2 0,4 5-193,2 6 0,2-2 0,6 7 1,5 2-391,5 2 0,3 2 0,4 0 1,4-1-1072,5 1 1,-1-6-1,1-1 1,2-3-427,2-3 1,-4-7 0,-1-4 0,-1-2-1532,1-3 2733,-6-10 0,10-10 0,-4-9 0</inkml:trace>
  <inkml:trace contextRef="#ctx0" brushRef="#br0" timeOffset="113">12046 5803 11760,'-16'0'3276,"6"15"1,7 7 0,6 8-2518,8 9 0,9 10 0,2 9 0,0 4-466,2 3 0,-6-11 0,3 6 1,-4-7-1702,-6-4 0,3-13 1,-5-5-1,0-5-4601,-3-6 6009,-4-9 0,-10-4 0,-1-7 0</inkml:trace>
  <inkml:trace contextRef="#ctx0" brushRef="#br0" timeOffset="114">11981 6310 7851,'0'-11'2457,"0"0"1,7 6-1,5-4 1,8 0-1809,8 0 0,6-2 0,8-6 0,7 1-1794,2 0 1,0-1-1,-4 3 1145,-3 3 0,3-4 0,-5 6 0</inkml:trace>
  <inkml:trace contextRef="#ctx0" brushRef="#br0" timeOffset="115">12487 6114 7824,'-16'16'0,"0"1"0,-1-3 0,1-1 2843,-1-2 1,8 0 0,4 7-1949,3 4 1,2-4 0,0 4-1,0-2-824,0 1 0,7-3 1,2 4-1,2-4-329,0-1 1,-2-6 0,4-2 0,-2-2-285,2-3 1,-4-3 0,2-1-424,1 0 1,-3-5 0,1-2 0,-3-2 463,-4-4 0,-1-7 1,-2-2-1,2 2 347,4 2 1,-5-4 0,5 0 0,-4 2 257,-2 2 0,0 2 1,0 0-1,0-1 2117,0 1 1,1 7-915,5 3 0,-3 6 0,7 8 0,-1 6-874,0 6 1,-4 9-1,4-3 1,0 1-923,0 0 1,-3-7 0,3 2-1,0-6-4244,0-5 4733,-5 4 0,10-21 0,-5 4 0</inkml:trace>
  <inkml:trace contextRef="#ctx0" brushRef="#br0" timeOffset="116">12683 5820 7761,'-7'16'499,"5"2"1,-3 2 0,3 4 2507,2 1 1,2-1 0,1 7-2158,3 3 0,7 8 0,-4-4 0,2 0 0,-1 2-578,3 4 0,-4-8 0,0-1 0,-1-3-441,-5-3 1,-1-7-532,-2 0 1,0-15 0,2-10-251,3-12 0,-3-12 1,4 0-1,-5-4 584,-1-2 0,2 0 0,2 1 1,3-1 392,2 0 0,-3 8 1,5 3 176,1 4 1,1 7 0,0 2-1,-2 2 718,1 3 0,-3 2 1,2 4-1,0 3-249,-2 6 1,4 4 0,-6 1 0,0 2-459,1 4 1,-3 4-1,-5 4 1,0 1-171,0 2 0,-7-4 1,-4 9-1,-3-3-398,-3-3 0,1-4 1,-1-3-1,1-1-1713,0-4 0,-1-9 1,1-6 1054,0-3 1,1-6 1010,4-7 0,-3-7 0,5-15 0</inkml:trace>
  <inkml:trace contextRef="#ctx0" brushRef="#br0" timeOffset="117">13108 5754 12407,'0'17'4047,"0"1"0,0 4-2533,0 5 0,6 13 0,-1 7 0,1 7-986,1 5 1,-5 1-1,3 3 1,-3-3-1478,-2-5 1,5-12 0,1-7-3968,-2-6 1,-1-14 2760,3-11 1,-3-16-1,6-5 1,0-4 1869,0-4 1,1 12 0,2-3 0,-1 4 825,2 2 1,1 6-1,3-3 610,-1 4 0,0 8 1,1-1-1,-1-1 78,0-2 0,1-2 0,-1-2 0,1-2-378,-1-1 0,2-10 0,2-1-603,2-10 1,0 3 0,-8-1 0,-1 2 184,-2 1 1,-8-3-1,3 4 240,-4-2 0,-2 0-339,0 6 0,-8 5 0,-3 2-223,-3 2 0,-2 3 0,-1 8 1,-1 3 375,-4 2 0,10 0 0,-5 4 0,3-2-81,-1 2 1,4 3-1,0 4 1,0 4-390,2 1 1,2-3 0,7 5 0,0 2-18,0 2 0,0 2 0,2-1 0,5 1 0,10 0 0,-1-6 0,6-2 0,-2-1 0,1-4 0,-1-7 0,6-4 0,-3-2-198,-3-3 1,4-10 0,-2-5 0,-2-5-3114,-2-6 1,-2 0 3310,1-10 0,-1 3 0,0-11 0</inkml:trace>
  <inkml:trace contextRef="#ctx0" brushRef="#br0" timeOffset="118">5688 5149 19952,'-2'11'1612,"-2"0"-128,-1 2-1277,-8 1 1,11 8-1,-3 2 1,1 1 0,1 4-1,-3 2 1,3 0 49,1-4 1,4 4-377,3-4 1,-1-7 0,6-1 0,3-3 0,2-5 0,3-2-1114,4-5 1013,-4-3 1,11-8 0,-5-4 0,-1-5 0,1-4-1,-4-4 1,-2-1 60,-2-4 0,-1 3 0,-4 1 0,-6-1 123,-3 1 1,-2 3-1,0-5 1,-2 0 86,-3 1 1,-4 3 0,-8 6 0,1 1 56,0 0 0,-3-1 1,-1 3-1,-1 1-32,1 2 1,1 8 0,3-3 0,0 4-609,-1 2 0,7 0 0,-1 2-71,-2 4 1,4 3 0,0 7-3879,1 0 4480,3-7 0,5 6 0,0-6 0</inkml:trace>
  <inkml:trace contextRef="#ctx0" brushRef="#br0" timeOffset="119">6096 5149 7921,'-7'9'1195,"3"4"1,-6-6 2975,-3 3-3567,6-7 1,-1 6 0,10-5-112,4 1 1,-3 3-1,8-5 1,0 4 164,-2 3 1,6-5 0,-6 6 0,2 2 308,-1 1 0,1-3 0,6 0 0,-1 2-1160,0 1 1,-5 3 0,0-3 0,0-1 59,-2-2 0,6-2 0,-6 3 1,2-2-1283,0-3 1,-6-2-1753,6-5 0,-7-2 0,1-3-1213,-3-6 4380,-2-3 0,7-3 0,2 1 0</inkml:trace>
  <inkml:trace contextRef="#ctx0" brushRef="#br0" timeOffset="120">6325 5149 7921,'-11'0'4989,"0"0"-3588,8 0 0,-10 2-221,8 4 0,-3-5 0,5 7-558,-3-1 0,-1-3 1,3 7-1,-3 1-139,-2 3 1,4 1 0,-6 2 0,-2 4 117,-2 5 0,-1-1 0,0 1 0,1 2-943,4 2 0,-3-4 1,5-1-5803,0-3 1962,-6-1 0,15-13 4182,0-3 0,7-5 0,10-1 0</inkml:trace>
  <inkml:trace contextRef="#ctx0" brushRef="#br0" timeOffset="121">6587 5051 9893,'-9'2'3205,"3"4"0,3-5-2479,-3 5 1,2-4-672,-6-2 1,4 0 0,-5-2-19,-2-4 277,6 5 0,-7-9 0,3 7 1290,-4-3-1375,-1 1 1,5 5 0,2 2 0,2 3-116,3 6 1,2 4 0,2 1 0,0 0-27,0 1 1,0-5 0,2 1-1,2 2-327,1-3 1,2 1 0,-3 3-46,1 1 0,6-6 1,-5 0-159,-3 1 1,7-4 212,0-3 0,0-3 1,0-2 112,3 0 0,-4 0 0,2 0 345,2 0 0,1 0 0,1 2 0,-2 1 147,-3 3 0,-4-1 1,5-3-11,2 3 0,-4 5 1,2 6 60,1 0 1,-5 1 0,-1-1-84,-4 0 1,-2 1 0,0-1-209,0 0 1,-2-5 0,-2 0 0,-3 0-251,-2-2 1,0 0 0,-4-5 0,2 1 75,-1-1 1,2-2 0,0-2-1670,-3 0 0,-2-6 0,1-1 1,3-4 1706,5-7 0,-3 2 0,0-8 0</inkml:trace>
  <inkml:trace contextRef="#ctx0" brushRef="#br0" timeOffset="122">6799 5117 7967,'-5'11'3421,"-3"-2"-1631,-1-2 0,6 0 0,-5-3-339,1 1 0,5 3-831,-3-3 0,3-1-22,2 7 1,0-1-1,0 7-296,0-1 1,0 0 0,0 1 0,2-1-26,3 1 1,-1-1 0,5 0 0,-2 1-388,-3-1 0,5-5 0,2-2-112,4-2 0,1-1 1,0-6-102,1 0 1,-1-6 0,-2-1-1,-1-2 211,-2-4 0,-2-3 0,2-4 0,-4-2 389,1 2 1,-7 2 0,5 1 0,-4 1 258,-2 0 0,-6-1 0,-1 1 1,0 0-301,-1-1 1,-4 6 0,1 2 0,-4 0-863,-1 0 1,0 6 0,-1-3-1902,1 4 0,5 2-3462,0 0 1554,7 0 4435,-3 0 0,14 0 0,3 0 0</inkml:trace>
  <inkml:trace contextRef="#ctx0" brushRef="#br0" timeOffset="123">7126 5051 7912,'0'11'6755,"-2"-2"-5185,-3-1 0,3 4-368,-3-1 1,3-2 0,2 2-703,0 2 0,0-4 0,0 2 0,0 2-171,0 1 1,0 4-1,0 2 1,0 2-125,0-2 1,0-2 0,0-1-1,0-1-191,0 0 0,5 1 1,2-3-142,3-3 1,0-4 0,7-7 0,-1 0 104,0 0 1,1-2 0,-1-3 0,0-6-69,1-3 1,-6-5-1,0-1 1,1-1-373,3 1 1,-4-4 0,-2 2-1,0 2 612,0 2 0,-5 2 1,1-1-1,-3 1 265,-2 0 1,0-1 0,-2 3 0,-3 1-57,-6 2 0,2 2 0,-2-2 1,-4 4-351,-5 0 1,2 5 0,-4-4 0,2 5-429,-1 1 1,2 7 0,-2 2 0,2 2-2952,3 0 1,0-2 3369,-1 2 0,1 3 0,0-5 0</inkml:trace>
  <inkml:trace contextRef="#ctx0" brushRef="#br0" timeOffset="124">10232 2697 7875,'-8'9'2381,"7"-1"-709,-7-8-922,8 7 696,0-5 0,-2 5 875,-3-7-2018,3 0 1,-7 0-1,4 0 101,-6 0 1,3-2-69,3-3 0,-4 3 143,-2-4-182,-3 5-186,-3 1 1,6 0-25,0 0 11,8 0 1,-6 0 163,3 0-202,4 0 0,-5 1 1,7 5-84,0 5 1,0 3-1,2 1 1,2-2-77,1-3 0,1 1 0,-6 6-152,0-1 0,5 0-426,0 1 0,3-6 338,-3 0 0,-1-8 0,5 4 1,0-1 340,0-1 1,-4 1 0,6-6 74,2 0 1,2 0 0,3 0 172,4 0 1,-10 2 0,5 1 0,-3 3-98,1-3 0,-4 1 0,-1 0 1,1 3 405,-2 2 1,-1-4-339,-8 6 1,-2 0 0,-4 6-126,-4-1 0,-5-5 1,-1-2-1,-1-2-124,1-3 1,0 3 0,-1 0-1100,1 2-1,0-5-2147,-1 1 0,6-3 2573,0-2 1,8-2 0,-3-3 701,5-6 0,8-3 0,2-3 0</inkml:trace>
  <inkml:trace contextRef="#ctx0" brushRef="#br0" timeOffset="125">10493 2763 9973,'-16'0'1912,"-1"0"1,7 0-1,-1 2 553,-2 3 1,4-1-1745,-2 6 1,7-4 53,-1 5 0,3-6 1,2 6-243,0 2 0,0 1 1,0 3-1,0 1-317,0 4 0,0-4 0,0 4 0,0-2-74,0 1 0,2-4 1,2 1-1,3-5-287,2-1 0,-4-3 1,6 1-442,2-3 0,1-2 1,3-5-1,-1 0 281,0 0 1,-5-2 0,0-1-1,0-4 180,-2-3 0,4 0 0,-8-7 0,1 3 40,1 3 1,-5-4-1,3 4 1,-3-3 328,-2-2 1,-2-1-1,-1 1 1,-3-1-490,3 1 0,-5 5 1,1 2-1,0 0-545,0 0 0,-4 4 0,3-5-3931,-1 3 3616,6 2 1105,-5 5 0,1-8 0,-2-1 0</inkml:trace>
  <inkml:trace contextRef="#ctx0" brushRef="#br0" timeOffset="126">10755 2795 8775,'-17'17'6208,"3"-6"-2660,3 0-3082,-4-8 0,14 6-385,-5-3 0,4-3 0,2 8 0,0 2 424,0 1 0,6 3 1,-1-1 126,-1 1 1,5-7-329,2 1 1,3-5 0,3 3-234,-1-2 1,-5-1 0,0-6-70,1 0 1,3-8 0,1-1-1,-1-2-55,-4 0 1,3 1 0,-5-7 0,2-1 74,0-4 1,-7 4 0,1-4 0,-1 2 198,1-2 1,-3 4 0,2-5-133,-8-1 1,1 11-1,-8-3 1,-2 1-898,-2 1 1,-1 5 0,0 2 0,-1 1-954,1 1 1,-2-3-1,-2 5 1761,-2-3 0,-7 8 0,4 7 0</inkml:trace>
  <inkml:trace contextRef="#ctx0" brushRef="#br0" timeOffset="127">11457 2599 14720,'0'17'1262,"0"-1"0,0 0 992,0 1-2094,0 6 0,6-3 0,1 7 0,0 3 0,3-1 0,-3 0 0,2-4-357,0-1 1,-5-1 0,1-1 0,2-4 0,-1 4 0,-1-6 1,1-3-4477,-1-2 2273,1-7 1,-6 1 982,0-10 0,0 1 1416,0-7 0,-8 0 0,-1-5 0</inkml:trace>
  <inkml:trace contextRef="#ctx0" brushRef="#br0" timeOffset="128">11490 2599 8440,'-11'0'5683,"0"0"-4768,8 7 0,-3-5 0,12 4-221,5-4 1,3-2-1,3 0-511,-1 0 0,0-6 0,2 1 0,2 1 0,2 0-837,-2-1 0,-2 3 0,-1-5 0,-1 1-989,0 1 0,-5 0 1,0 5-111,2 0 0,-4 0 1753,2 0 0,0 0 0,5 0 0</inkml:trace>
  <inkml:trace contextRef="#ctx0" brushRef="#br0" timeOffset="129">11556 2779 7910,'-15'11'718,"2"-2"1,4 0 1017,2 0 1,0-5 0,3 3-256,-1 0 1,1-5-953,9 4 1,5-5-1,6-1 1,0 0-138,1 0 1,-1 0 0,0 0-1,1-1-678,-1-5 1,0 4-1,1-5-1478,-1 0 0,0 5 0,1-5-249,-1-1 1,-1 5 2012,-5-8 0,5 0 0,-6-5 0</inkml:trace>
  <inkml:trace contextRef="#ctx0" brushRef="#br0" timeOffset="130">12013 2583 8361,'-11'0'5619,"0"0"-3886,8 0-903,-4 0-233,-1 0 90,6 0 0,-7 0 675,4 0-941,3 0 1,-7 0-174,4 0 0,3 2 0,-6 1-120,1 3 0,5 6 0,-5-2-4,0-1 0,5 0 0,-3-4 49,3 6 1,0 4 0,-2 1 0,-1 0-77,1 1 1,2-1-1,2 0 1,0 3-81,0 2 0,0-3 0,0 4 0,0-4-248,0-1 0,6-1 1,-1 0-1,1-1-63,1-4 0,-3 2 0,7-8 0,-1 1 15,0 1 1,4-5 0,-3 3 218,4-3 0,-5-4 0,1-2 0,0-3-43,-2-2 0,4 4 0,-6-6 0,1-2 35,-1-2 0,4-1 0,-6 0 28,-1-1 1,3 7 0,-2-1 390,-1-2 0,-2 4 497,-2-2 1,-2 7-598,-3-1 1,1 3-1,-7 2 26,-2 0 1,4 0 0,-2 0 41,-1 0 1,-3 0 0,1 2 0,1 3-66,2 6 1,2-2-1,-4 0 1,2 0-455,-1 1 1,3 0-1,-2 7-1269,-2-1 0,6-5 0,1 0-2493,4 2 3962,2-6 0,-7 7 0,-2-4 0</inkml:trace>
  <inkml:trace contextRef="#ctx0" brushRef="#br0" timeOffset="131">5459 5247 11856,'-7'10'1826,"5"-3"1,2-7 0,11 0-1103,3 0 0,3-2 1,1-2-1,2-3 2779,2-2-3146,7-2 1,-4-7-1,10-2 1,3-2-1,5 0 1,3 1 0,1-3 798,2-1-981,-4 5 0,19-9 0,-4 5 1,2 0-1,1 1 0,-1 3 1,1 2-164,-1 1 0,0-1 0,0-2 1,-4-4-13,-4-1 0,-5 3 0,11-3 0,2-1 0,2 1 0,-5 3 0,0-3 0,-1 1 0,0 4 0,-6 2 0,1 2 0,-7-1 0,-8 1 0,-2-2 0,-2-2 0,3-2 0,-1 2 0,-10 2 0,4 1 0,-2-1 0,-3-4 0,2 4 0,4-3 0,-2 2 0,-1 3 0,-1-2 0,7-2 0,4-4 0,6-1 0,-2 3 0,0-3 0,-1-1 0,1 1 0,-4 3 0,4-3 0,0-1 0,0 1 0,-4 3 0,3-5 0,-1-1 0,-3 3 0,-3 0 0,-3 5 0,0-4 0,2-1 0,-4-3 0,9-3 0,-2 1 0,2-3 0,6 7 0,9-12 0,3-2 0,2 0 0,-4 0 0,5 8 0,-3-1 0,-3 0 0,-4 8 0,-8 1 0,-6 2 0,-6 1 0,-9 4 0,2 6 0,-4-1 0,-7 3 0,0-2 0,-6 7 0,6-1 0,0-3 0,5 1 0,1-2 0,-7 5 0,1-1 0,0 1 0,-2-1 0,6 3 0,-6-5 0,2 1 0,0 1 0,-6-2 0,6 3 0,2-1 0,-4-3 0,2 3 0,-2 1-800,2-7 0,1 6-482,-6-6 0,-1 5 1,-3-3-3202,4 2 0,-5-6 1684,5 3 1,1-5 2798,-1-1 0,6-1 0,-3 1 0</inkml:trace>
  <inkml:trace contextRef="#ctx0" brushRef="#br0" timeOffset="132">9202 2959 11959,'-15'2'4212,"4"3"0,2-3-1459,4 3 1,3-1-2276,-3 1 0,5-3 0,5 4 0,6-4-261,4-2 0,3 0 0,2 0 1,3 0-218,3 0 0,1-6 0,6-1 0,-1 0 0,1-1 0,-6-3 0,1 4 0,1 0 0,1 0 0,-2-4 0,-3 3 0,-1 1 0,-4 0 0,-2 1 0,-2 6 0,1 0 0,-3 2 0,-1 4 0,-2 5 0,-8 3 0,3 4 0,-4 4 0,-2 5 0,-2-1 0,-2 1 0,-3 2 0,-2 2 0,0 2 0,-4-2 0,2-4 0,0 11 0,-5-4 0</inkml:trace>
  <inkml:trace contextRef="#ctx0" brushRef="#br0" timeOffset="133">9611 3269 15799,'-10'8'2779,"3"-5"-2779,7 8 0,-7 0 0,-2 5 0</inkml:trace>
  <inkml:trace contextRef="#ctx0" brushRef="#br0" timeOffset="134">16884 3515 13602,'-9'-2'6747,"3"-4"-2479,5 5-1828,1-7-1633,0 8 0,0-2-807,0-3 0,7 3 0,-3-5 0,5 5 0,0-1 0,0-3 0,-4 1 0,6 5 0,-7 0 0,10 0 0,-12 0 0,13 0 0,-14 0 0,7 0 0,-8 0 0,0 0 0,7 0 0,2-2 0,9-2 0,4-3 0,5-2 0,4 5 0,9-5 0,5 5 0,8-3 0,11 0 0,8 0 0,14 1 0,-39 2 0,0 1 0,44-1 0,-39-1 0,-1-1 0,40 1 0,-43 1 0,1-1 0,-3 1 0,0 1 0,40-3 0,-1 1 0,0-1 0,-8-5 0,-32 8 0,2 1 0,0-2 0,-1 1 0,43-1 0,0-3 0,-6 0 0,-3-1 0,-7 5 0,-10 1 0,-5 2 0,-1 0 0,-5 0 0,-1 0 0,-2 0 0,0 0 0,0 0 0,-7 0 0,-4 0 0,-3 0 0,-2 0 0,-1 0 0,1 0 0,0 0 0,-1 0 0,-1-2 0,-2-2 0,-3-1 0,-3 1 0,-1 2 0,-6 2 0,-7 0 0,-9 0 0,-10 0 0,-7 0 0,-5 0 0,-3 0 0,-10 0 0,-4 0 0,-10 0 0,-15 0 0,-12 0 0,-6 2 0,-5 4 0,9-4 0,-6 3 0,-1-3 0,-6-2 0,-2 0 0,45 0 0,-2 2 0,-3-1 0,-1 1-77,-3 1 1,-2 0 0,-3 0-1,0 1 1,0-2 0,-1 0 0,2 1-1,0 1 101,1 0 0,1 1 0,8-1 0,0 1 0,-7 1 0,0 1 0,2-2 0,1 1-24,-3 0 0,1 0 0,5-2 0,1 0 0,-1-1 0,0 1 0,5-1 0,0-1 0,-37 4 0,17-1 0,5-5 0,6 0 0,4 0 0,10 6 0,-5 1 0,5 0 0,5 0 0,5 6 0,4-4 0,7 2 0,3 0 0,8-7 0,5 3 0,10-7 0,8 0 0,7 0 0,7 0 0,12 0 0,6 0 0,8 0 0,-1 0 0,8-2 0,4-1 104,5-3 1,0-1 0,7 3 0,6-3-105,9-2 0,-44 6 0,2 0 0,7-2 0,2-1 0,3 0 0,2 0 0,2-2 0,2 1 0,5 1 0,2 1 0,4 1 0,2-1 0,4 1 0,1 1-105,2 1 0,0 0 0,-8-1 0,0-1 0,2 1 0,-1 1 0,-4 0 1,-1 0 104,0 1 0,-3 0 0,-8 1 0,-1 0 0,3 0 0,-1 0 0,-3 0 0,-2 0 0,-5 0 0,-1 0 0,37 0 0,-15 0 0,-9 0 0,-9 0 0,-12 0 0,5 0 0,-1 0 0,1 0 0,-14 0 0,4 0 0,-4 0 0,-8 0 0,-4 2 0,-9 3 0,-8-1 0,-8 7 0,-8-6 0,-8 5 0,-2-1 0,-4 0 0,-3-4 0,-8 4 0,-1-2-1775,-5-3 0,9-2 0,-7-2 1775,1 0 0,-15-7 0,0-2 0</inkml:trace>
  <inkml:trace contextRef="#ctx0" brushRef="#br0" timeOffset="135">12602 2697 7850,'11'-5'1462,"-1"-1"1,3 3-1,2 1 1,1 2-1,4 0-26,7 0 0,2 7 0,17 4 0,5 4-225,7 1 0,9 0 0,5 1 0,8 1-627,4 4 0,-2-4 0,-37-8 0,0 0 1,46 6-585,0 0 0,-7-8 0,6 8 0,-42-8 0,1-1 0,-1 0 0,2 0 0,1 1 0,1-1 0,-1-1 0,0 0 0,1 0 0,-1-1 0,0 2 0,-2-1 0,39 3 0,-41-4 0,0-1 0,44 5 0,0 0 0,-12 2 0,-31-3 0,1 1 0,0-2 0,2 0 0,0-1 0,1-1 0,-3 2 0,0 1 0,0-3 0,-2 0 0,44 10 0,-7 1 0,-13 1 0,10-3 0,-1-1 0,0-2 0,-4-6 0,-1 4 0,-2 0 0,-4 1 0,-9-5 0,-8 6 0,-5 0 0,-3-2 0,-13 4 0,0-6 0,-4 2 0,-2 4 0,-8-4 0,1 2 0,-2-1 0,-3 0 0,-6 2 0,2-4 0,-1 1 0,4-6 0,-10 5-150,5-8 0,-8 0-1901,-5 0 1,2-6-1,-6-1 2051,-3-2 0,-9-9 0,-3-8 0</inkml:trace>
  <inkml:trace contextRef="#ctx0" brushRef="#br0" timeOffset="136">16279 3057 11669,'-11'-9'9830,"0"3"-2658,8 5-7172,-4 1 0,14 5 0,4 2 0,3 2 0,8 2 0,0 6 0,-2-1 0,-2 0 0,4-5 0,1 0 0,3 2 0,3 1 0,-4 3 0,1-1 0,-1 0 0,1 1 0,-5-6 0,5 0 0,-3-1 0,-3 0 0,-7 2 0,-2-4 0,2 1 0,-6-4 0,-2 6 0,-3 2 0,-4 1 0,-3 3 0,-6-1 0,-3 0 0,-5 6 0,-1 2 0,-3 1 0,-3 4 0,5-3 0,-5-1 0,3-1 0,3-4 0,1 3 0,3-3 0,1-3 0,5-5 0,1-8 0,3 1 0,-5-3-1250,4-2 1,-2 0-1,5-2 1,-3-3 1249,-2-6 0,5-4 0,-3-1 0</inkml:trace>
  <inkml:trace contextRef="#ctx0" brushRef="#br0" timeOffset="137">17538 2943 15529,'-2'-10'1902,"-3"5"-1501,3 3 0,-7 2-117,3 0-144,4 0 1,-7 0 0,6 2 0,-5 2 119,-1 1-261,-2 8 0,1-10 0,0 8 0,1 2-137,0 2 0,6 1 0,-3 0 133,4 1 1,2-7 0,0 1-35,0 2 0,2 0 1,4 0-1,5-4 46,3-2 0,2-2 1,1-3-1,-1 2-1,0 1 0,1 1 1,-1-6-1,0-2-47,1-4 0,-1 3 0,1-6 1,-3 0 17,-3 0 1,2-2 0,-6-6 86,2 1 1,-5 0-1,1-1 27,-3 1 1,-4 0-54,-3-1 1,-4 1-1,-8 1 1,1 4-292,0 6 1,5 3 0,0 2 0,-2 0-1328,-2 0 1,5 0 0,-1 0 180,-2 0 1,4 0 0,0 2 1398,2 3 0,1 5 0,6 6 0</inkml:trace>
  <inkml:trace contextRef="#ctx0" brushRef="#br0" timeOffset="138">17848 2943 9704,'-11'0'1709,"1"0"1,6-2 0,-3-2 161,-1-1-1341,7-1-328,-7 6 1,8 2-1,0 3 141,0 6 1,0 4 0,0 1-182,0 1 1,0-7-1,0 1-325,0 2 0,0-4 1,2 0-1,2 0-239,1 0 0,8-5 1,-2 1 151,3-3 0,-3-2 0,0 0 82,2 0 0,1 0 362,3 0 0,-6-5 0,-2-2 120,-2-3 1,-2 0 0,-5-7-142,0 1 1,0 5-1,-1 0-191,-5-2 1,3 4 0,-8-2-643,-2-1 0,4 4 0,0 1 0,0 2-1414,0-1 0,3 1-972,-5 5 3046,0 0 0,2 0 0,2 0 0</inkml:trace>
  <inkml:trace contextRef="#ctx0" brushRef="#br0" timeOffset="139">18094 2926 8479,'-17'0'3695,"6"2"-2237,0 3 0,2-1-427,-2 7-527,4-7 1,7 10 67,0-3 1,0 4-443,0 1 1,6 0 0,1-1-193,2-4 1,2-2 0,5-6 9,1 3 0,-7-1 0,1-5 0,2 0 2,2 0 0,-5-5 0,0-2 1,-1-1 91,0 1 1,-4-4 0,4 4 141,-2-2-1,1-2 1,-5-5-8,3-1 0,-1 1 0,-7 1-112,-3 4 1,1-1-1,-7 4-817,-1-1 1,3 6 0,-2-3-1025,-2 4 0,4 2 0,-2 0 1777,-2 0 0,6 0 0,0 0 0</inkml:trace>
  <inkml:trace contextRef="#ctx0" brushRef="#br0" timeOffset="140">18404 3041 8865,'-9'0'5468,"2"0"-6056,7 0-435,0 0 1,0 0 0</inkml:trace>
  <inkml:trace contextRef="#ctx0" brushRef="#br0" timeOffset="141">18437 3024 7898,'-8'9'1140,"5"4"0,-6-6 412,2 2 1,-1-3-1843,3 5 0,5-8-854,0 3 1144,0-4 0,14-10 0,-5-1 0</inkml:trace>
  <inkml:trace contextRef="#ctx0" brushRef="#br0" timeOffset="142">18698 3057 7841,'-14'16'6294,"3"1"-7430,4-8-257,7-2 0,1-7-1167,5 0 2560,-4 0 0,12-7 0,-5-2 0</inkml:trace>
  <inkml:trace contextRef="#ctx0" brushRef="#br0" timeOffset="143">18780 3057 7834,'-9'11'5599,"3"0"-8861,-3-8 3262,8 5 0,-7-8 0,8 0 0</inkml:trace>
  <inkml:trace contextRef="#ctx0" brushRef="#br0" timeOffset="144">19042 2877 9967,'-11'9'1411,"0"-3"-47,7-5-438,-3-1 139,7 0 0,-6 2 216,1 4-1007,-8-4 0,10 7-281,-8-4-176,7-3 0,-5 11 1,5-6 265,-1 2 0,-1-4 0,6 6 203,0 2 1,0-4-442,0 2 0,0 0-119,0 5 1,2-5 165,4 0 1,-3-7 0,8 3 5,2 0 1,-4-5-1,2 3 110,2-3 1,-4-2-1,2 0-70,1 0 0,-3 0 0,0-2-40,-1-3 1,3-4 151,-6-7 0,6-1 1,-6 1 235,-1 0 0,-2 5 0,-2 0 308,0-2 1,0 4-428,0-2 0,-2 7 1,-2-3-125,-1 0 1,-8 5-1766,2-3 0,2 3 23,-2 2 1,6 0-1073,-6 0 2771,0 0 0,-5 7 0,-1 2 0</inkml:trace>
  <inkml:trace contextRef="#ctx0" brushRef="#br0" timeOffset="145">19303 2926 10021,'0'-9'5670,"0"2"-4217,0 7-384,0 0-884,-7 0 0,3 0-80,-7 0 1,8 2-200,-3 3 0,4-1-129,2 7 186,0-8 0,-5 6-108,-1-3 14,1 3 1,5 2-17,0 0 0,0-6-296,0 6 289,0-7 150,0 10-84,0-12 1,0 7-644,0-3-997,0-5-953,0 7-400,0-8 2659,0 0 0,0-8 0,0-1 0</inkml:trace>
  <inkml:trace contextRef="#ctx0" brushRef="#br0" timeOffset="146">19238 2861 15977,'0'11'3167,"0"0"0,0-6-2733,0 6 0,0 0 0,0 5-412,0 1 0,0-1 1,0 0-1,0 1-94,0-1 0,5 0 0,1 1-981,-3-1 1,-1 0 0,-2 1-1239,0-1 1,5-5-386,1 0 497,-1-8 1,-3 5 2178,4-8 0,3-8 0,7-1 0</inkml:trace>
  <inkml:trace contextRef="#ctx0" brushRef="#br0" timeOffset="147">19483 2959 9446,'-17'0'6099,"7"0"-5027,-1 0-482,7 0 1,-9 2-355,8 3 1,-2-1 8,1 7 0,4 0 0,-3 5-347,3 0 0,2 1 0,0-1-135,0 0 1,2-1 0,3-2 108,6-3 0,-2-6 0,0 3 1,1-1 85,-1-1 1,1 1 0,7-6 47,-1 0 1,-5 0-1,0-2 14,2-4 1,-4-1-1,0-6 1,-2 3 150,-3-3 0,-2-2 1,-2-1-1,0 0-161,0-1 1,0 1 0,0 0 0,-2 1-442,-4 4 0,3-2 0,-8 8 0,-2 1-984,-1 3 1,3 1 0,0 0-228,-2 0 1642,-2 0 0,6 7 0,2 2 0</inkml:trace>
  <inkml:trace contextRef="#ctx0" brushRef="#br0" timeOffset="148">19712 2992 11080,'-9'0'5075,"1"0"-2760,8 0-1302,0 0-824,0 7 1,0 2-165,0 7 0,0 1 0,0-1-614,0 0 1,2-5 0,4 0 265,4 2 1,0-4 0,0 0 241,3-2 1,-4 0-1,2-3 202,2 2 1,1-1-1,3-5 217,-1 0 0,-5 0 1,-2-2-1,0-1 35,0-3 0,-3-5 0,3 4-170,-2-2 0,-2-2 0,-5-5 142,0-1 0,0 1 0,0 0 165,0-1 0,-7 6 0,-4 0-611,-3-1 1,-3 4-1,1 3 1,0 3-913,-1 2 1,6 0-1,1 0 1,-3 0-1799,-2 0 2811,6 0 0,-5 7 0,5 3 0</inkml:trace>
  <inkml:trace contextRef="#ctx0" brushRef="#br0" timeOffset="149">7518 8353 10870,'-9'8'9830,"-5"-6"-7838,12 5 1,2-7 0,11 0 0,5 0-1993,6 0 0,-4 0 0,4 0 0,-2 0 0,2 0 0,-4-2 0,4-2 0,-4-1 0,-2 1 0,0 2 0,1 2-1211,-1 0 1,-5 0-1,0 0 1,2-1-1596,1-5 1,-3 3 0,0-7 2805,2 3 0,1-6 0,3 4 0</inkml:trace>
  <inkml:trace contextRef="#ctx0" brushRef="#br0" timeOffset="150">8156 8288 12478,'0'16'6048,"2"-7"-5193,3-3 0,6-4 0,9-4-754,2-4 0,0 3 0,-4-8 1,2 0-1,1 0-373,-1 0 1,-7 0-1,-2-3 116,2 3 0,-4-4 0,0 5 0,-2-5-101,-3-1 0,-2 5 1,-4 2 668,-4 1 0,-5 3 1,-9 5-1,-1 0-2,1 0 1,0 0 0,0 2 0,-2 3 35,2 6 0,0 4 0,2 1 1,-2 0-61,0 1 0,11 4 0,-8 3 0,5 2-166,3 3 0,0 1 0,5 1 1,-1-2-571,1-1 0,4-7 0,5 5 0,6-3-1174,4-3 1,3-1 0,2-5 0,4-3-92,1-6 0,-3-3 1,3-2-1,1-2-1168,-1-3 2783,-5-4 0,18-15 0,-3-1 0</inkml:trace>
  <inkml:trace contextRef="#ctx0" brushRef="#br0" timeOffset="151">8695 8157 9377,'-16'0'0,"-1"0"1352,1 0 0,0 6 0,-1 1 1,-1 2 19,-3 4 0,8 1 0,-4 3 1,3 1-843,-1 4 1,4 3 0,2 6-1,2-2-415,4-2 1,1 0-1,2 4 1,0-3-768,0-7 1,7-8 0,4-4 0,3-2-159,3-3 1,5-4-1,-1-4 1,1-5 262,2-5 1,-10 1 0,4-9 0,-1 4 100,-5 2 1,-1-6-1,2 0 1,-4 0 310,-2-1 0,1 3 1,-5-6-1,3 1 479,-3 0 0,-1 5 0,-2-2 0,0 4 1708,0 1 0,0 10-1041,0 7 1,0 9-1,0 13 1,0 7-262,0 7 1,0 1 0,2 4 0,2-1-1033,1-3 0,6-3 1,-4-3-1,1-4-1560,-1-5 0,6-6 0,-3-5 0,5-5-3230,1-4 5072,8-10 0,-6-1 0,6-7 0</inkml:trace>
  <inkml:trace contextRef="#ctx0" brushRef="#br0" timeOffset="152">9136 8141 9419,'-16'2'0,"0"3"1575,-1 6 1,1-2 0,0 0 0,1 0 778,4 0 1,-3 2-1,3 6-1659,-4-1 1,6 0 0,4 3 0,3 2-62,2 7 0,0-3 1,0 2-1,2 0-616,3-1 1,3 3 0,4-7 0,-1-2-616,2-2 1,1-4 0,3-1 0,1-4-329,4-1 0,-4-3 1,4-7-1,-6-3-3691,-5-6 1,3-6 4615,-3-4 0,4-5 0,1-6 0</inkml:trace>
  <inkml:trace contextRef="#ctx0" brushRef="#br0" timeOffset="153">9235 7814 10746,'9'0'3276,"0"9"1,-6 6 0,3 8-2038,-3 8 1,5 7 0,-1 17 0,0 5-788,0 3 1,1 4 0,-5 1 0,3-1-250,-3-4 0,-1-15 0,0-5 0,2-8 86,1-8-1136,1-11 0,-5-21 1,3-13-1,3-6-300,2-5 1,-3-2 0,3-2 0,0 1 1063,0-1 1,-3 0-1,4 3 1,1 2 602,-2 6 1,6 4 0,-4 4 317,3 3 0,-3 5 0,0 14 0,2 8 65,1 9 0,-3 6 0,-2 2 0,0 2-903,1 3 0,-5-4 0,4 3 0,0-7-1358,0-2 0,-5-8 0,1 1-2532,-3-2 3890,-2-10 0,0-2 0,0-7 0</inkml:trace>
  <inkml:trace contextRef="#ctx0" brushRef="#br0" timeOffset="154">10232 8239 9833,'-9'0'4915,"1"2"-3780,8 3 1,0-1 0,0 7-607,0 2 0,6 3 0,1 4-265,2 2 0,-5 7 0,3-2 0,-2 4 0,3 2 303,1-1 0,-6-1 0,3-2-500,-4-2 0,-2-7 1,1 2-1,3-4-655,2-1 0,-1-1-177,-5 0 1,-2-8 0,-1-8-1,-5-9 173,-1-6 0,6-7 0,-5-1 0,3-3 672,-1-3 1,-4-4 0,4-3 0,2-4 301,3-2 1,1 6 0,0-4 0,0 2 138,0 0 1,7 0 0,4 5 0,3 0-44,3 1 0,1 6 0,4 6 0,5 7 146,4 8 0,1 3 0,1 4 0,0 5-195,-1 10 0,-4 1 1,-3 9-1,-1 2-233,-4 2 0,-9 2 1,-6-1-1,-3 1-1,-2 0 1,0-6 0,-2-2 0,-3 1-45,-6-1 1,-9-5 0,-4 2 0,1-6-1185,-1-5 0,-5-2 0,3-5 0,1 1-633,3-1 0,-1-2 0,1-4 0,4-3 271,5-6 1,0-6 0,8-3 1394,1-1 0,2-8 0,2 3 0</inkml:trace>
  <inkml:trace contextRef="#ctx0" brushRef="#br0" timeOffset="155">10787 8272 7971,'0'11'2329,"0"0"-676,0-8-926,0 4 0,0-5 1114,0 4-935,0-5 0,0 9-739,0-5 0,2 2 1,2 6-1,1-2 1,-1 2 124,-2 1 1,-1-3 0,3 0 466,2 2 1,-1 1-46,-5 3 0,5-7-359,1 1 1,-1-5-181,-5 5 1,0-10 0,0-1 49,0-9 0,0-5 1,0-2-1,0-3-331,0-2 1,0 1 0,0-8 0,2-1 40,4-2 0,-5 4 0,7 2 1,-3 1-2306,1 4 0,6 2 0,-1 2 2370,4-1 0,8 1 0,3 0 0</inkml:trace>
  <inkml:trace contextRef="#ctx0" brushRef="#br0" timeOffset="156">11196 8190 7852,'-27'20'1475,"-1"-4"1,12-3 0,-4 2 0,2-3 3994,5-1-4642,-3-7 1,14 5-1,-3-4-587,3 6 1,2-2-1,2 2 1,1 2-106,3 1 0,6 3 0,-1-3 0,4-1 62,1-2 0,2-2 0,2 4 0,2-4-166,-2-2 0,0-1 1,0-6-1,2 0-108,-2 0 0,-2 0 0,-2 0 0,-1-2-280,-4-4 1,2 3-1,-8-8 1,-1-4 9,-3-5 0,-2 0 1,-5-5-1,-5 1 22,-3 4 0,3 2 0,0 2 0,-2-1-1118,-1 1 0,-3 5 1,1 2-3105,0 2 4546,7 1 0,-6 6 0,6 0 0</inkml:trace>
  <inkml:trace contextRef="#ctx0" brushRef="#br0" timeOffset="157">11637 8206 7825,'-22'11'0,"1"0"0,-1 0 0,6 5 0,-1 1 2388,1-1 1,7 0-1,2 1 1,1-1-1058,1 0 1,1 1-1454,9-1 1,5-1-1,8-4 1,2-6-1,1-3-125,-1-2 1,0 0 0,0-2 0,2-2 39,-2-1 1,-7-8 0,-4 2-318,-2-3 0,4 3 0,-5 0 0,-3-2 637,-1-1 0,-2-3 0,0 1 0,0 0 305,0-1 0,0 6 0,-2 1-124,-3-3 0,3-2 1087,-4-1 0,5 9 0,1 7-580,0 9 0,1 9 0,3 7 0,3 10 23,2 5 0,2 5 0,4 8 0,-2 3-824,-3 2 0,-6 0 0,3 2 0,-1-5 0,-1-4 0,1-13 0,-8-4 0,-4-3 0,-4-7 0,-5-4 0,-1-6 0,-1-3-504,1-5 1,0-6 0,-1-6-1,1-5-1227,0-3 1,-1-10 0,1-3 0,1-4 83,5-2 0,-3-1 1647,7-4 0,-6-4 0,3-7 0</inkml:trace>
  <inkml:trace contextRef="#ctx0" brushRef="#br0" timeOffset="158">11899 8174 11432,'0'16'0,"0"0"2524,0 1 0,0-1 0,0 2-1766,0 4 0,5-4 0,3 4 0,-1-2 74,0 2 0,4-2 1,-6 5-1,1 1-314,1-1 1,-5-5-1,3 2 1,-3-4-326,-2-2 1,0-5-137,0 0 0,0-9 1,0-2-135,0-9 1,0-15 0,0-7 0,0-7 220,0-4 1,2-1-1,2-4 1,3 1-780,2 3 1,0 6 0,4-1 0,-2 4-1803,1 1 1,-3 13 0,2 4-1836,2 1 4272,2 8 0,1 7 0,0 9 0</inkml:trace>
  <inkml:trace contextRef="#ctx0" brushRef="#br0" timeOffset="159">12389 8206 7767,'-16'0'1601,"-1"0"1,1 0-17,0 0 0,-1 6 1,1-1-1,0 1-321,-1 1 1,6-3 0,2 6-894,2 3 1,2 2 0,5 1 0,0 0-193,0 1 0,0 1 1,2 2-1,3 2-168,6-2 1,-2-2 0,2-4-1,2-1 105,1-2 0,2-7 0,1 1 1,-1-3-691,0-2 1,-1-2-1,-2-3 1,-2-8-111,1-7 0,-4 0 0,-3-5 0,-1-1 189,1 1 1,-3-3-1,3-2 1,-3 0 455,-2 3 1,0 7-1,0-2 1,0 4 1074,0 2 1,0 5 343,0 0 0,0 9 0,0 4 0,0 11-280,0 7 1,6 9 0,-1-2 0,-1 4-1097,-2 2 0,3-6 0,0-2 1,1 1-5,1-1 0,-5-5 0,5 2 0,-1-4-2623,-1-1 1,2-8-410,-1-4 0,1-5 1,6-5 3031,-2-6 0,0-11 0,5-4 0</inkml:trace>
  <inkml:trace contextRef="#ctx0" brushRef="#br0" timeOffset="160">12667 8190 10738,'0'18'0,"0"2"0,0 2 1324,0-2 1,0-2 0,0-2 0,0 1-435,0-1 0,5 0 0,1 1 1,-2 1 0,-3 4 1,1-8 0,2 6 2,1 0 1,3-2-1300,-3-7 199,-3 4 0,5-21 1,-7 1-1,2-8-213,3-3 1,-3-2 0,5-2-1,-1-4-39,-1-1 0,3 5 0,-5-2 0,4 4-384,3 1 1,-5 1-1,4 0 883,-2-1 1,6 1 385,-2 0 1,-2 7-1,2 3 121,2 4 1,-4 2-1,0 2-205,-2 4 0,-2 3 1,-5 7-250,0 0 1,6 1 0,-1-1 0,-1 0-174,-2 1 0,-2-1 0,0 0-46,0 1 1,0-6 0,2-2 57,3-2 365,-3-2 0,7-6 1,-5-5-200,1-5 1,1-3-1,-5-3-91,5 1 1,1 0-1,6-1 1,-4 1 108,-2 0 0,4 5 0,-4 2 0,1 0 348,-1 0 1,6 5 0,-3-2 627,5 5 0,1 2 1,-1 5-1,-2 7-928,-3 7 0,-1 5 0,4 8 1,-4-1-166,-1 1 0,2 0 0,-2 0 0,-1-3 0,0-2 0,1-3 0,-5-5-3338,3 2-1578,-1 0 1,-5-21 4797,0-6 0,-7-15 0,-2-5 0</inkml:trace>
  <inkml:trace contextRef="#ctx0" brushRef="#br0" timeOffset="161">14040 8288 7917,'-16'0'238,"-1"0"1,1 0 0,0 2 756,-1 3 0,5-3 0,-1 5 0,-2-1 1,3 1-1,-3 2-383,1 4 0,-1 1 1,2 5-1,4 1 1,2 3-525,3 3 0,2-6 0,2 1 0,0-2-222,0-3 0,13-5 0,4-2-189,1-2 0,5-1 1,1-6-1,0-2 0,1-2-175,0-1 1,-5-8 0,2 2 0,-4-3 187,-1-3 1,-1 1 0,-1-2-1,-5-2 127,-4-2 0,-2-2 1,-1 4-1,3-3 295,-3-3 0,-1 5 0,-4-5 0,-1 2 478,-3 4 0,-1 4 0,3 3 0,-3 4 377,-2 2 0,3 3 0,-3 10-488,2 5 0,2 7 0,5 7 0,1 10 23,5 5 1,-4 3 0,5 6 0,-2 1-68,1-1 0,-1 1 0,-5 3 1,0 2-381,0-3 1,0-8-1,-1-6 1,-5-3 143,-5-3 1,0-6-1,-3-5-1430,-4-2 1,-2-10 0,3-6 0,1-6-579,0-8 0,5-6 1,0-4-1,-2-8 1809,-1-8 0,-3-5 0,1-7 0</inkml:trace>
  <inkml:trace contextRef="#ctx0" brushRef="#br0" timeOffset="162">14465 8239 13281,'0'9'4719,"5"-9"-5815,1-11 0,-1-3 0,-5-3 357,0 1 0,0 5 959,0 0 0,-7 8 0,-4-3 0,-3 4 441,-3 2 0,6 6 0,0 3 0,1 4 182,0 5 1,-2 9 0,6 0 0,3 4-367,1 2 0,2-1 1,0 1-1,2 0-1332,3 0 0,4-3 0,8-2 0,1-8-664,4-8 0,-4 1 1,3-7-1,-2-3-1336,-3-1 2855,0-9 0,1-10 0,-1-8 0</inkml:trace>
  <inkml:trace contextRef="#ctx0" brushRef="#br0" timeOffset="163">14710 7716 11284,'-16'0'4121,"7"7"1,1 6-3185,1 7 1,5 5 0,-3 10 0,3 5-611,2 9 1,2 2 0,2 9 0,1 3-571,-1 6 0,3-9 0,-2 0 0,-1-9-1523,-2-7 1,-2-6-1,0-11-3783,0-5 5549,0-11 0,-7 3 0,-3-5 0</inkml:trace>
  <inkml:trace contextRef="#ctx0" brushRef="#br0" timeOffset="164">14547 8223 9535,'1'-11'4915,"7"2"0,6 0-3924,6 0 0,9 3 0,0-5 1,8 0-1667,6 2 1,-1-5-1,0 5 1,-2-2-1620,-4 0 2294,-9 7 0,11-10 0,-3 5 0</inkml:trace>
  <inkml:trace contextRef="#ctx0" brushRef="#br0" timeOffset="165">15021 8141 7915,'-17'0'701,"3"2"0,1 1 1374,2 3 1,0 5-1,-3-4 1,1 2-1142,2 4 0,6-4 1,-4 2-805,1 1 1,3 3 0,5 1-1,0 1 87,0-1 1,0 0 0,2-1 0,3-2 380,6-2 1,4-1 0,1 5 0,0-2 265,1-2 1,-1-6-1,0 6 1,1 0-531,-1-2 0,-5 5 1,0-3-335,2 4 0,-6-4 0,-2 0-262,-3 1 0,-2 3 0,-2-1 0,-3 1-681,-6 1 0,-4-8 0,-3 8 0,-2-2 2,-2 1 0,-5-6 0,4-3 0,-3-5 416,-3-1 1,5 0 524,3 0 0,-5-7 0,1-2 0</inkml:trace>
  <inkml:trace contextRef="#ctx0" brushRef="#br0" timeOffset="166">8287 9334 7911,'-10'8'2855,"-2"-5"-2014,6 8 0,1-5 1,5 4-1,0 3 1,0 2 25,0 1 0,0 0 0,2 3 0,1 2-771,3 7 0,5 1 0,-4 2 0,0-2-365,0 0 0,1 3 0,-5-8 1,5-2-1,-1-2-718,0-6 1,-1-6 0,-5 1-1833,5-2 0,-4-5 2819,3-13 0,-3-7 0,-2-15 0</inkml:trace>
  <inkml:trace contextRef="#ctx0" brushRef="#br0" timeOffset="167">8336 9154 8658,'-17'0'5016,"6"0"-2333,0 0-3977,8 0-1307,-4 0 0,14 0 2601,4 0 0,3 8 0,3 1 0</inkml:trace>
  <inkml:trace contextRef="#ctx0" brushRef="#br0" timeOffset="168">8548 8991 7911,'-7'16'559,"-4"1"0,-2-1 0,0 2 0,4 2-71,2 2 1,2 5-1,5-1 1,0 3 0,0 7 727,0 4 0,5-2 0,2 6 0,2 1-1189,4 2 0,-4-3 0,0-4 0,0-4-664,1-5 1,-7-15 0,4 1 0,-1-3-549,-1 1 0,1-4 1185,-6 0 0,-7-8 0,-3 5 0</inkml:trace>
  <inkml:trace contextRef="#ctx0" brushRef="#br0" timeOffset="169">8499 9400 14623,'16'0'1453,"1"0"1,1 0-1116,4 0 0,3 0 0,8 0 0,1 0-2595,4 0 0,2 0 0,6 0 2257,-3 0 0,1 0 0,5 0 0</inkml:trace>
  <inkml:trace contextRef="#ctx0" brushRef="#br0" timeOffset="170">9087 9351 7911,'-16'11'811,"0"-1"1,-1 0-1,1 2 1,0-1 259,-1 2 1,1 1 0,0 3-1,1-1-435,4 0 0,-1 1 0,6-1-638,2 0 0,4-1 0,6-2-387,5-2 1,11-8 0,3 3-1,2-5 306,1-1 1,-1 0-1,4 0 1,-2 0 402,-2 0 1,-7 2-1,2 2 1,-4 1 95,-2-1 1,1 3 0,-3 1 604,-3 1 0,-6 2 0,-10 5-811,-6 0 0,-5-5 0,-4-2 0,-4 0-204,-1 0 1,3-5 0,-5 1 0,-1-3 4,3-2 1,0 0 0,5 0-1,-2 0-2001,2 0 1,2-7 0,3-4-3504,4-3 5493,4 4 0,7-11 0,0 3 0</inkml:trace>
  <inkml:trace contextRef="#ctx0" brushRef="#br0" timeOffset="171">10085 9498 8660,'-24'7'1403,"-3"4"0,8-4 1,3-1-1,2-5-423,-1-1 1,6 2 0,2 2-565,-1 1 0,5 3 0,-6-3-45,2 6 1,1 3-1,6 3 1,0 1-102,0 4 0,2-4 0,2 6 1,3-3-195,2 1 1,2-2-1,5-7 1,2-4-286,4-2 0,-2-1 0,5-6 1,-1 0 113,-4 0 0,-2-8 1,-1-3-1,-1-3-606,0-2 0,-1-3 0,-4-1 0,-6-1 387,-3 1 1,-2 2 0,0 1 0,0 1 859,0-1 0,-7 1 0,-4 0 0,-6-1-395,-4 1 1,2 5 0,-2 2-1,3 0-1733,1 0 0,1 5 0,-1-1-1337,1 3 2919,7 2 0,-5 7 0,4 2 0</inkml:trace>
  <inkml:trace contextRef="#ctx0" brushRef="#br0" timeOffset="172">10362 9481 7876,'-11'11'2373,"2"0"-864,2 2 1,-4-4 0,6 2-552,1 2 0,2 1 0,2 2-551,0 1 1,0 1-1,0 2 1,2 2-1,2-2 55,1-2 0,6 0 1,-4 0-1,2 0-103,4-3 1,-4-2 0,2 1 22,2-3 0,1-4 0,3-7-147,-1 0 0,0 0 1,1-1-1,-1-5-30,0-5 1,-5-3 0,0-3 0,2 1-53,2 0 1,1-3-1,-2-1 1,-1-1-332,-2 1 1,-6 0 0,5 0-631,-3-2 0,4 0 0,-6 6-1363,-1-1 754,-2 8 1200,-2 2 0,-2 7-267,-4 0-936,4 7 347,-5-5 1,2 7-4623,-1-3 5695,1-4 0,5 5 0,0-7 0</inkml:trace>
  <inkml:trace contextRef="#ctx0" brushRef="#br0" timeOffset="173">10673 9498 8422,'-9'0'4353,"2"2"-2327,7 3 1,0-1-616,0 7-1252,0-1 1,1 7 0,3-1 0,1 0 0,1 3 0,-1 1-1,3 1-170,1-1 1,-4-1 0,4-3-42,-1 0 0,4 1 0,-1-1 160,4 0 1,1-7 0,0-5 634,1-8 0,-6-5 1,-1-9-1,3-2-480,2-2 1,-4-1 0,0 3 0,1-4-922,3-1 0,-4-1 0,-2-1 1,-2 3-376,-3 1 1,-3 10-1,1-3 1,2 1 1032,1 1 0,1-3 0,-6 1 0</inkml:trace>
  <inkml:trace contextRef="#ctx0" brushRef="#br0" timeOffset="174">10983 9416 7778,'-5'16'688,"0"1"0,-3-1 0,5 0 0,-3 1 863,3-1 0,1 0 1,2 1-1,2-1-1040,3 0 1,-3 1 0,5-1 0,-1 1-68,-1-1 1,2 0 0,-3 1-19,1-1 0,3-5-1738,-3 0 827,-3-8 1,5-3 0,-7-11 275,0-3 0,6-8 0,-1-1 0,1-1-55,1 0 1,0-5-1,6 4 1,-2-2 196,1-1 1,3 8-1,1-1 1,1 2 414,-1 3 0,0 1 1,1 3-1,-1 3 204,0 1 0,1 3 0,-1 7 1,0 3 173,1 6 0,-1 4 1,0 1-1,1 2 22,-1 4 1,-5 3 0,0 8 0,0 0 31,-2-1 1,4 1-1,-8 0 1,-1 0-886,-3-1 0,-1-1 0,0-4-2272,0-5 1,0-9-1,0-6 2377,0-5 0,0-6 0,0-12 0</inkml:trace>
  <inkml:trace contextRef="#ctx0" brushRef="#br0" timeOffset="175">12487 9220 7837,'-9'0'4499,"-4"2"-3623,8 3 0,0-1 0,5 7-335,0 1 0,0-3 0,0 2 0,0 2-138,0 2 1,5 3 0,0 2 0,1 3 26,1 3 0,-3 1 0,5 6 0,0-1-174,0 1 0,-4 0 0,5-2 1,-1 0 69,0 1 0,-6-8 0,5 7 0,-3-6-238,0-5 0,1-7 0,-6-2 0,2 0-303,3-2 179,-3-2 1,11-9 0,-6-3-1,0-8 374,1-7 1,4 0 0,-3-7 0,2-2 141,0-2 0,0 2 1,4-2-1,-3-4-230,-1 1 1,0-2 0,4 1 0,-3-1-977,-1-1 0,-2 12 0,4-6 0,-4 4-1331,-2 1 1,4 12-1,-5-2-4167,-3 1 6224,6 8 0,0-8 0,8 6 0</inkml:trace>
  <inkml:trace contextRef="#ctx0" brushRef="#br0" timeOffset="176">12945 9629 7938,'-7'16'422,"-1"0"0,-3 1 2379,6-1 0,3-5-1577,2 0 1,2-8-403,3 3 1,-3-6 0,6-4 0,-3-3-172,0-2 0,6 3 0,-3-5 0,1-1 27,3-3 1,-3-3 0,2-2-1,0-4-234,-2-1 0,6-2 1,-4-4-1,3 2-317,3 2 1,-5-2 0,3-8 0,3-1-43,0 2 1,0-4-1,-1 2 1,-1 1 19,0 3 1,1 7 0,-1 1 176,0 3-282,-7 8 0,-1 10 0,-8 10 0,0 6 0,0 5 0,0 6 0,0 5 0,0 4 0,0-4 0,0 1 0,0 1 0,0 2 0,0 1 0,2-1 0,1-4 0,3-5 0,-1-4 0,-5-1 0,0-1 0,0 0 0,2-7-451,3-3 1,-1-4 0,5-4-9,-2-4 0,4 3 1,-3-8-1,-1-2 284,0-1 0,0-3 1,-3 1-1,3-2-16,2-4 1,-5 4 0,3-6 0,-1 2 145,-1 1 0,1-3 1,-5 4-1,3-2 291,1 2 0,1 2 1,-6 2 1038,0-1-503,0 1-524,0 7 164,0 2-23,0 7 1,2 5 0,1 2-365,3 3 0,5 0 0,-4 7 0,0-1-35,0 1 0,4 4 0,-3 3 0,1 1 0,3 4 0,-3 4 0,2 3 0,2 4 0,2 2 0,-1-4 0,-1 4 0,-2-2 0,1-4 0,-2-7 0,-1-3 0,-2-3 0,-3-3 0,-1-3-4312,3-6 2504,-5-4 0,7-9 0,-8-3-299,0-6 1,-6 2 0,1-2 2106,1-2 0,-5-9 0,0-3 0</inkml:trace>
  <inkml:trace contextRef="#ctx0" brushRef="#br0" timeOffset="177">12340 9481 7764,'-16'0'1913,"-1"0"425,1 0 0,5 0-1488,0 0 1,9 0 0,4 0-1,13-1 1,12-3 0,9-1 0,8-1-1,5 1 1,5-3 680,6-1 0,0 4 0,4-6 0,3-2-1397,0-1 1,4-3-1,2 1 1,5 0-135,0-1 0,-11-1 0,2 0 0,-2 0 0,-5 3 0,-11 3 0,-15-3 0,-7 2 0,-7 2 0,-11 8 0,-11-4 0,-11 7 0,-5 0 0,-6 0 0,0 5 0,-9 2 0,-7 2 0,-7 4 0,-2 2 0,-13 1 0,-2 0-21,-2 1 1,3-7 0,-1 1-1,-2 2-353,3 2 1,4-4-1,1-1 1,1 3 670,3 2 0,6-1 0,-1-1 0,11-4-193,7-2 0,14-1 1,1-4-87,5 3 1,5-3 0,9 1 0,8-4-19,7-5 0,13-5 0,10 4 0,6-2 0,6-4 0,-1-1 0,10-3 0,5 1 0,4 0 0,-6-1 0,5 1 0,5 0 0,-1-1 0,-5 3 0,-4 3 0,-11 5 0,-12 5 0,-20 1 0,-10 1 0,-5 5 0,-5 5 0,-11 3 0,-10 4 0,-10 4 0,-9 5 0,-8 4 0,-9 0 0,-3-2-824,-2-1 0,-2-3 0,-5 4 0,-1-4 162,1-1 0,12-2 1,6-6-1,3 1 1070,3-1 1,12-5 255,1 0 0,17-8 0,11 3 0,11-4-136,9-2 1,8-6-1,10-1 1,7-2-440,8-4 0,1-3 0,8-4 0,2-4-188,-3-1 0,-4 3 1,1-4-1,-4 3-2788,-7 3 1,-12 4-1,-15 3 2887,-7 2 0,-13 7 0,-9-3 0</inkml:trace>
  <inkml:trace contextRef="#ctx0" brushRef="#br0" timeOffset="178">11523 10168 21015,'5'11'0,"3"0"402,1 2 1,-4-4 0,6 1 0,0 5 132,-2 5-375,6-2 0,-8 8 1,5-6-1,-1 3 0,0 1 1,-2-1-1,-1-3-406,-1-1 0,-3-3-97,6 0 0,-4-1 246,5-4 1,-6-4 345,6-7 1,-5-7 0,3-4 0,-2-4-1,-2-1 1,3-2-227,3-4 1,-2 2-1,0-5 1,0 1-1239,0 4 1,-4 2-1,4 1 1,0 1-1113,1 0 1,-1-1-1,3 3 2327,-1 3 0,0-11 0,5 4 0</inkml:trace>
  <inkml:trace contextRef="#ctx0" brushRef="#br0" timeOffset="179">11964 10233 8479,'0'19'1243,"0"2"0,0-6 0,0 5 0,0 0-167,0-2 1,0 0 0,0-1 0,0-1-727,0 0 1,0 1-1,0-1-3222,0 0 1064,0-7 1,0-9 1807,0-11 0,7-10 0,3-5 0</inkml:trace>
  <inkml:trace contextRef="#ctx0" brushRef="#br0" timeOffset="180">11948 10021 8525,'-6'11'2456,"1"0"0,-1 0-2384,6 5 0,0 0-2791,0 1 2719,0-8 0,8 12 0,1-2 0</inkml:trace>
  <inkml:trace contextRef="#ctx0" brushRef="#br0" timeOffset="181">12193 10364 7790,'-5'26'0,"-1"-5"0,1-2 1061,-3-3 2270,7-7 1,-9-4-2835,5-10 1,3-4-1,-3-7 1,3-1-197,2 1 0,0-2 1,0-2-1,0-4-421,0-1 0,2 5 0,1-2 0,5 4-265,1 1 1,0 1-1,4 2 1,-3 1-2117,3 2 1,2 5 2500,1-4 0,8-1 0,1-6 0</inkml:trace>
  <inkml:trace contextRef="#ctx0" brushRef="#br0" timeOffset="182">12585 9874 7790,'-11'5'2724,"2"2"-985,2 3 1,0-5 0,3 6-1049,-1 2 0,-1-4 0,6 2 0,0 3-221,0 6 1,6 0 0,1 7-1,0 4-272,0 6 1,4-1-1,-3 6 1,-1-2-797,0-4 1,4 0 0,-5-1 0,-3-1-2264,-1-3 0,-2-9 2861,0 0 0,-7-4 0,-2-2 0</inkml:trace>
  <inkml:trace contextRef="#ctx0" brushRef="#br0" timeOffset="183">12471 10217 17043,'7'-14'2265,"4"1"0,4 4-2269,1 1 0,6 1 0,-1 4 0,1-5-733,2-1 1,-1 4-1,7-4 1,-5 1-364,-1 5 0,-1-1 0,-3 1 1100,2-3 0,0 1 0,-6 5 0</inkml:trace>
  <inkml:trace contextRef="#ctx0" brushRef="#br0" timeOffset="184">12814 10119 7789,'-5'11'3027,"-3"0"-2064,-1 1 0,6 3 1,-5 1-422,1 1 0,5-1 0,-3 0 0,3 1-71,2-1 0,0 0 0,0 1 0,0-1 92,0 0 0,0 1 1,0-1-1,2-1-252,3-4 0,4 1 0,8-6-39,-1-3 0,-1-3 0,-3-3 0,-1-5-286,2-1 1,-4-1 0,0-7 0,0 1-1001,0-1 0,-3 1 1,3 0-1,0-1-2058,0 1 0,-4 0 3072,6-1 0,0 1 0,6 0 0</inkml:trace>
  <inkml:trace contextRef="#ctx0" brushRef="#br0" timeOffset="185">13223 10152 7784,'-17'1'824,"1"5"1,0 3 0,-1 6 0,1-3 342,0-1 1,1 0 0,2 5 0,3 1-630,-3-1 0,6 0 0,1 1 0,4-1-540,2 0 1,0-5 0,2 0-688,4 2 0,3-6 0,7-1 207,0-4 1,1-4-1,-1-2 1,-1-3-50,-5-2 1,3-2 0,-6-6 146,2 1 0,-5 0 1,2-1 436,-5 1 1,-1 0 0,0-1 1006,0 1 1,2 2-1,2 1 1912,1 2-2564,1 7 0,-4 4 1,1 11-1,3 4-315,-3 1 0,5 0 0,-3 1 0,0-1-1743,3 0 1,-5 1-1050,8-1 0,-5-7 2699,5-3 0,-8-5 0,4-1 0</inkml:trace>
  <inkml:trace contextRef="#ctx0" brushRef="#br0" timeOffset="186">13353 9890 7778,'-9'2'2457,"4"3"1,3 4-1,2 8 1,0-1-1260,0 0 1,6 3 0,1 2 0,2 8-611,4 8 0,-1-1 0,1 6 0,-4-2-816,-2-4 0,4-1 0,-5-4 0,-1-2-4461,2-2 4689,-5-14 0,6 8 0,-8-11 0</inkml:trace>
  <inkml:trace contextRef="#ctx0" brushRef="#br0" timeOffset="187">13877 10086 7888,'-10'8'4040,"3"1"-3039,7 7 1,0 0 0,0 1 0,2-1-566,3 0 1,-1 8-1,5 3 1,0 4-53,0 2 0,-3-6 1,3-2-1,-2 1-230,-3-1 0,-1-10 0,1 1-947,1-1 1,8-10 0,-4-7-198,0-12 1,0-10 0,-5-10 0,3-3 636,2-1 1,-3-2 0,3 4-1,0-2 245,0 1 1,-3 3 0,3 3-1,0 4 113,0 5 0,-4 11 1,6 6 1397,2 3 1,0 16 0,-1 8 0,-3 9-840,-1 7 0,2-3 0,-4 3 0,-1-4-432,3-1 1,-7-7 0,7-5 0,-3-3-601,1-1 1,1-8-150,-2-4 1,-1-5 0,5-5 0,-2-6-277,-3-4 0,3-3 1,0-2-1,1-1 943,-1 1 1,4 7 0,-6 2 0,1 0 60,1 2 1,-3 2 77,7 7 1,-6 0-1,4 2 1,-2 3 804,-3 6 0,3 3 0,-1 3 1,-1-1-1434,2 0 0,-5 1 0,4-1-1391,-4 0 0,3-5 1830,0 0 0,1-7 0,-6 3 0</inkml:trace>
  <inkml:trace contextRef="#ctx0" brushRef="#br0" timeOffset="188">14481 10217 8909,'17'0'4076,"-1"0"1,-5 0-4462,0 0 277,-8-7 1,5-2 214,-8-8 1,-2 1 556,-4 0 1,3 7 0,-8 3 175,-2 4 0,-1 2-655,-3 0 1,3 2 0,3 4-1,4 4 0,-1 5 1,7 3 0,-5 2 0,4 2-578,2-2 1,0 0 0,0 2-914,0 5 1,6-9 0,1-3 0,2-6-3895,4-6 5199,1-1 0,10-9 0,1-2 0</inkml:trace>
  <inkml:trace contextRef="#ctx0" brushRef="#br0" timeOffset="189">14645 10119 7814,'0'16'2236,"0"1"-1612,0-1 1,0 0 0,0 1 695,0-1 1,0 0-1,0 1 1,0-1-732,0 0 0,0-5 0,2-2 1,1 0-379,3 1 0,-1-5-675,-5 6 1,2-7 87,3 1 1,-3-10 0,4-6 0,-5-4-389,-1-1 1,6-2 0,1-2 0,0-2 650,1 2 0,4 2 1,-3 1-1,2 1 716,0 0 0,-5 7 1,5 3 249,1 4 0,3 2 0,-1 2 72,-3 4 1,2 3-1,-8 7 1,-1 0-872,-2 1 0,0-1 0,1 0-547,3 1 1,-1-1-2816,-5 0 2894,0-6 1,0-5 1115,0-10 1,2 3 0,3-4 285,6 4 1,-2 4-1,2 4-135,2 5 0,-6-2 1,-1 2-1,-3-1-408,3 0 0,-4 4 0,5-5-5895,0 0-367,-5 6 5817,5-13 0,1-2 0,1-9 0</inkml:trace>
  <inkml:trace contextRef="#ctx0" brushRef="#br0" timeOffset="190">15233 10152 7776,'-16'0'1572,"5"0"1,0 0-513,-2 0 0,-1 0 0,-1 1 601,4 5 0,-1-2 0,4 5 1,1 0-685,0 0 0,1-4 0,5 6 0,-3 2-876,-2 1 1,1-3 0,5 0 0,0 2-234,0 1 1,2-3 0,3 0-121,6 2 0,-2-6 0,2-1 0,2-5-388,1-1 0,-3-1 1,0-3-1,0-3 315,-2-2 0,4 3 0,-6-5 1,0-1 336,1-3 0,-3 4 1,-5 0-1,0-1-20,0-3 1,0 4-1,0 0-93,0-1 1,0-3 0,-2 0-1426,-3 5 1,1-3-1273,-7 7 1,6 1 2797,-6 5 0,7-7 0,-3-2 0</inkml:trace>
  <inkml:trace contextRef="#ctx0" brushRef="#br0" timeOffset="191">15282 10135 7773,'0'17'0,"6"-6"0,-1-1 1202,-1 3 1,-2-4-1,-1 2 137,5 2 0,-4-4 0,3 2-391,-3 2 0,0-1 1,1 1-1,3-2 221,-3 2 0,-1-4-898,-2 2 0,2-8-154,3 3 0,-3-12 0,4-5 0,-4-3-370,-2-3 0,0-4 0,1-3 0,3-1-788,1-4 0,3 3 0,-5 1 0,3-1-552,-3 1 1,5 5 0,-1-2 1592,2 4 0,2 2 0,5-1 0</inkml:trace>
  <inkml:trace contextRef="#ctx0" brushRef="#br0" timeOffset="192">15478 10070 8212,'0'16'0,"0"1"1028,0-1 1,0 0 0,0 1 0,0-1 226,0 0 0,0 1 0,0-1-1103,0 0 0,8 1-72,2-1 0,5-7 174,1-3 0,1-5-570,-1-1 1,-7-1 0,-2-3 0,-1-3-463,-1-2 0,1 3 1,-6-5-1,2-1 408,3-3 1,-3-1 0,3-1-1,-3 1 162,-2 0 0,0-1 0,0 1 1081,0 0 0,0-1 1452,0 1-1529,0 0 0,0 8 0,2 8 0,2 9-79,1 6 0,6 7 0,-4 1 0,2 3 122,4 3 1,-4 2 0,0 1 0,0 1 3,0 0 1,-5-1 0,1 1 0,-3 0-916,-2 0 0,-2-1 0,-5 1 0,-7 0-545,-6-1 1,-9-4 0,3-3-1,-1-1-1591,0-4 1,-2-4 0,-8-5 2207,-1-6 0,-7 4 0,3 0 0</inkml:trace>
  <inkml:trace contextRef="#ctx0" brushRef="#br0" timeOffset="193">8712 11231 7777,'-17'0'765,"3"1"0,1 3 0,2 1 1861,-2-1-2282,-1-2 1,3 3 0,0 1 0,0-1 0,0 1 0,2 1 731,2 2-1098,1 2 0,6 5 0,0 1 0,0 1 0,0 2 0,2 2 0,4-1 18,5 3 0,1-6 1,1 2-1,-2-5-374,2-4 0,1-6 0,2 4 1,1-2-7,-1-3 1,1-9-1,-1-6 1,-2-4 100,-3-1 0,2-2 0,-8-4 0,1-4-253,1 1 0,-5-6 1,3 6-1,-3-3 470,-2 1 1,0 11-1,0-4 1,0 0 675,0 2 0,-5 5 0,-2 4 1196,-3 2 1,7 3-1014,-3 9 0,5 6 0,1 9 1,0 4-207,0 1 1,1-3-1,5 4 1,3-1-619,0 0 1,6-3 0,-5 4-1,5-3-166,1-3 1,-5-7-1,0-2-3296,2 2 0,1-6 3493,3-2 0,-1-17 0,0-7 0</inkml:trace>
  <inkml:trace contextRef="#ctx0" brushRef="#br0" timeOffset="194">9022 11263 7777,'0'17'963,"-2"-1"0,-1 2 1,-3 2 115,3 2 0,1 2 1,2-5-1,0 3-542,0-2 0,0 4 1,0-2-1,0-2 106,0-2 1,2-4-1139,3-3 1,-1-5 0,5-12 125,-2-5 1,4-5 0,-4-4 0,0-4 6,1-1 1,-1 5 0,-2-4 0,4 3 498,1-1 0,2 5 0,-4 8 1,-1 0 1732,0 0 1,6 6-1,-2-3-1288,3 4 0,3 10 1,-3 4-1,-1 6-885,-2 4 0,-2 0 0,2-6 0,-4 1-716,0-1 1,-5-5 0,3 0-2231,-3 2 0,-2-8 3249,0-5 0,0-7 0,0-10 0</inkml:trace>
  <inkml:trace contextRef="#ctx0" brushRef="#br0" timeOffset="195">9431 10953 9031,'0'-9'3553,"0"3"0,2 12-2513,3 4 1,-1 7 0,6 5 0,3 5-336,2 4 1,1 11-1,0 3 1,1 6-432,-1 1 1,0-4-1,1 4 1,-3-6-877,-3-8 0,-2-16-1237,-3-6 0,-4-12 520,3-4 0,-10-8 1,-6-8-1,-4 0 773,-1-1 1,-1 6 0,1 1-1,-2-1 445,-4 2 0,4-4 0,-4 7 0,4 1 737,2-2 1,-1 5 0,1-4 0,0 5 407,-1 1 0,6 1 0,2 5 1,2 5-165,3 3 1,3 5-1,2 0 1,5 3-583,5-2 1,5 0-1,4 0 1,4 0-1141,1-5 1,-3-1-1,3-8 1,1-3-3517,-1-1 4358,2-2 0,6-7 0,0-2 0</inkml:trace>
  <inkml:trace contextRef="#ctx0" brushRef="#br0" timeOffset="196">10689 11263 7741,'-9'8'1716,"0"-7"0,5 7 324,-1-1-1812,0 2 0,5 2 0,0 0 1,0 3-1,0 4 0,0 6 1,1 3 1186,5 8-1336,3-2 0,7 12 0,-1-5 1,-2 0-1,-3 0 0,1-4 1,-2-3-563,-3-6 0,1-3-742,-1-8 1,-1-9-1,-7-9 509,-3-12 0,3-10 1,-5-8-1,1-3 446,1-3 0,-6 3 0,5-4 1,1 0 494,-2 1 0,5 0 0,-4 5 0,5 1 461,1-1 1,0 8-1,0 1 1,0 2 25,0 0 0,1 6 0,5 7 0,5 2-263,3 3 1,3 2 0,-1 4-1,0 3-106,1 6 1,-1 6-1,0 3 1,1 2-161,-1-3 1,-7 5 0,-3-2-1,-5-2-9,-1-2 0,0 4 0,0 0 0,-1-2-47,-5-2 0,-1-7 0,-6 0 1,2-1-668,-1 0 0,-3 2 0,-1-6 0,-1-3-1,1-1 0,0-2 1,1-2-2758,4-3 1,4-4 3297,7-8 0,0 1 0,0 0 0</inkml:trace>
  <inkml:trace contextRef="#ctx0" brushRef="#br0" timeOffset="197">11147 11263 7741,'-16'6'2551,"-1"1"-1398,1 2 0,0-3 0,-1 4-611,1 3 0,5 0 1,2 0-1,0-3-268,0 3 0,5 2 0,-1 1 0,3 2-377,2 4 0,0-4 0,2 4-270,3-4 0,4-7 1,8-2-1,-1-2-95,0-3 0,1-4 0,-1-5 1,0-6 35,1-4 0,-3-1 1,-1-1-1,-4 1 177,-2 0 1,4-6-1,-5 0 1,-1 2 363,2 2 0,-5 2 1,3-1-1,-3 1 58,-2 0 0,2 5 2327,4 0 1,-5 9-1818,5 2 0,-4 13 0,-2 10 0,1 1-781,5 0 1,-2 3 0,5-5 0,0-2-570,0-2 1,-4-2 0,6 0-315,2 1 1,1-8-1,3-4 987,-1-3 0,0-2 0,1 0 0</inkml:trace>
  <inkml:trace contextRef="#ctx0" brushRef="#br0" timeOffset="198">11605 11280 8088,'-17'0'881,"1"0"1,5 0 0,0 0 7,-2 0 0,-1 5 0,-1 2-572,4 2 0,2-3 1,6 5-1,-3 3-16,3 6 1,1-2-1,2 4 1,0-4-406,0-1 1,0 1 0,2 0 0,3 0-407,6-3 0,2-8 0,-1 2 0,-1-2-594,2-3 1,2-4 630,1-5 0,-2-5 0,-3-6 369,-5 0 0,-4-1 0,-2 1 0,0 0 223,0-1 1,0 1 0,0 0 0,0-1 262,0 1 0,0 0 0,-2 1 0,-2 2 306,-1 3 1,-1 4 169,6-5 0,8 8 0,1-1 16,0 8 1,5 10-1,-5 10 1,2 1-434,0 4 1,-2 4 0,4 3-1,-4 4 221,-2 2 0,0 0 0,-3 1 1,2-3-159,-3 0 1,-1-7-1,-4 0 1,-3-8-1143,-6-1 0,2-13 1,-2 1-729,-2-3 1,-1-9 0,-3 0 0,1-9 206,0-5 0,-1-4 0,3-4 0,1-5 1159,2-4 0,7-9 0,-3-2 0</inkml:trace>
  <inkml:trace contextRef="#ctx0" brushRef="#br0" timeOffset="199">11801 11394 7741,'16'0'661,"0"0"1219,1 0 1,-1-2-1,0-1 1,1-3-1191,-1 3 1,-5-7 0,0 1 0,2-2-466,1 1 0,3-1 0,-3-6-256,-3 1 0,-4 0 0,-7-1-55,0 1 0,0 5 0,-2 2-60,-3 2 1,-4 1 0,-7 6 0,-1 0 365,1 0 1,5 0 0,0 0 0,0 2 374,2 3 1,-5 5 0,4 6 0,1 0-137,4 1 0,1 4 0,1 1 1,-3 0-168,3 2 1,1-6 0,2 4-1,0-4-900,0-2 0,7 0 1,4 1-1021,3-1 0,3-7 0,-1-3 1628,0-5 0,8-1 0,2 0 0</inkml:trace>
  <inkml:trace contextRef="#ctx0" brushRef="#br0" timeOffset="200">12945 10904 9619,'-11'0'3276,"0"0"1,7 1 0,-1 5-2592,3 5 0,4 11 0,2 3 0,3 4-118,2 4 1,-4-2-1,6 10 1,2 1-747,2 0 1,-5-4 0,0 2 0,-1-4-332,0-5 0,-6-7 0,3 1 0,-3-1-519,3-4 1,-6-9-1566,0-6 2594,-7-3 0,-17-16 0,-1-5 0</inkml:trace>
  <inkml:trace contextRef="#ctx0" brushRef="#br0" timeOffset="201">12847 11198 12895,'16'0'2711,"2"0"1,4 0-2372,5 0 0,6-6 1,5-1-1,8 0-772,6 0 0,1-1 0,3 3 1,-1-4 580,-3 0 0,-12 0-149,4 3 0,-8 4 0,-3-5 0</inkml:trace>
  <inkml:trace contextRef="#ctx0" brushRef="#br0" timeOffset="202">13452 11132 7781,'-17'6'432,"1"-1"1,0 6 0,-1-5 0,1-1 72,-1 2 0,7-3 0,-1 5 0,-2 0 99,-2 0 0,1 2 1,1 4-1,4-1-356,2 3 1,-4-8-1,6 11 1,1 0-287,2-2 0,2-5 0,2-3 0,3 3-127,6 2 1,-2-6 0,2-2 0,2-2-25,1 1 0,3-1 0,-1-5 0,0-1-67,1-5 1,-6-1 0,-2-8-1,0 1 3,0-4 0,-5-2 0,3 3 0,-2 1 11,1 0 0,-1-1 1,-5 1-1,2 0-4,3-1 1,-3 1 0,4 0 2152,-4-1 0,-2 6-489,0 0 0,0 10 0,0 1-888,0 9 0,0 5 0,0 3 0,1-1-319,5 0 1,-4 1 0,5-1 0,-2 0-879,1 1 1,1-3 0,-1-1-5314,4-2 5980,-2-8 0,6 5 0,-5-8 0</inkml:trace>
  <inkml:trace contextRef="#ctx0" brushRef="#br0" timeOffset="203">13664 10871 11641,'-5'11'1283,"-1"0"0,1 0 1,5 5-1,0 0-740,0 1 1,0 4 0,0 3 0,2 3-75,3 8 1,-3-2 0,5 5 0,-2-4-321,1-1 1,-1 0-1,-3-4 1,2-4-842,1-3 0,1-13-189,-6 7 0,0-12 0,0-4 364,0-9 1,2-6-1,1-1 1,3 0 334,-3-1 1,6 1 0,0 0 0,2-3 386,0-2 1,0 8 0,5-2 0,3 4 208,2 2 1,-2 6-1,2-3 1,-2 4 96,-3 2 0,0 0 0,1 2 1,-1 2-139,0 1 0,-5 8 0,-2-2 0,-2 5-68,-3 6 1,-4-4 0,-4 4-1,-5-2-271,-5 2 1,1-8 0,-10 5-1,1-3-52,0-3 1,-5-2-1,5-1 1,0-4-1661,-1-4 1,4-2 0,-2 0-1,2 0-2529,3 0 4207,7-8 0,-6-8 0,6-9 0</inkml:trace>
  <inkml:trace contextRef="#ctx0" brushRef="#br0" timeOffset="204">14073 10936 8898,'-11'6'2018,"0"-1"0,7 8 1,-1-2-1,3 3-954,2 3 0,0 1 0,0 2 0,0 5-439,0 6 1,0-5-1,0 10 1,0 0-854,0-1 0,0-1 0,0-3 0,0-4-2500,0-5 0,0-4-358,0-1 1,5-10 0,3-7 3085,1-9 0,2-6 0,5-1 0</inkml:trace>
  <inkml:trace contextRef="#ctx0" brushRef="#br0" timeOffset="205">14220 11231 7767,'11'0'550,"0"0"568,1 0 0,3 0 1,1 0-1,0 0-391,1 0 1,-4 0 0,-1-2 0,5-2-474,1-1 1,-9-8 0,7 2 0,-1-3-208,-1-3 0,-3 1 0,-2-1 0,-2 1-53,-3 0 1,3 5 0,-1 0 51,-3-2 1,-3 1 0,-5 1 0,-6 5 781,-3 4 1,3 2 0,0 0 0,-4 0-322,-5 0 0,8 8 0,-5 1 1,3 2-115,-1 0 1,-1-1 0,1 7 0,3 1 28,1 4 0,5-4 0,-3 4 0,2-4 10,3-2 0,2 2 1,2 2-1,0 4-118,0 1 0,8-3 0,3 2 0,3-2-314,2-2 0,3-11 0,1 7 0,1-3-429,-1-4 0,4-2 1,0-7-1,-1 0-257,1 0 0,-1-9 1,-3-6-1,2-6 686,-2-5 0,-2-1 0,-1-6 0</inkml:trace>
  <inkml:trace contextRef="#ctx0" brushRef="#br0" timeOffset="206">7437 12489 7767,'-9'8'2350,"-6"-5"0,4 6 4051,-3-1-5657,5-3 1,9-5-1,10 0 583,5 0 0,1 0 1,1 0-1,1 0-762,4 0 0,-2 0 0,7 0 1,2-2-566,2-3 0,-4 3 0,0-5 0,0 1 0,-1 1 0,-1-1 0,-7 4 0,1-1 0,-5-3 0,-1 1 0,3 5 0,-7 0 0,-9 0 0,-11 0 0,-3 0 0,-2 0 0,-6 0 0,-2 0 0,1 0 0,-1 0 0,-5 5 0,3 1 0,-1-3 0,0-1 0,5-2 0,-3 2 0,1 2 0,4 1 0,0 1 0,0-6 0,-2 1 0,2 5 0,8-4 0,1 5-1056,-2 0 0,0-3-4051,2 7 5107,4-8 0,14-3 0,3-9 0</inkml:trace>
  <inkml:trace contextRef="#ctx0" brushRef="#br0" timeOffset="207">8270 12489 20630,'0'18'400,"0"2"1,0 2 0,0 0-2320,0 2 1563,0-6 0,0 5 1,0-6-1,2-1-7886,3 0 6913,-3-6 1329,13-10 0,-13-17 0,5-8 0</inkml:trace>
  <inkml:trace contextRef="#ctx0" brushRef="#br0" timeOffset="208">8254 12228 7890,'0'-17'0,"0"7"3629,0-1-2245,0 0-3466,0 2 2082,0 1 0,7 16 0,2 1 0</inkml:trace>
  <inkml:trace contextRef="#ctx0" brushRef="#br0" timeOffset="209">8483 12538 7890,'-9'40'960,"-6"-5"0,6 1 0,-2-7 43,0-7 1,8-9-1,-3-2 1827,4 1-2847,2-4 1,0-8 0,0-11-1,2-6-186,4-4 1,-3 1 0,8-6-1,0 1-10,-2-1 0,6 6 0,-6-1 1,2 2 116,-1 3 1,0 0 0,2 1-1,-1 4 758,2 6 1,-4 3 0,2 2-1,2 0 248,1 0 0,1 9 0,-3 6 0,-1 6-520,2 5 0,-4 1 0,0 4 0,-2-2-159,-3-2 0,-2-5 1,0 2-1,1-4-4517,3-6 895,-1-1 1,-5-6 3390,0-7 0,7-14 0,3-12 0</inkml:trace>
  <inkml:trace contextRef="#ctx0" brushRef="#br0" timeOffset="210">9284 12162 8854,'-6'11'2175,"1"0"1,-6 0-1,5 5-1180,3 1 1,1 6-1,4 5 1,1 4-406,3 6 1,7 4 0,-4 7 0,1 2-81,1 4 0,-5-10 0,3 4 0,-2-5-1342,-3-8 0,3-5 0,-1-15-1551,-3 1 0,-1-10-3460,-2-7 5843,-7-7 0,-2-10 0,-8 1 0</inkml:trace>
  <inkml:trace contextRef="#ctx0" brushRef="#br0" timeOffset="211">9251 12489 7887,'0'-11'2457,"0"1"1,2 6-1,3-2 1,6 5-1336,4 1 0,1 0 1,0 0-1,2 0-2481,4 0 1,-4-6 1358,4 1 0,4-8 0,-1 4 0</inkml:trace>
  <inkml:trace contextRef="#ctx0" brushRef="#br0" timeOffset="212">9529 12162 9669,'0'24'1650,"0"-9"1,0 4 0,0 3 103,0 2 1,2 3 0,3 6 0,4 1-1123,0 4 1,6-1-1,-6 5 1,2-1-241,0 1 0,-8-6 0,3 3 1,-3-5-471,3-1 0,-4-11-430,3-1 1,-5-12 0,-5 4-283,-6-9 1,3-4 0,3-15 0,3-3 177,2 0 0,0-7 1,0-1-1,2-1 775,3 0 0,3 1 0,4-1 1,-1 5 519,2 4 1,2 7 0,3 2 261,3 2 0,-6 3 0,3 10 0,0 4-237,1 5 0,-7 9 1,6 1-1,-5 2-484,0 1 0,-6-7 0,0 5 1,-1-1-1791,-1 1 1,1-12-1,-6 2 308,0-1 1258,0-8 0,-8-14 0,-1-11 0</inkml:trace>
  <inkml:trace contextRef="#ctx0" brushRef="#br0" timeOffset="213">9954 12669 9710,'16'0'6843,"0"6"-5702,1-1 1,-1 2 0,0-3-551,1 1 0,-1 1-281,1-6 1,-7-6 0,-1-1-917,-1-2 0,-3-2 428,-5-5 1,0-1-1,-2 3 1,-1 1 537,-3 2 0,-6 6 1,1-4 466,-4 1 1,-1 3-1,-1 5-259,1 0 1,5 7 0,2 4-1,0 4 98,0 1 0,5 0 0,-1 3 0,1 1-666,-1 1 0,3 8 0,-3-3 0,3 1 0,2 0 0,5-7 0,2 2 0,3-4 0,2-1 0,-3-6 0,2-2 0,4-2-2254,5-3 1,-2-3-1,4-2 2254,-4-5 0,-2-3 0,1-7 0</inkml:trace>
  <inkml:trace contextRef="#ctx0" brushRef="#br0" timeOffset="214">11196 12359 9471,'-16'1'0,"-1"3"1229,1 1 0,5 1 0,0-6 521,-2 0-1346,6 0 1,-7 0 0,3 0 0,-4 0-1,1 2 1739,3 3-1824,4-3 0,1 7 1,-1-5-1,0 3 0,-1 4 1,5 5-1,1 6 2148,2 3-2258,0 10 0,0 1 1,0 6-1,0-2 1,2-2-1,3-2 0,6-1-573,4-4 0,3-9 0,2-1 0,1-4-1471,-1-6 1,0-4 0,0-9-1,2-3-757,-2-6 0,0-4 2592,2-1 0,-4-15 0,6-3 0</inkml:trace>
  <inkml:trace contextRef="#ctx0" brushRef="#br0" timeOffset="215">11425 12391 9070,'-2'22'0,"-2"0"1699,-1-2 0,-1 0 1,6 2-1,0 5-384,0 4 0,6-2 0,1 0 1,2 2-826,4-2 0,-4-6 0,0 3 0,-2-1-339,-3 1 0,3-6 0,-1 1-2412,-3-2 1266,-1-10 1,-2-4-1,-2-10 1,-1-6 468,-3-4 0,-5-1 0,6 0 0,1-3 548,2-2 0,-3 1 0,0-6 0,1 1 76,2-1 1,2-3-1,2-5 1,2-3 615,1 1 0,6 5 1,-4-7-1,2 4-276,4 1 0,3 6 0,4 1 1,2 3-185,-2 3 0,4 3 1,-3 6-1,1 6 148,2 3 0,-8 4 0,2 3 0,-7 6 110,-3 4 1,-1 8 0,-4 5 0,3 3-377,-2 1 0,-4 1 0,-6-2 0,-5-2-113,-3-2 0,3 0 0,0 4 0,-2-4-297,-1-5 1,-3-5-1,1-5 1,0-3-1365,-1-1 1,6-1 0,0-5-1049,-1-2 0,4 2 0,3-15 2686,3-5 0,9 1 0,3-6 0</inkml:trace>
  <inkml:trace contextRef="#ctx0" brushRef="#br0" timeOffset="216">11833 12375 7881,'0'16'2697,"-5"-5"1,0 0 678,1 2 1,2-4-2575,2 2 0,0 0 0,0 5-336,0 0 0,0 1 0,0-1 0,0 2 145,0 4 0,0-2 0,0 7 0,2 0-129,3-1 0,-3 5 0,4-6 0,-5 1-482,-1-5 0,6-2 0,-1-3 0,1 0 0,1 1 0,-3-8 0,7-2 0,1 0 0,3-5 0,1 3 0,0-5 0,1-5 0,1-4 0,4-7 0,5-1 0,-9 1 0,-1 0 0,-5-3 0,-3-2 0,4 2 0,-8-4 0,1 1-1542,1 0 1,-5-7-1,3 2 1542,-3-4 0,-2-9 0,0-2 0</inkml:trace>
  <inkml:trace contextRef="#ctx0" brushRef="#br0" timeOffset="217">12422 12653 11718,'0'-9'2925,"2"1"0,3 8-3022,6 0 0,4 0 0,1 0 0,2 0-1859,4 0-54,-4 0 2010,6 0 0,-1 0 0,3 0 0</inkml:trace>
  <inkml:trace contextRef="#ctx0" brushRef="#br0" timeOffset="218">13092 12309 7959,'-11'0'2208,"0"0"1,2 8-1,-2 3 1,6 3-1863,3 3 0,4 1 1,3 3-1,4 9-137,0 6 0,6 0 1,-6 6-1,2-2-690,0-4 0,-6-1 1,4-4-1,-1-2-900,-5-2 1,-1-7 0,-2 2-2652,0-4 4032,0-9 0,-7-2 0,-2-7 0</inkml:trace>
  <inkml:trace contextRef="#ctx0" brushRef="#br0" timeOffset="219">12961 12457 18874,'17'0'361,"1"0"1,2 0 0,3 0-726,3 0 0,1-6 0,6-1 0,-1-2-253,1-4 0,-6 0 0,-1 1 617,-3 1 0,6-7 0,-3-8 0</inkml:trace>
  <inkml:trace contextRef="#ctx0" brushRef="#br0" timeOffset="220">13337 12260 7966,'0'11'161,"0"0"0,0 0 1,0 5 879,0 1 1,0 5-1,2 1 1,2 3-521,1 3 1,6 3-1,-6 5 1,-1 3 261,-2 1 1,3-2-1,1 2 1,-3-1 155,-1-3 1,-2-5 0,0-4 0,0-7-768,0-2 0,-2-10-644,-3-4 1,3-5-1,-3-5 1,3-8 156,2-7 0,5 0 0,3-7 0,1-2-216,3-2 1,-3 4 0,2 1 0,2 3 717,2 3 1,-5 1 0,1 5 911,2 3 0,2 4 1,1 9-319,0 3 1,-1 4 0,-2 9 0,-4 2-545,-2 2 1,0 7-1,-3-4 1,1 1-882,-1-4 0,-2-4 1,-2-2-6037,0 1 6680,0-1 0,-8-14 0,-1-4 0</inkml:trace>
  <inkml:trace contextRef="#ctx0" brushRef="#br0" timeOffset="221">13648 12685 8442,'11'0'3123,"-2"2"-2016,-2 4 0,0-4 0,-1 3 1,5-3-493,3-2 1,-3 0-1,0 0 1,2-2-262,1-3 0,2 3 1,-1-6-1,-2 3-390,-2 0 0,-6-6 0,4 3 0,0 1-67,0 0 0,-5-6 0,1 2-20,-3-3 1,-2 3 0,-2 0 403,-3-2 1,1 6 0,-7 2 0,-1 1 134,-3-2 0,4 5 0,0-5-147,-1 4 1,-3 4-1,-1 4 14,-1 5 0,8 5 1,4 4-1,1 3 233,-1 3 1,3-4-1,-3 5 1,3 0-527,2-1 0,7 3 1,2-8-1,2-1-1456,0-1 0,2-9 0,7 0 0,1-3-487,-1-4 0,-2-3 0,-1-5 1953,-1-6 0,8-11 0,1-3 0</inkml:trace>
  <inkml:trace contextRef="#ctx0" brushRef="#br0" timeOffset="222">14498 12735 8121,'-6'18'699,"1"3"0,-6-8-521,5 4 1214,1-5 0,5-4 0,0-8 1,2-10-420,3-4 0,-3-4-833,3-4 0,3 4 0,-3-4 1,1 2-1,-1 0 0,1-4-234,-3-1 60,6-2 0,-7-1 0,5 3 0,-1 1 0,-1 3 0,1-1 1,-1 0-139,1 2 1,-1 2 1827,-5 2-1097,7-1 0,-3 15 0,5 8 0,-2 7-317,-3 3 1,0 8-1,-1 1 1,3 2-31,-3 0 1,4-1-1,-1 3 1,-1-4-8,3-1 1,-7-2-1,5-6 1,-4 0-574,-2 1 0,5-6 162,1 0 1,1-8-1,-3 1 1,3-6-328,2-3 1,-5-14 0,3 3 0,0-4 122,4-3 0,-2-3 0,0-5 0,0 2 341,0 2 0,2 0 0,5-4 1,-1 2 121,-4 1 0,3 8 0,-4-1 0,0 3 775,1 1 0,-5 8 0,5 4 231,1 3 1,-4 9-1,-1 4 1,-2 5-521,1 6 1,1-2 0,-3 7 0,1 2-579,-1 2 1,-2 2 0,-1 0-1,3-1-5,1 1 0,1-7 0,-6-5 0,0-3-8791,0-1 8835,0-8 0,7 5 0,2-4 0</inkml:trace>
  <inkml:trace contextRef="#ctx0" brushRef="#br0" timeOffset="223">15151 12751 7806,'-14'16'7655,"3"1"-6350,4-8 1,7-4 0,0-10-813,0-6 1,2-4 0,1-1 0,4 0-290,3-1 1,-7 1 0,4-1 0,-1-1-155,-1-3 1,3 1-1,-5-6 1,3 1 23,-3-1 0,5-1 0,-3-6 0,-1 1-286,-3-1 0,1 0 0,2 2 0,1 4-249,-1 5 0,-2 4 598,-2 2 1,0 9 337,0 7 1,5 9-1,1 12 1,-3 7-72,-1 3 1,0 1 0,2 1 0,1 0-162,-1-1 0,3-4 1,-2-3-1,-1-1-302,-2-4 1,3-2 0,3-2-1095,1 0 0,-4-6 638,6-5 0,-6-5 0,5-5 1,-3-8 353,-4-7 1,5 0 0,-1-6 0,0 1 9,0 0 1,4 3-1,-5-4 1,-1 1 165,3-1 1,-5 6 0,6-1-1,-2 3 635,-3 1 1,3 1 0,1 1 298,1 4 1,-4 4-1,4 9-489,-1 3 0,2 4 0,-4 8 1,-1 1 45,3 4 0,-7-2 0,7 7 0,-3 2-532,1 2 0,-1-4 1,-3 0-1,1 1-447,3-3 1,-1 4 0,-5-7 0,2-2-896,4-2 1,-5-2-1,5 1-3361,-4-1 332,-2-7 4397,0-1 0,7-23 0,2-3 0</inkml:trace>
  <inkml:trace contextRef="#ctx0" brushRef="#br0" timeOffset="224">15691 12277 8387,'-11'0'9830,"0"0"-8980,7 0 1,-3 2 0,7 3 0,0 8 10,0 7 0,0 0 0,2 7 0,2 4-202,1 5 0,2 1 1,-3 4-1,3 1-417,2 0 1,-3-4-1,3 2 1,0-4-243,0-5 0,-4-4 0,6-1 0,2-8 0,2-5 0,-5-4 0,1 2 0,2-6 0,2-3 0,1-4 0,0-3 0,1-6 0,-1-4 0,0-3 0,1-2 0,-1-2 0,0 2 0,1-5 0,-1-1 0,0-1 0,1 0 0,-3 0 0,-1-6 0,-2-1 0,2-5 0,-4 5 0,0-2 0,-2 3-3277,-3 0 0,-1 10 0,1-8 3111,1 5 0,1-3 1,-6 4-1</inkml:trace>
  <inkml:trace contextRef="#ctx0" brushRef="#br0" timeOffset="225">8417 13634 5768,'-9'-8'30,"2"7"81,7-7 242,0 8-322,0 0 47,-7 0 32,5 0-153,-5 0 0,5 0-38,-4 0 23,5 0 1,-9-2 37,5-3 1,1 1 106,-7-7 1,6 8 0,-4-4 104,2-1 0,-1 5 0,5-8 32,-3-2 0,-1 4 0,3-2-38,-1-2 1,0 4 0,3-2-1,-2-1-23,-1-3 1,-3 4-1,5 0 1,-3-1 195,3-3 0,-1 4 0,0 0 201,-1-1 0,0 3 661,5-2 315,0 7-851,0-3 1,0 9-1,0 5-327,0 9 0,1 2 1,3 11-1,3 4-314,2 3 1,0 4-1,4-3 1,-4 1 2,-2-2 1,6-1-1,-4-3 1,0 1-234,-3 0 0,1-8 0,-2-3 1,1-6-1486,1-5 1398,-5-4 1,5-8 0,-7-5 0,0-5 309,0-3 0,0-3 1,0 1-1,0-2 126,0-4 1,2 2 0,2-5 0,1 1-84,-1 4 1,-1-3-1,1 1 1,3 2-22,2 2 0,-3 1 0,5 3 0,1 3-29,3 5 0,1-1 0,1 3 0,-1 4 449,0 4 1,1 14 0,-1 0-1,0 6 59,1 5 0,-6 2 1,-2 2-1,0-1-308,0 1 0,-5-6 1,1-1-1,-3-3-843,-2-3 0,0-7-1895,0-2 0,7-7 0,4-1 2508,3-6 0,10-7 0,2-6 0</inkml:trace>
  <inkml:trace contextRef="#ctx0" brushRef="#br0" timeOffset="226">8908 13601 8537,'-17'0'0,"1"0"1508,0 0 0,-3 5 0,-1 3-619,-1 1 1,-1-4 0,7 6-646,4 2 0,4-4 1,7 2-1,0 1-183,0 3 1,0 7-1,0 1 1,2 1 104,3 0 1,3-3-1,4-4 1,-1-1-589,2 0 0,2-6 0,-1-3 0,-1-2 149,-2 1 1,0-1-1,3-7 1,-1-3 73,-2-6 1,-8-4 0,5-1-1,-3 0-65,1-1 1,-1-1 0,-3-2 0,1-2 231,3 3 0,-1 0 0,-5 3 669,0 0 0,0-1 1052,0 1 0,0 5-964,0 0 1,0 15-1,0 1-609,0 8 0,0 3 0,0 1 0,2-1-681,4 0 1,-5 1 0,7-3-1980,-1-3 0,-3 2 855,6-8 1,-4 1-1,5-6 1689,2 0 0,1 0 0,2 0 0</inkml:trace>
  <inkml:trace contextRef="#ctx0" brushRef="#br0" timeOffset="227">9104 13634 10103,'0'16'1750,"0"0"0,0 1-1086,0-1 0,0 2 1,0 2-1,0 2 149,0-2 1,0 4 0,0-3-662,0-1 0,0-2 0,2-3 2,3-4 0,-3-6-678,3-10 1,-3-6 0,-2-9-1,2-4 186,3-1 0,-3 3 1,4-3-1,-5 1 391,-1 4 0,6 7 0,1 3 510,2-3 0,2 6 0,6 1-332,-1 4 0,0 10 1,-1 2-1,-3 5-214,-1 1 1,0 3 0,4 0 0,-3 3-640,-1-2 0,-7-2 1,3-3-1,-1-2-3236,-1-2-189,1-8 4047,-6-3 0,0-16 0,0-10 0</inkml:trace>
  <inkml:trace contextRef="#ctx0" brushRef="#br0" timeOffset="228">9480 13258 7893,'-2'27'0,"-4"0"0,3-3 0,-6 7 0,1 5 2242,5 4 1,1 3 0,4 5-1334,3-5 0,-1 3 1,7-8-1,2-2-675,1-1 0,2-6 0,1-4 0,-1-7 0,0-1-1017,1-5 1,-6-6 267,0-1 1,-2-5-1,2-5 30,-6-6 0,-3-4 0,-4-1 0,-3 0 404,-6-1 0,-4 1 0,-1 2 1,-1 1 153,1 2 0,-2 2 1,-2-4-1,-2 4 143,2 2 1,2-4 0,2 5 0,-1 3 48,1 1 1,5 4 0,2 3 0,0 6 33,0 4 0,5 3 0,-1 2 0,5 3 37,5 3 1,-1-4 0,7 3 0,1-1-210,3-4 0,3-8 1,2-3-1,2-1-830,-2-5 1,0-1 0,0-2 0,2-2-673,-2-3 1,-2-4 0,-2-8-1,1 1-1079,-1 0 2454,-7-1 0,5-6 0,-4-3 0</inkml:trace>
  <inkml:trace contextRef="#ctx0" brushRef="#br0" timeOffset="229">9660 13372 7889,'-6'-11'344,"1"0"1,-3 8 4720,3-3-3706,3-3 0,-5 9-852,7 0 0,7 15 0,2 12 0,2 4 122,0 1 0,-2 7 0,4 1 0,-2 1-444,1 5 1,-4-4 0,-1-1 0,-2-1-2144,1-3 1,1-10-1,-1-7 1958,4-7 0,5-6 0,1-7 0</inkml:trace>
  <inkml:trace contextRef="#ctx0" brushRef="#br0" timeOffset="230">9921 13650 9813,'0'16'2449,"0"1"1,2-1-1682,3 0 0,-1-7 0,7-3-779,2-4 1,-4-4 0,2-4-501,1-4 0,1-5 1,-2-1-1,-6-1-174,-3 1 1,4 0-1,-1-1 267,-1 1 0,-3 0 0,-2 1 733,-5 4 0,-3-2 1,-7 8 472,-1 1 0,7 3 1,-1 2-267,-2 5 0,0 5 0,1 9 0,2 3-216,3 3 1,2 1 0,5 4-1,0-2-596,0-2 1,0-5 0,0 3-1,2-1-70,3-4 1,4-7 0,7-4-3370,1-2 3729,-1-2 0,8-12 0,1-2 0</inkml:trace>
  <inkml:trace contextRef="#ctx0" brushRef="#br0" timeOffset="231">10085 13617 7881,'0'-9'4362,"0"2"0,-2 7-3708,-4 0-853,4 0 178,-5 0 1,7 7 0,2 4 68,3 4 0,3 1 0,4 0 0,-1 1 222,2-1 0,-4 0 0,2 1 0,0-1 89,-2 0 0,4 1 1,-6-1-1,0 0 262,0 1 1,1-6-1,-5 0 9,3 1 1,-1 3 0,-5 1-631,0 1 1,-7-7 0,-4 1-1,-3 0 14,-3-2 0,6 0 0,0-5 0,-1 1-1628,-3-1 0,-1-2 0,0-4 1614,-1-3 0,1-4 0,-1-8 0</inkml:trace>
  <inkml:trace contextRef="#ctx0" brushRef="#br0" timeOffset="232">11245 13699 7942,'-16'0'2012,"-1"2"-702,1 3 0,0-3-623,-1 4 1,6-3 0,0 1-95,-1 1 1,3 1-468,-2-6 0,7 7-274,-1 4 0,3-2-221,2 2 0,2-2 1,3 4-1,6-4 15,4-2 1,1-2-1,0-5 1,1 0 21,-1 0 0,0-1 0,1-5 43,-1-5 0,-1-3 0,-3-3 1,-3 1 193,-1 0 0,-1-1 1,-4 1-1,3 0 683,-2-1 0,-3 1 475,-1 0 151,0-1 1,0 10 0,0 7-695,0 9 1,6 6 0,1 3-1,2 2-268,4 2 0,1 5 0,1-4 1,-2 1-69,-2 0 1,-1-3 0,7-4 0,-1-1-1237,0 0 0,-5-6 0,0-5-1281,2-3 1,-4-2-1,0-2 2333,-2-3 0,6-5 0,-4-6 0</inkml:trace>
  <inkml:trace contextRef="#ctx0" brushRef="#br0" timeOffset="233">11621 13225 7827,'-16'2'1034,"1"3"146,4 6 1,-2-2-1,8 2 0,1 2 1,3 1-504,1 3 0,0 6 0,0 5 0,1 4-386,5 6 0,3 1 0,7 8 0,1 4-74,-1-1 0,-5 1 1,-2-3-1,0-3-1235,0-1 1,-3-14 0,3 1-1602,-2-5 0,4-14 1734,-6-12 1,6-9 0,-5-12 884,-3-7 0,6-3 0,0-1 0</inkml:trace>
  <inkml:trace contextRef="#ctx0" brushRef="#br0" timeOffset="234">11784 13290 7827,'-9'0'2118,"2"8"0,7 4 0,0 8-805,0 8 1,2 10 0,3 5-1,4 6-849,0 6 1,4 3 0,-6 5 0,1-3-682,-1-5 0,6-6 0,-4-7 0,0-8 446,-4-5-229,4-16 0,0 2 0,8-15 0</inkml:trace>
  <inkml:trace contextRef="#ctx0" brushRef="#br0" timeOffset="235">12634 13290 10298,'-9'9'3348,"2"0"-2828,7-3 1,0 3 0,0 9 0,2 6-291,3 8 1,-1 3-1,7 9 1,0 3-232,-2 5 0,3-1 0,-4 2-593,1-8 1,-6 1 0,5-8-645,-1-2 0,-5-8 1238,3-7 0,-10-24 0,-4-8 0</inkml:trace>
  <inkml:trace contextRef="#ctx0" brushRef="#br0" timeOffset="236">12602 13519 10226,'7'-9'1584,"4"4"0,3 3-1195,3 2 1,4 0 0,3-2 0,1-2-1526,5-1 0,-5-6 0,0 4 1,1 0 1135,-1-1 0,-5-12 0,4 2 0</inkml:trace>
  <inkml:trace contextRef="#ctx0" brushRef="#br0" timeOffset="237">12945 13225 7836,'0'16'989,"0"2"1,0 2 0,0 6-9,0 5 0,2 0 0,1 12 1,5 3-298,1 1 1,-4 2-1,4-2 1,0-1-413,0-3 1,-5-5 0,1 2-1,-3-3-344,-2-7 1,0-13-553,0-1 0,0-12 1,0-4-133,0-9 0,0-8 0,0-3 0,0-3 418,0-3 0,2-1 0,2-4 0,3 2 386,2 2 0,-4 1 1,5-1-1,-1 4 197,0-1 1,0 11-1,4-3 1,-3 3 416,3 4 0,2 2 0,-1 9 1,1 5-88,1 9 0,-3 2 1,7 10-1,-6 1-42,-3 2 1,-5 1-1,3 1 1,0 0-552,0-1 0,-6-4 0,3-3 1,-4-1-2140,-2-4 1785,0-9 372,-8-4 0,-1-22 0,-7-3 0</inkml:trace>
  <inkml:trace contextRef="#ctx0" brushRef="#br0" timeOffset="238">13370 13699 7836,'7'9'1387,"-3"0"1,7-5-1,1 1-605,3-1 1,1-2 0,1-2 0,-1 0-574,0 0 0,1-6 0,-1-1 0,0-2-183,1-4 1,-6 2 0,-2-3-335,-2-4 1,-2-2-1,-5 3 1,0 1 169,0 0 0,-7 1 1,-4 2-1,-3 4 425,-3 2 0,1 2 1,0 5-1,-1 0 102,1 0 0,0 1 0,-1 5 0,3 5 87,3 3 0,-2 8 1,8 2-1,1 1-136,2 4 0,2 2 0,0 2 0,0-1-348,0 1 0,7 0 1,4-2-1,4-2-70,1-2 1,1-9-1,1-2 1,2-6-2248,1-3 0,1-7 0,-5 0 2325,-1-9 0,8-13 0,1-3 0</inkml:trace>
  <inkml:trace contextRef="#ctx0" brushRef="#br0" timeOffset="239">14171 13290 7811,'-17'0'1715,"6"0"2521,1 0-3810,6 0 0,-3 2 0,7 5-63,0 10 1,2 6 0,3 12 0,4 1 246,0 2 1,6 13 0,-6-2 0,2 2-689,0 0 1,-2-6 0,3-3 0,-3-6 0,-1-1-1451,-5-6 1,1-5-3913,1-13 5440,-3-4 0,5-14 0,-7-3 0</inkml:trace>
  <inkml:trace contextRef="#ctx0" brushRef="#br0" timeOffset="240">14073 13585 11907,'-8'0'1587,"8"0"1,8-2 0,8-2 0,2-3-1996,4-2 1,3 0-1,6-4 1,-2 2-934,-1-2 0,-7 6 0,5 2 0,-1 3 26,1 2 0,-10 0 1,4 2 1199,0 3 1,-2 4 0,-5 9 0,-4 4 0,0 5 1260,0 4 0,-5 2 1,1 0-1,-3-1 397,-2 1 1,0-6 0,0-1 427,0-3-1851,-7-1 0,5-15 0,-4-7 0,5-11-45,1-8 0,0 0 1,0-4-1,0 1 158,0 0 1,0-5 0,0 5 0,0 0-803,0-1 0,0 5 0,0-4 0,1 4-1411,5 1 1,-3 6 0,8 2 1979,2 2 0,2-6 0,1 4 0</inkml:trace>
  <inkml:trace contextRef="#ctx0" brushRef="#br0" timeOffset="241">14726 13568 7811,'-7'9'604,"4"6"0,-8-6 1,0 2-1,2 0 421,3 1 0,-1-2 0,2 0 0,-1 3-593,-1 2 0,5 3 0,-3 2 0,3 2-302,2-2 0,0-2 0,2-2 0,1 0-331,3 1 0,5-6 0,-4-2-420,2-2 0,-4-2 348,6-5 1,-7-7-1,3-4 209,0-3 1,-5-8 0,4 0-1,-5 0 267,-1-1 1,6 3-1,-1-6 1,-1 1-215,-2 0 0,0 5 0,1-2 1,3 2-657,-3-2 1,5 4-1,-3-4-141,-1 4 1,3 7 0,0 2 807,2 2 0,2-6 0,6 4 0</inkml:trace>
  <inkml:trace contextRef="#ctx0" brushRef="#br0" timeOffset="242">15037 13536 7811,'-16'5'216,"-1"0"0,1 1 0,0 1 1150,-1 4 0,6-2 1,2 2-1,0 0-924,0-2 0,6 7 1,-3-1-1,4 5-477,2 0 1,0 0-1,0 0 1,2 3-222,4 3 1,-3-12 0,8 3 0,2-3-331,1 1 0,3-6 0,-1-4 174,0-3 0,-5-2 1,0-2-1,0-3 329,-2-6 0,0-5 1,-5-4-1,1-4-70,-1-1 0,3 3 0,-1-4 0,-3 1 111,-1 0 0,-2 5 0,0-2 1,0 4 532,0 1 0,0 1 0,0 0 961,0-1-660,0 8 0,0 9 1,0 11-1,0 4-736,0 1 1,0 0-1,2-1 1,1-3-1190,3-1 1,-1 0-348,-5 6 0,0-6 0,2-2-915,4-2 2395,-5-2 0,7 3 0,-8 1 0</inkml:trace>
  <inkml:trace contextRef="#ctx0" brushRef="#br0" timeOffset="243">14710 13536 18237,'0'10'729,"0"1"-183,0 2-336,0-6 1,-5 8 0,-3-4 0,1 5 0,-2 4-1,2 4 1,0 1 540,3 4 1,-3 2-761,1 2 0,1-1 0,5-1 0,0-2 0,2-3 0,3-3-514,6-3 0,3-9 236,3-5 1,5-4 0,1-2 0,1-2-1,-1-6 1,-1-8-293,2-9 0,-11-1 0,1 1 0,-3-1 116,-2 1 1,-5 3 0,1-3 0,-3 1 254,-2 4 0,-6 2 0,-1 2 0,-2-1 438,-4 1 1,4 0 0,-2-1 467,-1 1 1,3 7-1,0 2 1185,1-1 1,1 6-865,2-3 0,3 5-427,-4 5 0,12-1 0,5 7-302,3 2 0,3 7 1,-1 2-1,0-1-336,1 3 1,-1-6 0,2 6-1,2-3-185,2 1 0,0 2 1,-6-4-1,0 2-628,1-2 0,-3-8 0,-1-3 0,-2-1-1080,2-5 1,-6-3 0,-2-5-803,-3-6 2741,5-11 0,-5-10 0,5-10 0</inkml:trace>
  <inkml:trace contextRef="#ctx0" brushRef="#br0" timeOffset="244">15151 13519 9090,'-9'7'0,"4"4"2192,3 4 0,-3 1 1,-1 1-1,3-1-1087,1 0 0,2 2 0,0 2 0,0 2-411,0-2 0,2 0 1,1 2-894,3 5 0,-1-9 1,-5-1-125,0-3-648,7-6 0,-5-8 1,4-11-1,-5-6 450,-1-5 0,2 2 0,2-7 0,1-2 624,-1-2 0,3 4 1,0 2-1,1-1 56,-1 1 0,4 5 0,-4 0 0,2 5 352,4 4 0,-4 8 0,2-1 133,2 8 1,1 7-1,1 10 1,-3 7-295,-1 3 1,-5 1 0,3 1-1,-2 1-1117,-3 5 0,3-10 1,-2 2-1,-1-6-1981,-2-5 0,-2-7 2748,0-2 0,7-15 0,2 2 0</inkml:trace>
  <inkml:trace contextRef="#ctx0" brushRef="#br0" timeOffset="245">15544 13536 8852,'7'-10'3468,"-5"1"-373,3 4-2515,-3 3 0,-4-5 0,-3 7-127,-6 0 1,-4 2-1,-1 3 1,1 6-294,5 4 1,-3-5 0,6 1 0,-1 2 28,1 2 1,2 1 0,5 0-395,0 1 0,0-1 0,1 0 0,5-1 150,5-4 1,3 3-1,3-5 1,1 2 207,4 0 0,-4-5 0,5 3 0,-1-2 151,0-3 1,0 3 0,-8 0 0,-1 0 902,-2 1 1,-7-1-1634,1-2 0,-5 3 0,-5 3 0,-6-6-1114,-4-3 1,-3-2 0,-2 0 0,-2-2 1539,2-3 0,-5-5 0,-1-6 0</inkml:trace>
  <inkml:trace contextRef="#ctx0" brushRef="#br0" timeOffset="246">15805 13258 10866,'-20'21'0,"2"1"1414,4-2 1,8 6 0,1-1 0,3 2-345,2 1 1,0-1 0,0 5-754,0 1 1,5 5 0,3 0 0,-1-1-1,2-3-536,0-1 0,-4-6 0,6-1-1423,2-3 1,2-3 887,1-9 1,0-4 0,1-7 753,-1 0 0,8-7 0,1-2 0</inkml:trace>
  <inkml:trace contextRef="#ctx0" brushRef="#br0" timeOffset="247">16099 13617 7796,'-10'-9'1543,"-1"4"0,0 3 0,-6 2 1,1 2-414,0 3 1,5-1-1,0 7 1,-2 3-841,-1 6 0,3-2 0,2 4 0,1-2-342,5 2 1,1-4 0,2 4 0,0-4-253,0-2 0,7-6 0,4-3 0,4-2-749,1 1 0,-3-3 1,-1-8-1,3-8 692,-2-7 0,-1 0 1,3-7-1,-2 0 168,-2 1 0,-8-3 0,4 6 0,-1-1 28,-1 0 0,1 3 0,-6 4 0,2 3 2629,3 3 0,-3 5-1612,3 12 1,-3 5 0,-2 10 0,0 5-567,0-1 0,0 6 1,2-5-1,2-1-274,1-3 1,2-4 0,-3-2 0,1 1-2127,-1-1 0,5-7 2114,2-3 0,-4-5 0,1-1 0</inkml:trace>
  <inkml:trace contextRef="#ctx0" brushRef="#br0" timeOffset="248">16296 13110 8270,'0'17'2175,"-6"-1"-1735,1 1 1,-1 1 0,6 4 0,0 5 0,0 5 1245,0 7 1,2 4 0,3 10 0,5 3-1133,-1 2 0,3-3 0,-4 1 0,-1-3-909,0-6 0,4-9 0,-5-2 0,-1-5-759,2-3 1114,-5-16 0,5 3 0,-7-15 0</inkml:trace>
  <inkml:trace contextRef="#ctx0" brushRef="#br0" timeOffset="249">16247 13585 8749,'-17'0'4915,"10"0"0,7-2-4324,9-4 1,6 4 0,1-5 0,2 2-546,4-1 1,-4 1-1,4 3 1,-2-2-3934,2-1 1,-4 0 3886,4 5 0,-4 0 0,-2 0 0</inkml:trace>
  <inkml:trace contextRef="#ctx0" brushRef="#br0" timeOffset="250">16541 13617 7742,'0'17'0,"0"-1"0,0 0 808,0 1 0,0-5 0,0 3 647,0 3 0,2 2 0,1-4 0,3 1-1060,-3-1 1,1-5-1,0 0-218,1 2 0,2-4-378,-1 2 0,-3-10 0,6-1 201,-1-9 0,-3-12 0,-5-5 0</inkml:trace>
  <inkml:trace contextRef="#ctx0" brushRef="#br0" timeOffset="251">16557 13307 7742,'-7'-9'3114,"3"1"-439,-7 8 1,2 2-2605,-2 4 0,4-3 1,7 8-72,0 2 0,7 1 0,2 3 0</inkml:trace>
  <inkml:trace contextRef="#ctx0" brushRef="#br0" timeOffset="252">16688 13568 7742,'0'17'121,"0"-1"0,0 0 1,0 1 730,0-1 0,0-5 0,0 0-312,0 1 0,2 1 0,1 0-153,3-2 0,6-2 0,-2 4 1,0-4 10,1-2 0,0 0 0,6-3-5,-1 1 0,-5 1 0,0-6-152,1 0 1,3-6 0,-1-1 0,-1-2-250,-2-4 0,-7-1 1,1-3-1,-3-1 78,-2-4 0,0 4 1,0-4-1,0 4 146,0 2 0,0 0 1,-2 1 396,-3 4 1,-4-2 0,-8 8-1191,1 1 0,0 3 0,-1 1-2958,1 0 0,5 5 1460,0 0 2075,7 1 0,-3 1 0,7 2 0</inkml:trace>
  <inkml:trace contextRef="#ctx0" brushRef="#br0" timeOffset="253">16917 13568 8431,'0'24'1223,"0"3"1,1-7 0,3 0 0,3 0-338,2-2 0,-5 0 1,3-1-1,-1-1-167,-1 0 1,6 3 0,-4 1 1001,3 1 1,-7 1-1579,3-6 1,-3-6-651,3-5 0,-5-12 0,5-10 1,-2-8 126,1-6 0,-3 4 0,3 1 1,-1 3-613,1 3 1,-3 2-1,5 3 1,-1 2 1337,-1 3 1,3 8-1,-5 2 431,3 9 1,-1 5-1,-5 3 1,2 1-529,3 4 1,-3-4 0,4 4 0,-3-4-1450,3-2 0,-3-1-4813,8-4 6013,-7-4 0,10-7 0,-4 0 0</inkml:trace>
  <inkml:trace contextRef="#ctx0" brushRef="#br0" timeOffset="254">17358 13617 10513,'-16'0'2161,"5"0"2,0 0 0,0 0-1350,-5 0 0,-1-2-1251,1-3 0,5 3-2,0-3 1,7 5 525,-1 5 0,3-1-211,2 7 0,0-6 0,2 4 1,2 0 110,1 0 1,8-3-1,-4 5 1,2 0 134,0-2 1,-2 5-1,4-3 1,-3 4 464,3 1 0,-4-5 1,0 0-1,0 2 34,0 1 1,-3 2-1,3 1 1,-2-1-111,-3 0 0,-1-5 0,1 0-313,2 2 0,-1-4-688,-5 2 0,-7-7 0,-4 1-3227,-4-3 1,-1-4 3717,0-3 0,-1-4 0,1-8 0</inkml:trace>
  <inkml:trace contextRef="#ctx0" brushRef="#br0" timeOffset="255">21444 3220 8110,'0'-16'2262,"0"5"113,0 0-1814,0 8 1,2-5 0,2 12 0,3 7 577,2 11 0,-4 16-990,6 11 1,-5 5-1,3 15 1,0 15-1,-4-37 1,-1 2 0,2 8-1,-1 2 80,-1 6 0,1 1 1,2 2-1,-1 2-197,-3 8 0,-1 2 1,1 1-1,0 0 1,-3 1-1,0 1 1,0 0-1,0 0 1,0-7-1,0 0 1,0-2-1,0-1-7,0-5 0,0-1 1,0-4-1,0-1 0,0-2 1,0 0-1,0-1 1,1 0-17,2 0 0,0 0 0,-1-7 0,0 0 0,2 6 0,1 2 1,-1-4-1,1 0-1,-1 1 0,1-1 1,-1-3-1,1 1 1,1 5-1,1 0 1,-2 0-1,0 0 28,2-1 0,-1 0 0,1-1 1,1-1-1,-1-1 0,0-1 1,0 1-1,-1-1-101,-1-1 1,1-1-1,-1-2 1,1 0 0,1 4-1,0 1 1,0 0 0,-1 1-80,0 0 1,-1 1 0,0-4 0,1-1-1,1-1 1,0 0 0,0 0 0,-1 1 108,0 0 1,-1 0 0,-2-4 0,-1 0 0,3 7 0,-1 1 0,0-3 0,0 1-11,-2 0 0,-1-1 0,1 36 0,-2-39 0,0 0 0,0-2 0,0 0 63,0 45 1,0-10-1,0 1 1,0 0 179,0-1 0,6-1 0,-1 5 0,-1-7-218,-3-11 0,-1-9 1,0 2-1,0-1-97,0-4 1,0-5-1,0-4 1,0-3 19,0-1 1,-1-13 0,-3-1 0,-1-4 888,1-6 527,2-2-1299,2-9 1,7-9-1,4-11 1,4-3-669,1-3 1,2-1 0,2-2 0,6-2 238,5 2 1,-6-3-1,11-1 1,4 1 110,6-1 0,1-5 0,9 3 0,1 1 27,1 3 0,-7 2 0,14 0 0,0-2 19,4 2 1,2 8 0,9 3 0,5 1 205,4 5 1,4 3-1,-45 2 1,0 1 0,0 2-1,-1 1 408,0 0 0,-2 3 1,37 16-1,2 8 1,-3 9 559,-3 5 1,-5-4 0,-2-3 0,-4-2-181,-3-1 1,-14-6 0,7 5-1,-14-5-98,-10-4 0,-17-1 0,-1 1 0,-6-4-21,-5 1 0,-3-11 1,-2 3-449,-5-1 1,3-8-1,-8-2-426,-2-3 0,-2-2 1,-3-4-12,-4-6 0,8-1 1,-4-13-1,1 0-246,5-3 0,1-9 0,0-2 0,4-2 285,-1-6 1,7 6 0,-5-12 0,4-3 241,2-1 1,8 0-1,2-6 1,7-5-77,5-6 0,-4 4 1,4-15-1,-4 1 247,-2-1 0,-1 8 0,-3-9 0,-3-1 128,-1 3 0,-3 3 0,-7 4 1,-1-3-28,-3 1 0,-7 0 1,8 33-1,0-2 0,-2-1 1,1 1-99,0 0 1,1 0 0,-8-35 0,9 34 0,1 0 0,-1-1 0,1 0-77,-1 0 1,0 0 0,1 0 0,1 1 0,2 1 0,0 0 0,0-2-1,0 0-21,0-1 0,0 0 0,5-41 0,-2 42 0,0 0 0,-1 0 0,0 0 23,-1-2 0,-1 0 0,0-41 0,0 43 0,0-1 0,0 0 0,0-1-146,0 0 1,0 0 0,0 4-1,-1 0 1,-2-3 0,0 0 0,-2-1-1,-1 0 27,-1-2 0,0 1 0,-1 5 0,1 1 0,0-6 0,1 0 0,2 2 0,-1 1 0,2-2 0,-1 0 0,-1 2 0,-1 0 0,3-3 0,1 0 0,0 0 0,0 1 0,1 1 0,0 2 0,1-1 0,0-1 0,0 1 0,0 0 0,0 0 0,0 0 0,0 1 0,0 0 0,0-39 0,0 36 0,0 0 0,0 0 0,-2 0 0,0 1 0,-1 1 0,-1-40 0,-6 3 0,-3 1 0,-2 1 0,-1 6 0,0 5 0,1 1 0,4-3 0,-2 1 0,8-15 0,1 2 0,3 1 0,1 15 0,0-7 0,1 2 0,5 5 0,-3 2 0,7 6 0,-1 3-41,0 5 0,-6 10 1,3 5-1,-4 5 92,-2 10 0,0 10-21,0 5 1,-2 6-31,-4-2 0,4 5 0,-5 1 0,5 0 52,-3 0 1,-2 7 0,-6 2 0,2 2-69,-2 0 0,-3 0 0,-4 5 0,-4 0-168,-1 1 1,3-1-1,-5 0 1,-2-1 205,-2-4 0,-3 3 0,-3-5 0,-3 2-203,-1 0 1,-5-5 0,-7 5-1,-5 1-30,-5 3 0,-1-2 1,-10 1-1,-3 4-1,-2 0 0,0 1 1,-8-3-1,6 2-100,4 4 0,10-8 0,9 5 0,2-5-222,3-7 1,6 2 0,1-3 0,-3-2 17,-1-3 1,-3-1 0,-7 0 0,5-1-137,5-5 0,6 4 0,4-3 0,4 3-659,5 2 1,11 2 0,4 3-2674,8 6 3984,6 11 0,10 3 0,1 8 0</inkml:trace>
  <inkml:trace contextRef="#ctx0" brushRef="#br0" timeOffset="256">22605 3482 19067,'5'16'0,"2"1"429,3-1 1,0 8 0,5 5 0,-1 9 863,3 11-1124,-12 7 1,17 22-1,-13 8 1,-3-41-1,-1 2 1,0 4-1,-1 0 1,0 0-1,-1 0 1,0 0-1,-2 1 137,0 0 1,0-2 0,-3 37-1,-2-1-213,-1-17 0,-6-10 0,6-15 1,1-13-4112,2-9 2704,2-13 1,0-4-1,0-12 1,2-8 0,3-6-1,4-3-1842,1 0 3156,4-5 0,-5-3 0,8-10 0</inkml:trace>
  <inkml:trace contextRef="#ctx0" brushRef="#br0" timeOffset="257">22539 4381 8409,'-1'-9'288,"-5"4"0,2-3 1204,-6 3 738,-1-1-682,-6 6 1,3 2-1066,3 4 0,4 3 1,7 9-1,0 5 218,0 10 0,7 2 0,2 6 0,2 1 47,0 0 0,0 2 0,5 5 0,0-2-263,1-4 1,-1 1-1,0-9 1,1-6-234,-1-4 0,0-3 0,1-8-113,-1-3 1,2-3 0,2-10 0,2-6 203,-2-8 1,4-2 0,-1-9 0,3-2-218,3-2 1,2 4-1,1-1 1,1 1-127,0 2 0,-6-4 0,-2 7 0,1 2 0,-1 2 0,-7 7 0,0 2-2299,-5 1 1,-9 5-1,1 8-4952,-3 6 7251,5 4 0,2 8 0,8 3 0</inkml:trace>
  <inkml:trace contextRef="#ctx0" brushRef="#br0" timeOffset="258">22866 7781 9529,'0'17'6921,"0"-8"-6233,0-2 0,0-9 0,0-3-25,0-6-374,0-4 1,0-1 0,0 0-1,0-3 1,0-1 0,0-3-1,0-3 255,0-3 1,0-3 0,0-5 0,0-4-285,0-7 0,-5 5 0,-1-15 0,1-8-91,-2-5 1,5 1 0,-5-5 0,1-1 39,1-4 1,-1 7 0,6-3 0,0 9-244,0 9 1,0 14-1,0-3 1,0 7-508,0 9 1,0 11 18,0 9 1,0 9-1,0 2-675,0 9 1,-2 0-1,-1 2 1,-3 4 98,3 5 1098,-6-2 0,0 13 0,-8-6 0</inkml:trace>
  <inkml:trace contextRef="#ctx0" brushRef="#br0" timeOffset="259">22507 6915 13590,'0'-18'1214,"0"-4"0,7 4 0,4-6 0,3 1-504,3-5 1,1-3 0,2-1 0,3-3-364,3-3 0,1 7 0,4-3 0,-2 1-204,-2 4 1,-7 7 0,2 2 0,-4 6-305,-1 3 1,-7 7 0,1-1 195,2 3 0,-4 2 0,2 2 466,2 3 0,-4 4 1,2 9-1,0 4 294,-2 5 1,5 6 0,-5 3-1,2 3-643,0-3 0,-2-2 0,2-1 0,-4 0-485,1-1 1,-7-6-1,5-4 1,-4-4-3634,-2-2 0,1-5-838,5 0 4804,-4-7 0,5 10 0,-7-5 0</inkml:trace>
  <inkml:trace contextRef="#ctx0" brushRef="#br0" timeOffset="260">21755 6065 8379,'-17'7'440,"7"-5"1,0 5-315,3 0 1733,2-5 1,1 6 0,6-8 2078,11 0-3424,16 7 0,20-5 0,14 3 0,12-3 0,14 0 0,-41-1 0,2 1 0,2 1 0,1 0-185,1-1 0,-1-1 1,0 1-1,0-2 0,3 0 1,0 0-1,3 0 1,0-2-17,2 0 0,0-1 1,-6 1-1,-1 0 0,0-2 1,1-1-1,-1 1 1,1-1-314,0 1 0,-1-1 0,-7 0 0,0-1 0,3-1 0,-2-2 0,39-9-229,-7-4 1,-16 4-1,10-4 1,-3 4-143,-4 1 1,-14 1-1,-11 2-195,-11 3 1,-17 3 833,-14 8 1,-16 0-1,-15 0 1,-9 2 135,-7 4 1,3-3-1,-12 8 1,-4 0-322,0-2 0,-3 6 0,-3-6 0,1 2-50,1 0 0,10-6 0,-15 6 1,-2 0-670,-2-2 1,8 4-1,-2-8 1,-2-1-6,-4-3 0,11-1 1,-10 0-1,4 0 254,7 0 1,10 0 0,-2 0 0,-1 2 163,-3 4 1,3 3 0,-2 9-1,1 4 216,3 5 0,6-2 1,-1 1-1,11-2 2133,7-5-1952,16 0 0,0-10 0,19-4 0,4-3-122,5-2 1,3-5 0,6-3 0,10-1-17,13-4 0,6 4 0,12-1 0,8-5 1061,5-5 1,0 5-1,2-5 1,7 1-1098,-40 9 0,1 1 0,3-1 0,1 0 0,5 0 0,1 0 0,-1-1 0,0 1 0,0 0 0,-1 0 0,35-9 0,-43 11 0,0 0 0,35-8 0,-17-1 0,-12 8 0,-12 4 0,-9 3 0,-10 2 0,-12 0 0,-11 2 0,-13 2 0,-6 3 0,-9 2 0,-3 2 0,-3 3 0,-6-1 0,-9-2 0,-2 0 0,-11 5 0,-7 0 0,-11 1 0,-1-3 0,34-7 0,-1-1 0,-3 0 0,-1-1 0,-2 2 0,1-1 0,-1-2 0,0-1 0,0 0 0,-1-1 0,1 0 0,-1-2-529,2 0 0,1 0 0,-40 0 0,44 0 0,1 0 0,-40-2 255,7-3 1,15 3 0,3-3-1,9 3 317,11 2 1,12 0 1529,2 0-1202,16 7 1,-1-5-1,18 2-419,6-8 1,11 0 0,5-5 0,6 0 467,5 0 1,11 0 0,11-2 0,5 6-421,6 3 0,-2-4 0,8 1 0,-1 1 0,-2 2 0,-1 2 0,-9 0 0,-3 0-716,-1 0 0,-9 0 0,-2 0 0,-7 0-3800,-2 0 0,-11 6 4516,4-1 0,-4 1 0,3-6 0</inkml:trace>
  <inkml:trace contextRef="#ctx0" brushRef="#br0" timeOffset="261">21608 6310 18523,'-9'2'756,"3"3"0,3-3 0,-1 5 0,-3 1-480,-2 3 0,3-2 0,-3 2 1,0 1 232,0 3-392,-2 1 0,-5 6 0,-1 0 0,1 0 0,-2-1 0,-2 3 0,-2 0-129,2-1-85,2 6 1,-4-11-1,0 6 1,2-2-1,2 0 1,4-2-958,3-2 1,2-7 90,3 0 0,3-8 0,-7 4-2270,3 1 1251,2-7 0,5 5-1617,0-12 3599,-8 5 0,7-14 0,-7 6 0</inkml:trace>
  <inkml:trace contextRef="#ctx0" brushRef="#br0" timeOffset="262">21117 6637 7947,'-11'0'2874,"1"0"-2458,6 0 1,-5 0 454,3 0-342,5 0 0,-7 2 974,8 3-559,0-3 0,0 13-706,0-5 0,0 0 0,0 0-104,0 3 0,0 2 1,0 1-1,0 0-99,0 1 1,0-6 0,0 0 0,0 1-170,0 3 0,0 1 0,0 0-370,0 1 0,0-6 351,0 0 0,0-6 135,0 6 1,2-7 0,2 3-45,1 0 1,2-5 0,-1 3-85,5-3 1,-2-2-1,2 0 23,1 0 1,-2 0 0,0 0-54,3 0 0,2-2 1,1-1-313,0-3 1,-5 1 0,0 3-306,2-3 0,1 3 0,1-5-36,-4-1 0,-2 6 829,-4-3 0,4-4 0,8 0 0</inkml:trace>
  <inkml:trace contextRef="#ctx0" brushRef="#br0" timeOffset="263">20513 6849 8113,'-11'6'908,"0"-1"0,5 6-27,-5-5-409,8-1 193,-12 2 0,13-3-134,-3 7 0,3 0 0,2 5 0,0 1 105,0-1 1,6 2 0,-1 4 0,1 7 60,1 7 1,-4 6 0,7 7-446,-3 0 0,4 6 0,-6-1 1,-1-1-1,-2-1 44,-2 3 0,5-10 1,0 3-1,-1-7-278,-2-4 1,-2-3 0,0-1-194,0 0 1,2-8 78,3-3 0,-1-9 1,7-4 70,1-2 1,-3-2-1,2-5 164,2 0 1,2 0-1,3 0 1,2 0 41,2 0 1,1 0 0,-1 0 0,5 0-130,4 0 0,2-1 0,-1-3 0,1-2-176,0 3 1,-6 1 0,0 2 0,1 0-18,-3 0 0,0 0 0,-5 0 0,2 0 156,-2 0 1,-7 0 0,-2 2 152,1 3 1,1-1 0,0 5 334,-2-2-158,-8 6 0,5-9-274,-8 6 1,-2-6-295,-4 2 1,3-5 69,-8-1 0,5 0 1,-3-1 15,2-5 0,2 2 0,3-5 0,-2 0 63,-1 0 1,-1-2 0,6-7-1,0-2 0,0-2 0,-5-7 0,-1 2 0,3-4-27,1-1 1,2-7-1,0-1 1,0-3-90,0-8 1,0 6-1,0-8 1,-2 0 86,-3 2 1,1 6 0,-5 3 0,0 0 75,0 1 1,3 6 0,-5 2-1,1 8 210,1 1 1,-6 12-1,4-3 144,-3 6 0,3 4 1,0 5 96,-2 0 1,-1 0-1,-3-2-193,1-4 0,-1 5 0,1-5 0,0 4-77,-1 2 0,-4 0 0,-1 0 0,2 0-274,2 0 1,0 0 0,-2 0 0,-2 0-365,2 0 1,2 0 0,1 0-669,1 0 0,0 0 0,1-2 48,4-3 1,2 1 0,5-7-1218,-1-1 0,0 3 2321,5-2 0,7 0 0,2-6 0</inkml:trace>
  <inkml:trace contextRef="#ctx0" brushRef="#br0" timeOffset="264">20725 6980 10829,'-9'8'656,"4"2"0,3 0 0,2 2 1,0 6-48,0 8 1,5 7 0,2 5-295,2 5 1,1 10 0,2 3 0,-3 1 0,0 2 554,1 5 1,-5-8 0,4 6 0,-2-7-615,-3-8 0,-2-14 0,-2-3 0,0-4-1413,0-6 1,2-9-172,3-6 1,-3-10-213,3-6 0,-3-4 0,0-1 0,2 0 609,1-1 0,0 6 0,-5 0 931,0-1 0,0-10 0,0-3 0</inkml:trace>
  <inkml:trace contextRef="#ctx0" brushRef="#br0" timeOffset="265">20627 7242 7843,'-16'7'2602,"5"-5"1037,0 3-2950,7-3 0,4-2 1,13 0-1,5-2-281,4-3 0,7 1 0,-2-7 1,2 0 127,-2 2 1,4-3 0,-5 4 0,1 1-541,0 0 1,-1 1-1,1 6 1,-3 0-715,-1 0 0,-5 0 0,4 0 0,-4 0-208,-1 0 1,-1 0 0,-2 2-440,-3 4 1,-3-3 1364,-8 8 0,0 0 0,0 5 0</inkml:trace>
  <inkml:trace contextRef="#ctx0" brushRef="#br0" timeOffset="266">20660 7487 7843,'-9'9'2979,"3"4"0,12-8 0,4-1-2512,5-2 0,1-2 0,3 0 0,0 0-237,3 0 1,2 0 0,-4 0 0,2 0-670,-2 0 0,0 0 1,0 0-1,1 0-961,-1 0 1,0 0 0,0 0 0,2 0 561,-2 0 1,-2 0 0,-1 0 0,-1 0-378,0 0 1215,-7 0 0,13-8 0,-4-1 0</inkml:trace>
  <inkml:trace contextRef="#ctx0" brushRef="#br0" timeOffset="267">20594 7046 8366,'-2'9'2020,"-3"-4"1,3-1-1276,-3 1 0,1-1 629,-1 7 1,3-6-193,-4 6 0,3-7-173,-3 1 1,5-1-2,-5 1-17,4-3 0,0 5 185,-3-7 1,1 0-606,-7 0 1,1 0-113,-7 0 1,1 0-342,0 0 1,-1-1-119,1-5 0,-1 4 0,1-3 0,0-2 0,-1 1 0,1 3 0,0 1 0,3-4 0,-1 1 0,-5 1 0,1 2 0,-2 1 0,0-3 0,-2-2 0,2 3 0,2 1 0,2 2 0,0 0 0,-1 0 0,6 0 0,0 0 0,-1 0 0,5 0 0,-1 0-2120,8 0 1,2 0-357,4 0 0,-3 0 0,8 0 934,2 0 0,-4 0 1,2 0-2797,1 0 4338,3 0 0,1 0 0,1 0 0</inkml:trace>
  <inkml:trace contextRef="#ctx0" brushRef="#br0" timeOffset="268">20169 6997 7782,'2'-9'3184,"4"3"20,-5-3-2208,7 7 0,-7-11 3872,5 8-3173,-4 0 0,3 5-1123,-10 0 0,1 0 1,-5 1-393,2 5 1,0-4 0,1 3 0,-3-1-200,0 1 1,-6-3-1,6 5-256,0 1 1,-5-7-1,3 7 135,-4-1 0,4-5 1,2 5-1,0-2 178,0 1 1,0 1 0,-4-3 0,4 3 89,2 2 0,-4-3 0,4 4-155,-2 3 1,5 2-136,-1 1 1,3 0 0,2 1 132,0-1 0,2-5 0,3 0-108,6 2 1,5-6-1,4 0 1,2-1-446,-2-1 0,-2 0 1,0-5-1,2 0-1500,2 0 1,0 0 0,-6 0-2852,1 0 4933,-1 0 0,0-7 0,1-2 0</inkml:trace>
  <inkml:trace contextRef="#ctx0" brushRef="#br0" timeOffset="269">17669 6980 7800,'-44'0'71,"0"0"1,8 6 0,-2-1 0,3-1 286,3-2 0,6-2 1,4 0 46,4 0 1,2 0-1,0 1 1,-1 3-1,3 3 1,1 1-1,2-1 268,-2-3 1,1-1 0,-1 1-1,2 1-121,-2-1 1,-1 3 0,-2-1 0,-3-1-97,-2 2 0,2 1 0,-2 2 0,2-2-199,3-1 1,-2-3-1,-2 5 1,-2-2-218,2-3 0,0-3 1,0 1-1,-2 2 116,2 1 0,2 1 1,0-6-1,-2 0-127,-2 0 0,-1 0 0,3 0 0,-2-2 124,2-4 1,2 5-1,2-5 319,-1 4 1,3 1-266,3-5 1,7 4-1,13-5 337,8 0 0,17-2 1,6-6-1,15 2 7,15 3 1,10-1 0,-29 3 0,2-1-1,6 2 1,2 0-490,6 1 0,2 1 0,7-2 0,2-1 0,8 3 0,3-1 0,1 0 0,1 0-163,0 0 1,-2 1 0,-5-3-1,-1 1 1,-2 2 0,-2 1-1,-4 0 1,-1-1 100,-6 2 0,-4 1 0,-13 1 0,-4 0 0,42 1 0,-12 2 0,-8 3 0,-15-1 0,8 5 0,0-2 0,-2-3 0,1 3 0,3 0 0,-4 1 0,-6-1 0,-3 4 0,-4-6 0,-3 1 0,-6 1 0,-9-5 0,-3 3 0,-3-3 0,-3-2 0,-2 2 0,-1 1 0,-1 3 0,0-2 0,-5-3 0,0-1 239,-7 0 0,3 2 0,-9 2-337,-3 1 1,-4 1 0,-8-6 0,1 0-246,0 0 0,-8 1 0,-5 3 1,-7 2-60,-8-3 1,-14 1-1,-9-1 1,-13 3 200,-9-2 0,0-1 1,37-1-1,-1 0 1,-1 1-1,-1-1 101,-5 0 1,0 0 0,-1-1 0,-2 0 0,-8 0 0,-1 0 0,-3 0 0,-1 1 65,0 1 0,1 0 0,5 0 0,0-1 0,6-2 1,0 0-1,1 0 0,2 0 172,2 0 0,2 0 0,5 0 0,0 0 1,-4 0-1,0 0 0,1-1 0,1 0 64,-1-1 0,3-1 0,-37-1 1,5-5-1,11 0 13,10 0 1,14 5-1,2-1 1,5 1-343,5-1 1,3 3-1,3-4 476,4 5 0,11 2-273,10 5 0,6-4 1,7 3-1,10-3 320,8-2 0,8 5 1,5 1-1,7-1-396,8 3 0,1-7 0,10 5 0,7-4 0,7-2 0,9 0 0,-37 0 0,2 0 0,1 0 0,1 0 0,2 0 0,1 0 0,0 0 0,2 0 0,6 0 0,2 0 0,5-1 0,2 0-55,4-1 0,2-2 0,-3 1 0,0-1 0,8-2 0,1-1 0,-3 2 0,-1 0 55,-2-1 0,-2-1 0,-11 0 0,-1-1 0,2 1 0,0 0 0,-7 1 0,0 1 0,-4 2 0,-2 0 0,-7 2 0,0 1 0,4 0 0,0 0 0,-4 0 0,-2 0 0,38 0 0,-22 0 0,-6 0 0,-5 0 0,-6 0 0,-1 5 0,-2 2 0,-8 1 0,-5-1 0,-14 4 0,1-6 0,-12 6 0,-4-5 0,0-1-458,-8-5-454,8 0 1092,0 0 1,-7 0 0,-6 0-247,-7 0 0,-7 0 1,-11 0-1,-7 0-95,-8 0 1,-5 0 0,-9 0 0,-4 0 73,-6 0 1,-8 0 0,38 0-1,-2 0 1,-6 0 0,-1 0-108,-3 0 1,-2 0-1,0-2 1,-1-1-1,-3-1 1,-1 0-1,-3 1 1,-2-1 43,-2 1 1,-1-1 0,4-2-1,0 1 1,-7 2 0,0 0-1,2 1 1,1-1 180,2-1 1,2 1 0,13 1 0,0 0 0,-6-3 0,-1-1 0,0 1-1,1-1 69,-2 2 0,1-1 0,4 1 1,2 1-1,-2 2 0,2 2 0,3-1 1,2 0 78,5 0 0,2 0 1,-30 0-1,1 2 1,12 5-335,8 9 0,12 3 0,4 6 0,7 0-1122,5 1 1,5-12-1,11 3-893,5-3 1,8-8 0,9-6 2169,11-9 0,7-6 0,4-1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1.016"/>
    </inkml:context>
    <inkml:brush xml:id="br0">
      <inkml:brushProperty name="width" value="0.05292" units="cm"/>
      <inkml:brushProperty name="height" value="0.05292" units="cm"/>
      <inkml:brushProperty name="color" value="#FF0000"/>
    </inkml:brush>
  </inkml:definitions>
  <inkml:trace contextRef="#ctx0" brushRef="#br0">2157 2468 8511,'-5'11'2464,"-1"0"0,-6-5 0,1 5-257,-4 1 1,8-4 0,7-5-1433,9-6 1,6-5-1,3-4 1,2 2 2267,1 3-3043,9 2 0,-11-1 0,9 1 0,-1 1 0,0 2 0,0 2 0,1 0 0,-3 0 0,6 0 0,-6 0 0,1 0 0,-4 0 0,1 2 0,-1 2 0,-2 1 0,-2-1 0,-7 0 0,0 1-8193,-7-3 1489,3 5 6704,-7-7 0,-7 7 0,-2 2 0</inkml:trace>
  <inkml:trace contextRef="#ctx0" brushRef="#br0" timeOffset="1">3073 2223 7681,'-11'0'4915,"0"0"0,0 6-2867,-6-1 1,7 1-1,1-5-1893,1 5 0,-4-4 1,1 5-1,-4 0 0,-1 4-82,-1 4 0,1 1 0,2 0 0,1 1 3,2-1 0,2 0 1,-4 1-1,4-1-272,2 0 1,1-5 0,8 0 0,4 2 224,5 1 1,3 3-1,4-1 1,4 0 426,5 1 0,-1-1 0,-1-1 0,1-3-22,-1-1 1,-5 0-1,2 6 1,-4-1-250,-2 0 1,-5-5 0,-2 0 0,-2 2-186,-3 1 0,-4-3 0,-5 0 0,-6 2 0,-4 1 0,-1 1 0,0-2 0,-3-3-683,-2 3 0,2-6 0,-2-1 0,2-4-791,3-2 0,0 0 0,-1-2 555,1-4 919,7-3 0,2-14 0,7-3 0</inkml:trace>
  <inkml:trace contextRef="#ctx0" brushRef="#br0" timeOffset="2">3318 2452 8440,'11'0'5695,"0"0"-4420,1 0 0,5 0 0,3 0 1,3 0-726,3 0 0,3 0 1,7-2-1,2-3-497,-2-6 0,-7 2 0,-3-2 0,-2-2-352,-5-1 0,0-1 0,-5 2 0,-3 3 75,-5-3 0,-5 4 0,-2 0 0,-5 1 274,-5 5 0,-3 1 0,-5 2 0,-2 0 134,-7 0 0,3 0 1,-2 2-1,-2 3 279,-2 6 1,4 4-1,1 1 1,1 0 129,-1 1 0,6 1 0,-1 4 0,2 3-82,3 1 1,5 6-1,2-1 1,2 5-381,3 1 1,4-3 0,6-1 0,5-2-857,3-4 1,4-3 0,2-10-1,4-1-711,1-2 1,-5-8 0,4 3 0,-2-4-560,-1-2 1,7-8 0,-5-2 1994,3-5 0,1-9 0,6-1 0</inkml:trace>
  <inkml:trace contextRef="#ctx0" brushRef="#br0" timeOffset="3">4070 2370 7585,'-28'2'1525,"1"4"0,11-3 0,-4 6 1,0 0 179,2 0 0,-1-3 0,3 3 0,0 0-987,-1 0 1,1-3 0,0 5-321,-1 1 0,8-3 1,2 2-1,2 2 269,-1 1 1,1 8 0,5 2 0,0 1-336,0 4 1,0 2 0,0 2 0,2 0-230,3-1 1,4-4-1,7-3 1,1-1-586,-1-4 1,6-9 0,0-6-1,-1-3-1305,3-2 0,0-4 0,5-5 0,-4-9-1877,-1-6 1,-1-3 3663,-1-6 0,-4-7 0,6-1 0</inkml:trace>
  <inkml:trace contextRef="#ctx0" brushRef="#br0" timeOffset="4">4282 2436 21575,'-5'11'0,"-1"0"783,3 1 0,-1 5 0,0 3 1,-1 1-276,1-1 0,2 6 0,2 1 0,0 2-352,0-2 1,2 2 0,2-5 0,3 0-151,2-1 0,0-1 0,4-7 1,-2-5 240,2-4 1,1 1 0,2-1-1,1-5-175,-1-4 0,0-6 0,3-9 1,1-4-73,1-5 0,1 1 0,-4-1 0,1-2-57,-3-2 1,4-2 0,-9 2 0,1 2-699,-1 2 1,2 7-1,-7-2-9076,-3 4 9712,-1 9 1,5 2 0,2 7 0</inkml:trace>
  <inkml:trace contextRef="#ctx0" brushRef="#br0" timeOffset="5">4691 2501 7707,'0'11'1265,"0"0"611,0 2 1,0 1-1,1 3 279,5-1 1,-4 2 0,5 2 0,-2 2-1476,1-2 0,1 0 1,-3 0-1,1 3 1,-1 3 1,-2-6-1,0 2 1,1-4-682,3-2 0,-1-5 0,-5 0 0,0-9 0,0-4 0,0-13 0,0-8 0,0-10 0,0-1 0,0-5 0,0 3 0,0-6 0,2 0-189,3 1 0,3 3 0,4-2 1,-1 3-1956,2 6 0,1 10 0,3-1 0,-1 5 2144,0 7 0,1 2 0,-1 8 0</inkml:trace>
  <inkml:trace contextRef="#ctx0" brushRef="#br0" timeOffset="6">5034 2468 7707,'0'17'5636,"0"-1"-4315,0 0 1,0 1 0,0-1-1,0 1 997,0-1 0,5 0 0,3 2 0,1 2-2126,3 2 1,-2 2-1,0-6 1,1 2-193,-2 0 0,4-11 0,-7 7 0,-1-3-892,2-4 0,-3-2-1566,7-7 0,-8-1 1,3-5-1,-4-7 2179,-2-7 1,-8 2 0,-1-5-1</inkml:trace>
  <inkml:trace contextRef="#ctx0" brushRef="#br0" timeOffset="7">5132 2060 11059,'-2'-15'4439,"-3"4"1,3 2-1179,-4 4 0,3 3-4213,-3-3 0,5 5 1,-3 5-3840,8 6 0,-1 3 4791,8 3 0,0-1 0,5 0 0</inkml:trace>
  <inkml:trace contextRef="#ctx0" brushRef="#br0" timeOffset="8">5475 1798 7707,'-11'6'0,"0"-1"0,8 2 0,-3-1 1964,5 5 0,1 9 0,0 5 0,0 4 1,1 9 196,5 8 0,3 1 0,5 13 0,-1 2-1537,-2 1 1,-6 10 0,5 0 0,-3-3-625,-4-4 0,-1-8 0,-2-2 0,0-9-2239,0-5 0,0-15-995,0-5 1,0-16 0,0-1 3233,0-12 0,0-15 0,0-3 0</inkml:trace>
  <inkml:trace contextRef="#ctx0" brushRef="#br0" timeOffset="9">5459 2338 7707,'-11'5'2430,"2"2"2485,2 2 0,-2 2-2739,9 6 0,3-8 0,15-4 0,2-3-2176,2-2 0,7 0 0,-3 0 0,1 0-1212,0 0 0,-5 0 0,3 0 0,-1 0-2065,-4 0 0,4 0 0,-3-2 2702,-1-3 0,6 3 1,-1-5-1</inkml:trace>
  <inkml:trace contextRef="#ctx0" brushRef="#br0" timeOffset="10">5851 2403 14052,'-5'11'1846,"-1"0"1,-1-6 0,2 6-1063,-6 2 1,3-4-1,3 2-630,3 2 0,2 1 0,0 2 1,0 1-203,0-1 0,0 1 0,0-1 0,2 0-66,3 1 0,3-7 0,4 0 1,-1-1-233,2 0 1,2-6-1,1 3 1,0-4-124,1-2 0,-3-2 0,-1-2 0,-2-3-284,1-2 0,3-4 1,-1-7-1,-1-2 423,-2 2 1,-2-3 0,4 1 0,-4 0 379,-2-1 0,0-1 0,-3-3 0,2 3 339,-3 0 0,-1 6 0,-2-4 819,0 4-406,0 2 1,2 9-1,1 9-356,3 12 1,5 4 0,-4 9-1,2 4-104,4 6 0,-4-1 1,2 8-1,2 3 389,1 5 0,-3 7 0,0 6 0,0 0 89,-2 1 0,0-6 0,-5-2 1,3-2-821,2-3 0,-5-8 0,1-5 0,-3-2 0,-2-1 0,-2-12 0,-3 6 0,-8-4 0,-7-1 0,-6-6 0,-6 1 0,-1-2 0,0-3 0,-1 0 0,-2-1 0,-4-2 0,-2-3 0,-2-4 0,-3 3 0,3 0 0,6 0 0,4-5 0,3 1 0,2-3-899,2-2 0,7 0 0,-2-2 1,4-3 898,1-6 0,-6-11 0,-3-3 0</inkml:trace>
  <inkml:trace contextRef="#ctx0" brushRef="#br0" timeOffset="11">6979 2550 7783,'-16'0'2301,"-1"0"5988,1 0-3983,7 0-3308,2 0 1,19 0 0,6 0-1,4 0 1,4 0 0,-3 0-999,1 0 0,3 0 0,-3 0 0,1-2 0,4-3 0,-5 3 0,-2-3 0,-2 3 0,1 2 0,-2-6 0,2 1-1823,-2 1 1,-3 1 1822,0-3 0,1-3 0,-1-7 0</inkml:trace>
  <inkml:trace contextRef="#ctx0" brushRef="#br0" timeOffset="12">8025 2305 8300,'-16'0'1243,"-1"0"1,1 0 0,0 0-726,-1 0 0,1 0 1,0 0-1,-1 2 1457,1 3-1081,0-3 1,-1 7 0,-1-5 0,-2 3 0,-2 2 0,2 4-198,2 1 0,9-3 1,2 0-1,1 2-626,1 1 0,1 3 0,10-1 0,6 0 40,8 1 1,6-1 0,7 2 0,-1 2 15,1 2 1,0 5-1,-2-3 1,-2 0-86,-2-1 0,-7 6 0,0-3 0,-8 1 156,-6 0 0,-4-7 0,-2 2 0,-2-4 219,-4-2 1,-8 1-1,-10-3 1,-1-3-767,-4-5 0,-2 1 0,0-2 1,0-1-1660,-1-2 0,8-4 1,-7-3-1,4-6 87,1-4 1,12-1 0,-1-2 1920,6-4 0,-3-4 0,2-6 0</inkml:trace>
  <inkml:trace contextRef="#ctx0" brushRef="#br0" timeOffset="13">8270 2550 7743,'17'-7'378,"-1"5"1,0-3-1,1 3 2012,-1 2 0,0 0 0,1 0-847,-1 0 0,0 0-530,1 0 1,-6 0 0,-2-2-1179,-2-3 1,-2 1-1,-5-7-299,0-2 1,0-1-1,-1-1 1,-5 3-119,-5 1 1,0 2 0,-3-2 0,-4 5 1169,-1 4 1,1 2-1,0 0 1,-2 2-47,-2 4 0,-1 3 1,3 7-1,-2 2 74,2 4 0,4 3 0,3 8 0,2 2-98,-2 3 1,6-2 0,2 8-1,5 1-496,5 2 0,6-10 1,9-6-1,4-6-2133,1-5 0,2-4 0,6-5 1,0-7 2110,-1-8 0,1-12 0,0-10 0</inkml:trace>
  <inkml:trace contextRef="#ctx0" brushRef="#br0" timeOffset="14">8695 2567 7743,'-2'14'827,"-1"-1"0,-3-1 1630,3 7 1,1-1-1,2 9 1,0 4-1440,0 5 1,2 6 0,3 5-1,4-1-158,0-3 1,4 1 0,-6 3 0,1-2-1171,-1-1 1,-2-13 0,-5 0-1309,0-6 1,-2-12 818,-3-13 1,-2-9 0,-6-13 0,4-7 142,2-7 0,-1-1 0,5-4 1,-3-1 945,3 0 0,6-3 0,5-6 0,1 0 177,3 4 1,3 7 0,1-4 0,2 1 232,4 1 0,-2 7 1,6 12-1,1 3-144,4 5 1,-8 10 0,8-1 0,-4 6 49,-1 6 1,-6 5 0,0 9 0,-7 3-252,-8 3 0,-3 3 0,-2 7 0,-2 4-355,-3 2 0,-6 1 0,-9 5 0,-4-3 0,-1-1 0,-3-14 0,-4 3 0,-1-4-1784,0-3 0,1-10 1,1-11-1,3-3-2767,7-2 1,3-14 4550,1-8 0,8-14 0,2-6 0</inkml:trace>
  <inkml:trace contextRef="#ctx0" brushRef="#br0" timeOffset="15">9153 2517 7743,'0'17'1638,"-2"-6"1,-2 0-266,-1 1 1,1 1 268,10-2 1,3-4-1,7-7 1,2 0-1245,4 0 1,-4-5 0,4-3-1,-2-1-549,2-3 1,-9-3 0,3-1 0,-3-1-248,-4 1 0,0 5 1,-6 0-1,3-1 120,-2-3 0,-4 4 0,-6 2 946,-5 2 1,-3 1 0,-3 6-1,1 0-134,0 0 1,-6 8 0,0 4 0,2 7-100,2 2 1,2 8 0,1-1 0,2 4-514,2 6 1,8-1 0,-3 5-1,4-4-58,2-7 1,8-1-1,4-10 1,7-5-1620,2-8 0,7-5 0,-5-4 0,3-3-341,3-6 1,-4-11 0,2-5 0,2-2 1309,2 2 1,-2 3 0,0 9-1,2 3 982,-2 1 1,-1 7 0,-1 1 0,-5 6 667,-4 8 1,-7 11 0,-2 3-1,-2 3 634,-3-1 0,-8-2 1,-3 2-1,-2-5 518,-4-4 0,4-3 0,-2-4-1655,-2-6 1,4-5 0,0-5 0,2-8-221,3-7 0,2-5 1,2-8-1,0 0-278,0 1 1,0-3-1,2-1 1,2-2-692,1 1 0,6 8 0,-3 4 0,1 1-1292,3 4 1,-3 2 0,2 4 0,2 3-2692,2 5 4811,1 12 0,15 3 0,3 7 0</inkml:trace>
  <inkml:trace contextRef="#ctx0" brushRef="#br0" timeOffset="16">9986 2517 7732,'-12'0'0,"-3"0"1584,-3 0 0,-4 0 0,0 2-314,-5 4 1,7-4 0,0 5 0,0 0-519,2 4 0,5 4 1,4 1-1,0 2-577,0 4 0,6 3 1,-3 6-1,4-2-323,2-2 1,8-1 0,2 1 0,7-5-856,5-4 0,-2-7 1,5-2-1,0-2 187,1-3 1,-6-9-1,0-8 1,-6-5 251,-3-4 1,-2-7 0,4 2 0,-4-4 195,-2-2 0,4 6 0,-5-1 0,-3-1 773,-1-1 1,-2 4 0,0 4 0,0 4 2397,0 2 1,0 9-1422,0 7 0,0 9 1,0 12-1,0 8-807,0 8 1,0-1-1,0 6 1,0-2-374,0-4 0,6-1 1,-1-4-1,0-4-3689,3-5 1,-5-6 398,8-5 1,-5-4 3087,5-7 0,-8-14 0,5-5 0</inkml:trace>
  <inkml:trace contextRef="#ctx0" brushRef="#br0" timeOffset="17">10215 1815 9731,'-9'1'7377,"4"7"-6441,3 8 0,2 4 0,0 11 1,0 7-142,0 7 0,2 10 0,1 14 0,3 4 160,-3 1 1,5 4-1,-3 6 1,-1-3-1059,-2-6 0,3-8 0,1-9 0,-3-9-303,-1-9 1,-2-13 0,0-5-7963,0-4 8368,0-8 0,-7-10 0,-2-10 0</inkml:trace>
  <inkml:trace contextRef="#ctx0" brushRef="#br0" timeOffset="18">10101 2452 7739,'0'9'4915,"2"4"0,3-8-3978,6-1 1,5 0 0,4-1 0,4 3-2046,1-3 0,-3-1 0,4-2 0,-1 0-801,0 0 0,1 0 1,1 2-1,-3 2 1140,-1 1 0,-5 2 1,4-3-1,-4 3 769,-1 2 0,-1 2 0,0 6 271,1-1 0,-6-5 1,-2 0-1,0 0 674,0-2 0,-4 0 0,6-6-288,2 3 1,2-1 0,1-5 0,0-2-451,1-3 1,-1 1 0,0-7 0,-1-1-339,-4-3 0,3-1 0,-5 0 0,0-1 148,-3 1 1,-4-1 0,-2 1 386,0 0 1,-2 5 0,-4 2 0,-6 2 101,-8 3 1,0 2 0,-8 4 0,-1 3 575,-1 6 1,-1 4-1,2 1 1,3 2-441,3 4 1,1 2 0,5 5-1,1-2-403,0 2 0,5 2 0,2 2 0,2-1-148,3 1 1,9-8-1,6-3 1,6-5-2526,4-6 0,-1-4 1,8-7-1,1-2-4495,2-3 6929,-6-5 0,13-6 0,-3 0 0</inkml:trace>
  <inkml:trace contextRef="#ctx0" brushRef="#br0" timeOffset="19">11016 2436 9830,'-16'0'5765,"-1"0"-3971,1 0 1,2 2-1,1 1-1372,2 3 1,7 6-816,-1-1 0,3 4 0,4 1 365,3 0 0,3-5 0,4 0 0,-1 2 189,2 2 0,0-5 1,-1 1-1,-1 4 325,2 5 0,-4-2 0,2 4 0,0-2 316,-2 2 1,4-2 0,-8 5-1,1 0-333,1 1 0,-5-6 0,3 2 0,-3-4-315,-2-2 1,0 0 0,-2-1-155,-3-4 0,-6 2 0,-9-8 0,-2-1-1372,2-2 1,-4-4 0,1-6-1,-1-6 1372,1-6 0,-7-16 0,5 1 0</inkml:trace>
  <inkml:trace contextRef="#ctx0" brushRef="#br0" timeOffset="20">12144 2485 7853,'-9'2'2457,"3"3"1,5 0-1,1 12 1,1 8-1649,5 10 0,-1 10 0,8 13 0,2 8-479,-3 1 1,1 2 0,2-2 0,-5-1-181,-4-8 0,-2-13 0,-1-9-1571,3-7 1,-1-14 428,-5-15 0,-5-15 0,-1-12 0,1-5 360,-3-7 1,7 3 0,-7-6 0,3-1 678,-1-5 0,1 8 0,5-10 0,0-1 408,0-2 0,0-1 1,0 6-1,4 3 254,7 1 0,-1 4 0,14 0 0,0 10-5,3 4 1,6 12 0,3 8 0,4 6-171,2 6 0,-4 10 1,4 11-1,-3 6-133,-2 5 0,-12 4 1,-7 5-1,-7-2-146,-3-1 0,-3-6 1,-9 4-1,-5-2-27,-7-4 1,-6-7 0,0-5-1,-7-4-706,-7-6 1,1-8 0,-3-1 0,4-3-1085,1-2 0,6-3 0,0-7 0,-1-8 412,3-5 0,3-6 1150,11-10 0,-3-2 0,5-8 0</inkml:trace>
  <inkml:trace contextRef="#ctx0" brushRef="#br0" timeOffset="21">12667 1994 13335,'2'-9'2914,"1"6"1,5 4-1914,1 5 0,2 14 0,5 4 1,0 12-500,1 13 1,-1 9 0,0 13 0,-1 5 60,-4 4 1,2-5-1,-8-6 1,-1-8-404,-3-6 1,-6-12 0,-2-8-1,-1-10-1437,1-8 1,2-14-1,5-3 412,0-9 1,0-13 0,0-3 0,0-2 498,0 0 0,2-1 0,1-4 1,3-1 833,-3 0 1,6 6-1,0 1 1,2 1-59,0 0 0,-5 5 0,5-2 1,1 4-72,3 1 1,3 8 0,2 6-1,4 6 259,1 8 1,-3 13 0,3 7-1,-1 7-209,-4 4 0,-2 1 0,-4 4 0,-3-1-629,-5-3 0,-4-6 0,-2-1 0,0-7-5135,0-7 3391,0-11 1,0-11-1,0-13 1,0-7 1983,0-7 0,0-4 0,0-2 0</inkml:trace>
  <inkml:trace contextRef="#ctx0" brushRef="#br0" timeOffset="22">13255 2550 7730,'6'-11'1622,"-1"0"702,8 0 1,-9 2-1355,7 4 1,-8 10 0,3 6 0,-5 6-347,-1 4 1,0-1 0,0 8 0,2 1 432,4 2 1,-4-4 0,5-2-1,0 1-818,4-1 1,-2-5-1,2 0 1,2-5-510,1-4 1,3-8 0,-1 3-253,0-5 1,1-8-1,-3-6 1,-1-5 36,-2-4 0,-8-1 0,5 1 0,-3-3 130,0-1 0,1-3 0,-6 6 0,0-1 478,0 0 0,0 3 0,0 4 0,-2 1 538,-3-1 1,3 7 83,-4-1 1,5 9-16,1 2 0,0 3 0,1 12 0,5 5-544,5 4 0,3 3 0,3 6 0,-1-1 42,0 1 0,1 0 0,-1 1 0,0 2 140,1 3 0,-6 1 0,-2-4 0,0 2-368,0-2 0,-6-1 0,3-4 0,-4-2 0,-2-2 0,-2-7 0,-4 2 0,-4-4-477,-5-2 0,-1-5 1,-1-2-1,1 0-753,0 1 0,-3-7 0,0 3 1,-5-5 73,-2-1 1,7-7-1,-3-4 1,4-3-3131,1-3 4286,8-6 0,-5-10 0,5-9 0</inkml:trace>
  <inkml:trace contextRef="#ctx0" brushRef="#br0" timeOffset="23">14024 2387 9712,'-28'2'1059,"1"1"0,-2 4 250,-2 2 0,4-3 0,0 5 0,-2 2-30,-2 1 0,5 1 0,5-3 1,2-3-1312,3-1-122,7 4 1,4-4 0,10 3-1,8-4-194,7 0 1,0-3 0,7 7 0,2 1 59,2 3 0,3-4 0,3 0 0,3 1 1080,1 3 0,-4 1 1,-1-1-1,-5-2 130,-4-3 1,-7 1 0,0 6 0,-5-1-489,-4 0 0,-10 1 0,-1-1 0,-11-1-597,-9-5 0,-5 3 0,-8-7 0,-1-1-293,-4 2 1,3-5-1,-3 4 1,4-5-161,1-1 0,6-7 0,1-2 1,3-2-3504,3 0 4119,9 0 0,-4-12 0,6-3 0</inkml:trace>
  <inkml:trace contextRef="#ctx0" brushRef="#br0" timeOffset="24">14203 2534 15764,'0'16'567,"0"2"0,0 4 0,0 4 591,0-1 1,2 6 0,2-4 0,1 2 329,-1-2 1,-2 2 0,-2-7-5476,0-2 3987,0-9 0,7-18 0,2-11 0</inkml:trace>
  <inkml:trace contextRef="#ctx0" brushRef="#br0" timeOffset="25">14203 2223 8772,'-16'0'3839,"0"0"3799,-1 0-8057,8 0 0,4 7 1,10 4-3943,6 4 4361,4 1 0,8 1 0,3-1 0</inkml:trace>
  <inkml:trace contextRef="#ctx0" brushRef="#br0" timeOffset="26">14612 2517 8587,'-16'6'2000,"-1"-1"1,1 3 0,0-5-845,-1 3 1,1-1 0,0-3-192,-1 3 0,1-1 1,0 7-1,-1 2-82,1 1 1,5 4-1,2 2 1,2 4-1207,3 1 0,2-5 0,2 4 0,2-2-231,3 0 0,1-1 0,8-6 0,5-2-76,-1-2 0,2-8 1,0 3-1,2-5-1558,-2-1 0,-1-7 1,1-4-1,2-3 2188,-2-3 0,-2-6 0,-1-3 0</inkml:trace>
  <inkml:trace contextRef="#ctx0" brushRef="#br0" timeOffset="27">14759 2567 7703,'11'-17'0,"-2"1"1487,-2-1 0,-3 8 397,-9 4 1,-5 5 0,-6 5 0,0 8-979,-1 7 0,1 0 0,0 5 0,1 1-496,4-1 1,-3-3-1,5 4 1,0-1-165,3 0 1,4-3 0,2 5-1627,0 3 0,2-14 1,5-5 845,10-8 0,-1-6 0,6-6 0,-4-9-885,-2-6 1,1 2-1,-1-5 1,-1-2 881,-4-2 0,1 0 0,-4 2 0,-1 4 999,0 1 1,0 2 0,-3 6 1135,1-1 1,1 10 0,-4 7-481,3 9 0,-3 13 1,3 5-1,-1 4-156,1 2 1,-3 0 0,6-3 0,-3 0-560,0-3 1,3-7 0,-5 2 0,5-6-3446,1-5 1,-4-4-1,6-7-89,2 0 1,-6-9 3130,-2-7 0,5-8 0,-1-9 0</inkml:trace>
  <inkml:trace contextRef="#ctx0" brushRef="#br0" timeOffset="28">15070 1929 8770,'-9'2'2457,"3"3"1,4 10-1,2 10 1,2 4-273,4 6 1,-3 16 0,6 1 0,0 8-1854,0 6 0,-5 3 0,3 11 0,-1-2-332,-1-2 0,1-12 0,-6-1 0,0-7-1227,0-8 0,0-14 0,2-14 1227,3-7 0,-3-6 0,5-7 0</inkml:trace>
  <inkml:trace contextRef="#ctx0" brushRef="#br0" timeOffset="29">16214 2517 7716,'-9'8'4881,"-6"-6"-4163,4 3 0,2-3 0,-2-2 1,-1 0-1,-3 0 0,-1 2-186,-1 3 1,1-1 0,0 7 0,-1 1-457,1 3 1,2 8 0,1 5 0,4 4-83,1 7 1,3-3 0,5 6 0,0-4-765,0-7 1,9-6 0,6-10 0,6-4 150,5-6 1,1-5 0,4-7 0,-2-10 132,-2-8 0,-7-11 0,2-3 0,-4 1 176,-1-2 1,-3 10-1,-1-7 1,-4 1 652,-2 1 1,-1 6 0,-6 4 1430,0 1-742,0 2 1,-6 15-1,1 9 1,1 11-386,2 7 0,2 11 1,2-1-1,2 9-587,1 2 0,8-2 0,-4 2 0,2-1-604,0-3 0,-2-8 0,4-4 0,-4-1-1633,-2-4 0,6-9 2177,-3-6 0,5-3 0,1-2 0</inkml:trace>
  <inkml:trace contextRef="#ctx0" brushRef="#br0" timeOffset="30">16819 1962 7139,'-11'0'5443,"2"1"-3419,1 5 1,3 10 0,5 12 0,0 4-1103,0 6 0,7 11 0,4 11 0,4 6-503,1 5 1,-5-2 0,-2 5 0,0-3-286,0-8 1,-5-4 0,3-14-1,-2-5-2886,1-7 1398,-1-19 0,-6-7 0,-5-17 0,-5-5 219,-3-1 0,-8-2 0,-2-2 0,-1-2 865,-4 2 1,3 2 0,-1 3 0,-4 2 747,-5 2 0,7 8 0,-4-3 0,4 5 400,4 1 1,1 0 0,8 1 0,1 7-147,4 8 1,4 8 0,7 8 0,2 1-599,3 0 1,12-1 0,10 1 0,4-2-670,1-4 1,8-3-1,2-10 1,2-3-861,-1-5 1,1-4-1,3-4 1,-3-6-3484,-6-8 4878,-11-8 0,4-8 0,-6-1 0</inkml:trace>
  <inkml:trace contextRef="#ctx0" brushRef="#br0" timeOffset="31">17129 2092 7691,'0'-9'8048,"0"4"-6796,0 10 1,0 1 0,2 10 0,2 10-869,1 8 0,8 15 0,-4 13 0,2 7 167,0 7 1,0-1-1,3-3 1,-1-4-553,-2-10 1,-2-13-1,3-7-2280,-1-3 1609,-7-17 1,3-11 0,-7-18 0,-2-3 101,-3-3 1,1 1 0,-7-2 0,-1-2 366,-3-2 0,-3 0 0,-2 6 0,-4 0 548,-1-1 1,5 6 0,-2 2-1,2 2 304,-1 3 0,6 3 1,-3 2-1,1 5-192,5 5 0,6 5 0,1 4 0,3 5-404,2 6 1,0-2-1,4 8 1,5-6-940,7-4 0,6-7 0,-2 2 1,3-6-685,3-5 1,-1-4 0,4-7 1569,-1 0 0,-1-7 0,6-2 0</inkml:trace>
  <inkml:trace contextRef="#ctx0" brushRef="#br0" timeOffset="32">17374 2779 8349,'0'16'0,"2"1"1245,4-1 1,-5 0 0,5 1-1,-4-1 1658,-2 0 0,1 1-1137,5-1 1,-4-5-1378,3 0 0,-1-15 1,-1-1-1,3-8-180,-2-3 1,-3-2 0,1-4 0,2-5-566,1-4 0,1-4 1,-4-1-1,1-2-1247,3 1 0,5 3 0,-4 3 0,0 2 410,0 2 1,4 7 0,-4 0 0,3 7 1192,2 8 0,10-4 0,3-1 0</inkml:trace>
  <inkml:trace contextRef="#ctx0" brushRef="#br0" timeOffset="33">17685 2599 7691,'16'17'647,"-1"-1"1,-3-2 410,-1-3 1,0-3-1,6-8 1,-1 0-200,0 0 0,1 0 1,-1-2-1074,0-4 1,-1-3 0,-2-7 0,-4 0 111,-2-1 0,-2 6 0,-5 0 0,-1 1-26,-5 0 0,2-2 1,-6 6-1,-3 1 1101,-2-2 0,-1 5 0,0-4 0,-1 6-169,1 6 0,0 5 0,-1 9 0,3 3-215,3 3 0,-2 1 0,8 6 0,1-1-471,2 1 0,2 0 0,0-2 0,0-2-761,0-2 1,8-13-1,2 1 1,5-6-458,1-5 1,6-3 0,0-2 0,0-5 1099,1-5 0,-5-3 0,6-3 0</inkml:trace>
  <inkml:trace contextRef="#ctx0" brushRef="#br0" timeOffset="34">18159 2534 8389,'-11'-6'914,"0"1"1,0-1 0,-5 6 0,0 0 145,-1 0 0,1 0 1,-1 0-1,-1 0-110,-3 0 0,8 6 1,-4 1-1,5 2-814,3 4 0,-4-4 0,8 2 0,1 2-175,2 1 1,9 3 0,2-1 0,4 0 328,3 1 0,-3-1 1,9 0-1,-2 1-29,2-1 1,-2 2 0,5 0-1,-1 0-140,-4-3 0,0-2 1,0 1-1,1-1 73,-1-2 0,-7-2 0,-4 4 0,0-4 338,0-2 0,-5 0-262,1-1 0,-5-4 0,-5 3 0,-6-3-453,-3-2 1,-5 0 0,-1 0 0,-3 0-1462,-3 0 1,5-2 0,-5-2 0,3-3-342,3-2 0,1-2 1,5-5 1984,3-1 0,-3 1 0,4 0 0</inkml:trace>
  <inkml:trace contextRef="#ctx0" brushRef="#br0" timeOffset="35">18469 2567 8873,'0'-10'4657,"-7"3"1,-4 7-4053,-3 0 0,-3 0 0,1 0-888,0 0 1,7 2-1,1 2-30,1 1 1,5 8 138,-3-2 1,10 3 0,8 3 302,7-1 1,-5 0-1,4 1 1,1-1 1,-1 0 0,4-5 0,-1 0 0,-2 2-97,-2 1 1,-1-3 0,-1 0 0,0 0-92,1-2 0,-7 6 0,1-4 410,2 3 0,-6-3 1,-1 0 868,-4 2 1,-10 1 0,-3 1-1150,-3-4 1,-2 1 0,-3-6-1,-1-1-2073,-1 2 1,-7-5-1,5 4 1,-3-4 1999,-3-2 0,-2-8 0,-1-1 0</inkml:trace>
  <inkml:trace contextRef="#ctx0" brushRef="#br0" timeOffset="36">19548 2779 7745,'0'16'33,"0"1"0,0-1 0,0 0 429,0 1 0,6-6 0,1-2 0,0 0 0,2 0 2408,0 4 1,-3-6-230,5-2-2181,-8-3 0,5-4 1,-8-3-1,0-8-386,0-7 0,0 0 0,0-7 0,0-4 0,0-5-79,0-8 0,-6 2 1,1-1-1,1-4 11,2-6 1,2 0 0,0-7 0,0 0-188,0 2 1,0 0 0,0 7 0,0 0 17,0 4 0,8 9 1,1 0-1,1 5-279,1 6 0,0 3 1,6 8-1,1 1-155,4 5 1,-4 2-1,4 8 1,-2 0-305,1 0 1,-4 8 0,1 4-1,-5 6-1854,-1 4 2755,-5 7 0,8 4 0,-6 9 0</inkml:trace>
  <inkml:trace contextRef="#ctx0" brushRef="#br0" timeOffset="37">19385 2485 7745,'-9'7'986,"-4"-3"0,6 5 1,-1 0 2722,1 0 0,5-5-2888,13 1 1,2-3 0,14-2 0,4 0-1145,5 0 1,1 0-1,5 0 1,-1-2-559,1-3 0,0 3 1,1-6-1,-4 3 215,-5 0 1,-7-1 0,-1 6 0,-3 0-623,-3 0 0,-7 2 0,-4 3 0,-2 6 1153,-3 4 0,-2 8 0,-4 5 0,-2 3 467,-1 1 1,-8 3 0,4 1 0,-2 2 2215,0-1 0,6-3 0,-6-1-333,-2-1 0,6-6-2136,2-4 1,3-13-168,2-9 0,0-7 0,2-12 0,1-1 543,3-1 1,5-8-1,-4 1 1,0-3-174,0-1 0,4 3 0,-4 0 0,3-2-1497,2 2 1,-3 5-1,2-1 1,2 1-709,1 4 1,3 2 0,-1 1-1,1 3 1923,-1 3 0,7-3 0,3 4 0</inkml:trace>
  <inkml:trace contextRef="#ctx0" brushRef="#br0" timeOffset="38">20104 2534 7745,'0'16'583,"-2"1"0,-3 1 766,-6 3 1,2-2 0,0 4 0,0-1-546,-1 0 0,7 7 0,-3-4 0,5 4-219,1 4 0,0-9 0,1 7 0,5-4-213,5-2 1,3-5 0,4 0 0,4-5-30,5-4 0,-1-8 0,1 3 0,2-6-137,2-6 1,2-3 0,-2-9 0,-2-4-315,-2-5 1,-13 2-1,3-1 1,-5 1-122,-2-1 1,-3 4-1,-9-3 1,-3 1-4,-6 4 1,-11 0-1,-4 2 1,-1 0-73,0 4 1,0 6 0,-8-1 0,-1 0-828,-2 0 1,5 5 0,8-1 0,1 5-531,4 5 0,2-1 1661,2 7 0,6 0 0,3 5 0</inkml:trace>
  <inkml:trace contextRef="#ctx0" brushRef="#br0" timeOffset="39">20545 2648 8654,'0'17'1944,"0"-1"0,0 0 1,0 1-1445,0-1 1,0-3-1,0 1 1,0 4 442,0 1 1,0 1 0,0 0 0,0 1-200,0-1 1,0-2 0,0-1-804,0-1-274,8-7 0,-5-3 1,6-12-1,0-6-180,0-8 0,-3-6 0,5-7 0,0-1 45,-2-4 0,5 3 0,-3-3 0,4 5 296,1 6 0,-5 4 0,0 8 1210,2 4 0,-1 6 1,-1 12-1,-4 9-94,1 10 0,-7 6 0,5 5 0,-4 1-584,-2-2 0,0-1 0,0-3 1,0-1-65,0-3 0,0-5-581,0-6 1,2-8-1,1-6 1,4-6-744,3-8 1,0-11 0,5-5 0,-2-4 562,-2-2 0,-1 0 0,7 1 0,-1 1 608,0 4 1,-5 3-1,0 8 29,2-1 1,2 8-1,-1 7 1,-1 11 1716,-2 13 1,-8 7 0,5 6 0,-3 3-1773,0 6 0,3-4 0,-5-2 1,5-6-118,1-4 0,-6-3 0,3-3 0,-4-13-3611,-2-4 3611,0-10 0,-8-19 0,-1-1 0</inkml:trace>
  <inkml:trace contextRef="#ctx0" brushRef="#br0" timeOffset="40">22131 1978 14454,'16'33'0,"0"3"1137,1 8 0,6 10 0,3 19 0,1 7 860,0 3-1816,-7-10 1,4 10-1,-10-15 1,-1-7-1,-4-2 1,-2-10 0,-3-9-1155,-2-13 835,-2-7 0,-2-9 1,-3-2-1,-6-4 138,-4-7 0,-8-5 0,-3-9 0</inkml:trace>
  <inkml:trace contextRef="#ctx0" brushRef="#br0" timeOffset="41">22163 2419 8526,'8'-16'1900,"-5"7"0,8 4 0,4 3-697,5 2 0,5 0 1,8 0-1,0 0-1117,-1 0 1,1 0 0,0 0-1,-3 0-521,-2 0 1,1 0 0,-7 0 434,-2 0 0,-2 0 0,-2 0 0</inkml:trace>
  <inkml:trace contextRef="#ctx0" brushRef="#br0" timeOffset="42">22507 2174 7726,'0'-11'2664,"0"0"1,1 2-1494,5-2 1,-4 11 0,5 11 0,-2 7-360,1 10 0,5 3 0,-4 16 0,0 4-474,1 0 0,-1 1 1,-4 1-1,3 3 2,-2 2 1,-3-7 0,-1 0-1,0-7-191,0-4 0,0-10 0,0-8-1047,0-4 665,0-8 0,0-10 0,0-11 0,0-6-504,0-5 1,2-3-1,2-8 1,3 1 465,2-1 0,-3 0 1,3 2-1,0 2 281,0 2 1,2 7-1,5-2 1,-1 4 47,-4 2 0,3 7 0,-3 5 400,3 8 0,3 10 0,-3 10 0,-1 1 263,-2 4 1,-7-3 0,3-1-1,-2 1-1112,1-1 1,1-10 0,-3 1 0,3-2-188,2 1 1,-4-4-1,6-2 1,2-2 96,2-3 1,3-2 0,2-2 0,3 0 128,3 0 1,-4-2 0,5-2 0,0-3 331,-2-2 0,5-2 0,-9-5 0,-1-1-94,-2 1 1,-3 3 0,-2 1-1,-4-5 359,-2-1 0,-2 7 0,-5-9-97,0 0 1,-7 0-1,-4 4 1,-3 1 327,-3 4 0,-1 4 1,-2 7-1,-3 0 81,-3 0 0,6 0 0,-3 2 0,1 5-183,0 10 1,0 1-1,6 7 1,0 1 213,-1-1 0,6 2 0,2 6 0,2 0 24,3-1 1,3 1 0,2 0 0,5-2-347,5-4 0,11 2 0,3-7 0,4-4-322,4-5 0,-8-1 1,11-6-1,1-4-467,-3-6 1,-5-5 0,-3-9 0,-1-4 114,1-5 408,-6 3 0,10-14 0,-4 3 0</inkml:trace>
  <inkml:trace contextRef="#ctx0" brushRef="#br0" timeOffset="43">11196 3842 7704,'0'-17'1337,"2"8"1586,3 4-1805,-3 3 0,7 4 0,-5 3 0,3 6 0,2 7 2505,4 9-3301,1 1 0,1 14 0,-2-4 0,-3 5 1,3 4-1,0 3 0,0 0 39,-2 5 1,-6-12-1,4 1 1,-2-9-3265,-3-8 1380,-2-4 1,-2-17-1,-2-10 1017,-4-10 0,3-12 0,-6 3 0,2-3 345,3-3 1,2-2 0,2-3-1,0-3 379,0-1 0,0-2 0,0 4 0,0-2-161,0 2 1,7-1 0,4 3 0,4-1 709,1 4 1,6 4 0,2 2 0,1 6 370,4 7 0,4 8 1,3-1-1,2 5-351,-2 5 0,-6 6 1,-5 9-1,-1 4-274,-4 1 1,-4 2-1,-3 6 1,-4 2-514,-2 3 0,-2-4 0,-6 4 0,-5-3 0,-5-2 0,-5-1 0,-4-1 0,-4-4-310,-1-5 0,-1-6 1,-3-5-1,2-5-1890,-2-4 1,4-2 0,-3-2 0,1-5 130,2-10 0,7-6 1,9-10 2068,1 0 0,3-7 0,5-2 0</inkml:trace>
  <inkml:trace contextRef="#ctx0" brushRef="#br0" timeOffset="44">11801 3858 8439,'0'16'2599,"0"1"0,0-1-1820,0 0 0,2 1 0,3 1 0,4 4-8,0 5 1,4-2 0,-6 3 0,0 1 158,1 2 0,-3-4 0,-3-4 0,2-3 883,1-5-1803,0-2 0,-5-6 0,0-7 148,0-9 0,6-11 0,-1-4 0,-1-1-36,-2-4 0,-2-2 0,2-2 0,1 0-776,3 1 0,1 1 0,-3 2 0,1 3-935,-1 3 0,-1 1 0,1 6 0,1-1 403,-1 1 0,5 7 0,2 3 0,5 6-4720,6 6 5906,-4 3 0,20 7 0,-3 1 0</inkml:trace>
  <inkml:trace contextRef="#ctx0" brushRef="#br0" timeOffset="45">12307 3923 6771,'9'0'3164,"-3"0"1,-12 0-1248,-4 0 1,-1 6 0,-4 1-1104,-3 2 1,-2 0-1,4 4 1,1-2-264,4 2 0,-1-3 0,6 7-323,2 6 0,3-1 0,1 0 0,0-2-56,0 2 0,9-10 0,5 5 0,8-3-9,3 1 1,3-6 0,3-4 0,-2-3-178,-2-2 1,0-5 0,4-4 0,-4-4-244,-5-5 1,-6-2 0,-5 4 0,-3-3-115,-1-2 0,-5 2 0,1-2 0,-6 2-44,-8 3 1,-4 0 0,-1-1-1,-2 3 43,-4 3 1,2-2-1,-7 8 1,-1 1-536,3 2 1,0 1 0,5-3-2829,-2-2 3735,0 1 0,6 20 0,-1 3 0</inkml:trace>
  <inkml:trace contextRef="#ctx0" brushRef="#br0" timeOffset="46">12732 3956 7768,'-16'-9'475,"0"4"1,5 3 0,0 2 1929,-2 0 1,-1 2 0,-1 3-1,2 6-1709,3 3 0,6 3 0,-2-1 0,5 2-1183,1 4 0,0-2 0,3 4 1,6-3 86,8-1 1,3-11 0,-2 6 0,2-6-146,2-5 0,1-2 1,-3-4 222,2-4 1,-2 3 0,-7-8 0,-4-2-13,-2-1 0,-2-3 0,-5 1 1,0-1 164,0 1 0,0-6 1,0 1-1,0-1 267,0-2 0,-5 6 1,0-4-1,1 4 1362,2 2 1,-3-1-435,-1 1 1,1 9-1,7 7-403,3 9 0,4 13 1,7 5-1,3 7 319,2 10 1,-1 1 0,6 13 0,-3 1-222,-3-1 1,-1-4-1,-5 6 1,-3 0-722,-6-2 0,-3-2 0,-4-10 0,-3-6 0,-6-7 0,-3-12 0,-3 1 0,-1-6 0,-4-5 0,4-3 0,-4-10 0,2-5-1300,-1-10 0,2-1 0,-2-7 0,1-3-315,-2-2 1,4 0-1,-2-8 1,5 2 179,4-2 0,6 2 1,-4-6 1434,1 2 0,3-6 0,5 5 0</inkml:trace>
  <inkml:trace contextRef="#ctx0" brushRef="#br0" timeOffset="47">13076 3923 9149,'-9'8'3152,"1"-5"0,8 8 0,0 2-2278,0 1 0,2 5 0,2 1 0,3 3-299,2 3 0,-3-5 1,3 5-1,0-3-436,0-3 1,-6-1 0,5-5 0,-3-1-723,1-2 1,1-8 597,-2 3 0,-3-13 0,4-8 0,-5-7-176,-1-3 1,0-2 0,2-6 0,2 0-489,1 0 1,1 1 0,-4-1 0,1 2-523,3 4 1,4-2 0,-2 7 0,1 2-1476,4 2 0,-4 9 2646,2 3 0,-1 5 0,7 1 0</inkml:trace>
  <inkml:trace contextRef="#ctx0" brushRef="#br0" timeOffset="48">13566 3842 7737,'-16'0'1714,"-1"0"-220,1 0 0,5 0 0,0 0 0,-2 0-200,-1 0 1,3 1 0,0 5-821,-2 5 0,4 3 1,0 3-1,2 1-342,3 4 1,3-2-1,1 5 1,0-1-516,0-4 0,5-2 0,2-2 1,2-1 13,4-4 0,2-2 0,1-6 0,0 3-7,1-3 1,-7-6-1,1-5 1,2-2-272,2-9 0,-4 3 1,-2-8-1,-2 3 357,-4-1 1,1-2 0,0 4 0,1-2 779,-1 2 1,-1 2 0,1 2 1237,2 0-20,-1-1 1,-5 10-1,0 7-951,0 9 1,2 13-1,1 3 1,5 4-55,1 4 1,-4-4 0,4 7 0,0-5-450,0-3 0,-5-7 0,3 5 0,-1-3-2632,-1-3-2538,1-9 1,-1-5 4915,1-12 0,-1-10 0,-5-9 0</inkml:trace>
  <inkml:trace contextRef="#ctx0" brushRef="#br0" timeOffset="49">13909 3809 7743,'-2'16'0,"-3"1"0,3-1 0,-3 0 0,3 2 2457,2 4 1,0 2-1,2 3 1,1-3-1069,3-1 1,-1-3 0,-3 6 0,2-3-683,1-3 1,1-1 0,-6-3-1137,0 0 152,0-7 0,0-3 0,1-12 0,3-5-896,1-3 0,1-4 1,-6-2-1,2-4 777,3-1 1,-1-3-1,5-2 1,0 0 123,0 3 1,0 5 0,4-3 0,-2 1 403,1 4 0,-2 2 1,0 4 652,3 3 1,2 4 0,-1 10-1,-1 6-165,-2 8 0,-6 10 0,4 0 1,0 4-3,0 2 1,-5-1-1,2-1 1,-5-3-382,-1-7 0,6-3-1277,-1-1 1,3-10 825,-3-7 1,-3-7-1,5-10 1,-1-1-386,-1-3 1,6 2-1,-4-4 1,0 1 523,1 0 1,-1 6-1,-3 5 1,3 0 18,2 2 0,-4-4 0,6 8 882,2 1 0,-4 8 1,0 3-1,0 2-372,0 4 0,-5 7 0,3 2 0,-1-1-578,-1 3 1,1-6-1,-5 4 1,3-4-568,1-2 1,1 1 0,-6-1-2631,0 1-3508,0-8 6829,0-2 0,0-7 0</inkml:trace>
  <inkml:trace contextRef="#ctx0" brushRef="#br0" timeOffset="50">14710 3744 7743,'-16'0'446,"-1"0"1,1 0 0,0 0 2556,-1 0 0,1 0 0,0 0-433,-1 0 0,6 0-2506,1 0-208,6 0 0,-2 7 0,10 4 0,2 3 331,-3 3 0,4 1 0,1 2 0,-1 2 194,0-3 1,4 5 0,-4 0-1,2-1 76,4 1 1,-4-2 0,0-6 0,0 0-274,1 1 0,-5-1 0,6 0 50,2 1 0,-6-6 0,0-2 62,0-2 0,-5 6-296,4-2 0,-5-2 0,-1 2 0,-5-6 0,-2 4-1442,-2-2 0,-2-1 0,-6-6-1607,1 0 1,0 0-1,-1 0 3049,1 0 0,-8-7 0,-1-2 0</inkml:trace>
  <inkml:trace contextRef="#ctx0" brushRef="#br0" timeOffset="51">11294 4250 8347,'9'0'3259,"0"0"-2138,-3 0 1,-3 0 4871,8 0-5329,-7 0 0,9 8 1,-6 2-1,0 7 0,2 6 1,-2 10-1,2 9 1006,1 5-1674,-7 2 0,10-2 0,-6-1 0,0-4 1,1-2-1,-3-4 0,1-3-1768,-1-6 1,0-9 0,-3-9-6112,4-2 7883,-4-1 0,12-14 0,-5-1 0</inkml:trace>
  <inkml:trace contextRef="#ctx0" brushRef="#br0" timeOffset="52">1994 5705 8386,'-17'7'4885,"7"-3"174,-1 7-3649,0 0 0,3-2 0,8-4 0,10-3 1,4-2-1,4-2-784,4-3 1,-4 3 0,6-3-627,-1 3 0,-4 2 0,2 0 0,-1 0 0,0 0 0,2 0 0,0 0 0,-4 0-335,4 0 0,-9 0 0,3 0-2123,-2 0 0,1 0 1,1 0-1,1 0 2436,-1 0 0,0-7 1,1-2-1</inkml:trace>
  <inkml:trace contextRef="#ctx0" brushRef="#br0" timeOffset="53">3138 5346 7771,'-22'14'1556,"2"-1"1,0-2 361,2 1 0,0 3 1,1 1-1,-1 1-926,-3-1 0,1-3 0,-6-1 0,3 3-407,3-2 0,0-1 0,0 5 0,-2-1-89,2 0 1,2 1 0,1-1-325,1 0 0,7-5-420,3 0 1,12-7 0,7 1 0,7-3 216,7-2 1,0 0 0,2 0-1,4 0-66,1 0 0,-3 6 0,7-1 0,-3-1 964,-2-3 1,-1 1 0,-1 2 0,-4 3-868,-5 2 0,-4 2 0,-3 7 0,-4 4 0,-4-4 0,-9 6 0,-3-2 0,-6 0 0,-6-1 0,-4-3 0,-5 2 0,1 2 0,-6 0 0,4-7 0,-4-3 0,-2-1 0,0-2 0,1 2 0,-1-4-336,0 1 1,6-6-1,2 1 1,1-6-1693,4-8 0,7-4 1,4-3 2027,2-4 0,2-3 0,5-8 0</inkml:trace>
  <inkml:trace contextRef="#ctx0" brushRef="#br0" timeOffset="54">3285 5656 22276,'7'16'1867,"-3"3"0,9 4 1,3 10-1670,4 9 0,4 7 0,-6 3 1,2 5-199,0 1 0,-11-5 0,5 1 0,-5-3 0,-5-2 0,-2-13 0,-2-5 0,-2-5 0,-3-6 0,-5-4 0,-6-5 0,0-6-1276,-1-3 1,1-4 0,0-5-1,-1-8 91,1-5 0,0-10 1,-1-1-1,1-7 685,0-4 0,5-2 0,2-3 0,1 2 650,5 1 1,1 0 0,2-5 0,0 0 628,0 0 1,7 4 0,6 1 0,7 1 313,7 3 1,4 12 0,2-1 0,-1 8-435,1 6 1,2 10 0,1 1 0,2 6-384,-2 3 0,-7 8 0,-3-2 1,-2 5-277,-5 6 0,-6-4 0,-4 6 0,-1-2 0,-5-1 0,-1 8 0,-4-1 0,-3 1 0,-6-2 0,-6 4 0,-2-6 0,-5 3 0,-2-1 0,-3-2 0,-7 2 0,-2-5-1194,2-4 0,7-3 1,3-2-746,3-2 0,3-10 0,9-1 1,5-10-823,4-10 0,11-6 1,8-7 2760,8 1 0,13-1 0,4 0 0</inkml:trace>
  <inkml:trace contextRef="#ctx0" brushRef="#br0" timeOffset="55">4119 5591 7667,'0'-9'1821,"0"0"0,-2 5 580,-4-1 0,-3-1 0,-7 8 0,-2 2-1576,-4 1 0,4 6 0,-4-4 0,4 2-535,2 4 1,-1 1 0,1 3 0,-1 1-137,1 4 0,7-4 0,4 6 0,3-3-536,2 1 0,0 5 1,0-5-1,2-2-303,3-2 1,-1-7-1,7-2 1,3-1 226,6-5 1,-2-3-1,4-7 1,-4-8-171,-1-5 1,-1-9 0,0 2 0,1-4 286,-1-1 0,-2-1 1,-1 0-1,-4 0 565,-1 1 0,-1 6 0,-4 5 1,3 2 2787,-3 3-1622,-1 7 1,-2 16 0,0 15 0,0 7-598,0 4 1,8 7-1,1 1 1,2 1-794,-1-4 0,-4-3 0,5-4 0,0-2 0,-2-2 0,5-9 0,-5 0 0,2-7-2458,0-3 0,0-5 1,5-8-1,-1-6-4941,-4-4 7399,3-8 0,3-3 0,8-6 0</inkml:trace>
  <inkml:trace contextRef="#ctx0" brushRef="#br0" timeOffset="56">4658 5558 7714,'0'-11'3276,"0"0"1,-2 8 0,-3-3-2007,-6 4 0,2 2 0,-2 0 0,-2 0-93,-1 0 1,-3 0-1,1 2 1,0 4-844,-1 5 0,1-1 0,0 5 1,-1 5-335,1 4 0,1 3 0,4 5 0,4 3 0,0 3 0,5-7 0,-3 4 0,3-3 0,2-3 0,7-5 0,4 1-917,4-1 0,1-10 0,0-8 0,1-4-715,-1-2 1,-2-2-1,-1-5 1632,-2-10 0,7-6 0,8-10 0</inkml:trace>
  <inkml:trace contextRef="#ctx0" brushRef="#br0" timeOffset="57">4723 5754 10808,'17'0'2778,"-1"-2"1,0-1 0,3-3-1760,2 3 1,7-6-1,6-2 1,2-2-511,1 2 0,-6-3 1,7 3-1,-4-4-232,-1-1 1,-8 5-1,-3 0-516,-4-2 0,-9 4 146,-3-2 1,-6 2-1,-6-3 126,-4 1 0,-5 5 0,-1-3 1,-1 2 204,1 3 0,3 2 0,-1 2 64,-4 0 1,-2 0-1,3 0 1,1 0 16,0 0 1,-1 2 0,1 2 0,0 3-320,-1 2 0,1 2 0,1 5 0,3 1 0,1-1 0,0 2 0,-4 2 0,3 2 0,1-2 0,7 0 0,-1 0 0,3 4 0,2 1 0,0-3 0,0 3 0,2-1 0,3-4 0,2-2 0,8-2 0,-1 1 0,4-1 0,4 0 0,-2-1 0,2-4 0,-2-6 0,4 3 0,-1-3 0,3-1 0,3-3 0,-4-1 0,1 0 0,-1 0-1037,0 0 1,-3-7 0,2-4 0,-2-3-735,-2-3 1,-6-1 0,10-2 1770,-1-2 0,-4-14 0,4 2 0</inkml:trace>
  <inkml:trace contextRef="#ctx0" brushRef="#br0" timeOffset="58">474 6751 9075,'-9'2'5538,"1"2"-268,1 1-2076,5 1-2516,-5-6 1,14 0 0,4 0 0,4 2 0,5 1 0,5 3 0,10-3-469,5-1 1,10 4-1,10-1 1,6-1-211,5-3 0,3-1 0,8 0 0,-1 0 0,-1 0 0,0-1 0,-2-3 0,4-3 0,2-2 0,1-2 0,-39 4 0,1-1 0,43-6 0,-42 5 0,-1 1 0,29 1 0,8-9 0,-4 3 0,-4 4 0,-2 0 0,6 5 0,6-1 0,3 1 0,3 2 0,-44 2 0,0 0 0,0 0 0,-1 0 0,45 0 0,-10 0 0,2 0 0,-1 0 0,1 0 0,1 0-236,-33 0 1,0 0 0,-5 0 0,0 0 235,10 0 0,1 0 0,-10 0 0,0 0 0,4 0 0,1 0 0,-2 0 0,0 0 0,-1 0 0,0 0 0,-3 0 0,0 0 0,5 0 0,2 0 0,1 0 0,2 0-37,3 0 1,0 0 0,-5 0 0,1 0 0,3 0-1,0 0 1,-3 0 0,-1 0 36,-2 0 0,-1 0 0,-3 0 0,2 0 0,9 0 0,1 0 0,3 0 0,0 0 0,1 0 0,0 0 0,-5 0 0,0 0 0,3 0 0,0 0 0,0 0 0,1 0-63,1 0 0,0 0 0,-3 3 0,0 0 0,8 0 0,2-1 0,-2 0 0,-1 0 63,0-1 0,-1 0 0,-4-1 0,1 0 0,2 0 0,2 0 0,1 0 0,1 0 0,3 0 0,0 0 0,-7 0 0,0 0 0,7 0 0,1 0 0,-1 0 0,-1 0-84,0 0 0,-1 0 0,-1-3 0,0-2 0,10 1 0,1-1 1,-1 1-1,0-1 84,-1 2 0,0 1 0,-8 0 0,1 0 0,7 1 0,2-1 0,3-2 0,0 0 0,3 0 0,-1-1 0,-7 2 0,0 1 0,3-3 0,1 1 0,0-1 0,1 1-145,1-1 0,0 0 1,-4 3-1,1 1 145,-20-1 0,2 0 0,-2 0 0,19 1 0,0 1 0,2-1 0,0 2 0,-5-1 0,0 0 0,8 0 0,1 0 0,2 0 0,0 0 0,-1 0 0,0 0 0,-9 0 0,-1 0 0,1-1 0,0 2 0,5-1 0,1 1-69,4 2 1,0 0 0,-10-2-1,1 0 1,10 1 0,0 1 0,-3-2-1,0 0 69,3-1 0,0 0 0,-8 0 0,1 0 0,-22 0 0,2 0 0,0 0 0,-1 0 0,0 0 0,0 0 0,1 0 0,-1 0 0,-1 0 0,27 0 0,0 0 0,-26 0 0,0-1 0,0 0 0,1 0 0,0 0 0,1-1 0,-2 1 0,1-1 0,-1 0 0,28-3 0,0-1 0,-24 4 0,1 0 0,0 1 0,-1-1 0,-1 0 0,-1 0 0,-1 0 0,0-1 0,-1 1 0,24 1 0,0 0 0,-23-1 0,1 0 0,1 1 0,1 0 0,0 0 0,0 1 0,1 0 0,-1 0 0,0 0 0,24 0 0,-1 0 0,-28 0 0,1 0 0,-1 0 0,3 0 0,1 0 0,0 0 0,0 0 0,1 0 0,-1 0 0,27 1 0,0 0 0,-29 0 0,1 0 0,0 0 0,-1 1 0,0 0 0,0 0 0,2-1 0,0 0 0,-1 0 0,22 3 0,0 0 0,-21-2 0,2-1 0,-1 1 0,1 0 0,-1 0 0,0 0 0,1 0 0,0 1 0,-1-1 0,26-1 0,0 0 0,-29 0 0,1 1 0,0 0 0,1-1 0,1 0 0,0-1-41,2 0 1,2 0 0,-2 0 0,-5 0 0,0 0 0,0 0 0,6 0 0,1 0 0,-1 0 0,-3 0 0,-1 0 0,1 0 40,-1 0 0,0 0 0,0 0 0,26 0 0,1 0 0,-24 0 0,2 0 0,-1 0 0,-1 0 0,-2 0 0,1 0 0,-2 0 0,-1 0 0,0 0 0,28 1 0,-1 0 0,-27 0 0,0 0 0,0 0 0,-1 1 0,1 0 0,0 0 0,-2-1 0,-1 0 0,0 0 0,24 0 0,0 0 0,-23 0 0,0-1 0,0 1 0,30 1 0,0 0 0,-2 0 0,-3 1 0,-10 1 0,-1-1 0,4-1 0,1 0 0,1 1 0,-1 0-2,2-2 1,-2 1 0,-8 2-1,-1-1 1,0 0 0,-1 0-1,-2-1 1,0 1 1,-1 1 0,-2 0 0,-4-3 0,0-1 0,7 4 0,1 0 0,0-1 0,0-1 106,1 1 1,-3 0 0,-10 0 0,-1-1 0,3-2-1,-1 0 1,-1 0 0,-1 0-107,-1 0 0,0 0 0,-2 0 0,-1 0 0,3 0 0,0 0 0,-1 0 0,-1 0 0,-1 0 0,-2 0 0,33-2 0,-2-1 0,-8-3 205,-6 2 1,-9-3-1,9 0 1,-2 0-206,-5-1 0,-2 1 0,-9 4 0,-2-5-3464,-8-1 1,-4 4 3463,-5-6 0,3 2 0,-8-2 0,-7 4 0</inkml:trace>
  <inkml:trace contextRef="#ctx0" brushRef="#br0" timeOffset="59">2402 7471 8540,'-9'7'3015,"-5"-5"1,12 7-2028,-3-4 0,-3-1 0,3 7 1,1 2 577,2 1-1327,2 10 0,6 1 1,-1 10-1,1 1 0,1 6 1,2 3-1,2 6 378,0 0-584,-8-8 1,10 1 0,-7-8-1,-1-3 1,1-2 0,1-7-5381,2-4 4463,-5-11 1,3-9 0,-7-13 696,0-7 0,-2 0 0,-2-5 0,-3-1 205,-2 1 1,4-4 0,-5-8 0,1-1 153,0 2 1,6-1 0,-3 1 0,3-4 193,-3-2 1,4 4 0,-3-4 0,5 3 62,5 2 0,4 8 0,8 4 0,1-1 263,4 1 1,-2 10-1,7-1 1,2 1-122,2 1 1,-4 5-1,0 3 1,2 5-218,2 1 1,-4 1-1,-1 5 1,-2 7-277,-4 7 1,-2 0-1,-4 5 1,-1 0 5,-2 1 1,-8 1 0,3 4 0,-4-2-280,-2-2 0,-8-5 0,-2 3 0,-5 1-126,-1-1 1,-6-10 0,-2 1 0,-1-1-71,-4-1 1,0-3 0,0-2 0,1-2-420,-1-3 1,6-2 0,1-2 0,4 0-1288,1 0 1,8-7-1,4-4 2097,3-4 0,17-8 0,3-3 0</inkml:trace>
  <inkml:trace contextRef="#ctx0" brushRef="#br0" timeOffset="60">3056 7487 7877,'-13'0'1524,"-1"0"559,-4 0 0,-2 5 0,3 1-826,1-2 1,5-3 0,2 1-741,2 4 0,-4-3 1,6 8-396,1 2 0,2 7 0,2 3 0,0 3 23,0 3 0,0 0 0,2 0 0,2-3-274,1-3 1,8-1 0,-2-8-1,3-1-182,2-2 0,-5-7 0,0 1 0,0-5-20,-2-5 1,4-4 0,-6-8 0,0 1-75,1 0 0,3-6 0,-6-2 1,-1-1 198,-2-4 0,-2 3 0,0-1 0,0 0 95,0 1 0,0-3 1,0 7-1,0 3 1259,0 0 1,0 3 831,0 0 1,0 10-1208,0 12 1,5 3-1,2 14 1,1 1-501,-1 3 1,4-1 0,-4-1 0,2 0-661,4 1 1,-4-6 0,2 2-1200,1-4 0,3-4 0,1-1-731,1-2 1,-1-7 0,0-1-706,1-6 3022,-1-6 0,8-8 0,1 1 0</inkml:trace>
  <inkml:trace contextRef="#ctx0" brushRef="#br0" timeOffset="61">3514 7438 9769,'-16'0'2205,"5"0"0,2 2 1,-1 1-1210,1 3 0,4 8 0,-6 1 0,0 7-446,2 3 0,-4 2 0,8 6 1,1 0-256,2 0 1,2-3-1,0-2 1,2-7-967,4-2 0,3-5 1,7-3-1,0-6-1,1-3 0,-1-2 0,1-2 0,-1-3 259,0-6 0,1-3 0,-3-3 0,-3-1 277,-6-4 1,-1 4 0,0-5 0,1 1 308,-1 0 1,-2-5 0,-4 3-1,-2 0 339,-1 1 1,-3 1-1,5 6 363,-3-1 0,-1 3 46,2 3 0,3 5-314,-4 12 0,6 3 1,4 9-1,3 2-19,2 2 1,-3 9 0,5 0 0,1 5-178,3 0 1,-4 4 0,-2 0 0,0 2-355,0 3 0,-3 3 0,3-1 1,-2-4-58,-4-4 0,-1-3 0,-4 0 0,-3 1 0,-6-6 0,2-6 0,-2-11 0,-2-1-880,-1-2 1,-8-7-1,0 1 1,2-3 153,2-2 0,2-9 0,0-7 0,-1-10-1069,1-5 0,7-9 1795,3-3 0,-3-5 0,0-1 0</inkml:trace>
  <inkml:trace contextRef="#ctx0" brushRef="#br0" timeOffset="62">3841 7552 18095,'16'0'1900,"0"0"-1840,1 0 0,-6-5 0,0-2 0,1-1-86,3 1 1,-4-6 0,0 4 0,0-2 31,-2 1 1,3 4-1,-6-5 469,-3-1 0,-1-3 1,-2-1 137,0-1 0,-2 8 0,-1 2 0,-5 2-200,-1-1 0,-1 1 0,-7 5 1,1 0-158,-1 0 0,1 7 0,0 4 0,-1 3 188,1 3 0,0-1 0,-1 2 1,3 4-399,3 5 1,-2 0-1,8 3 1,1 2-47,2 3 0,4-4 0,4 5 0,5-5 0,3-4 0,4-5 0,4 3 0,5-3 0,4-7 0,-2-1 0,2-8 0,4-5-1739,-1-4 0,1-6 0,-3-9 1739,1-4 0,0-4 0,-1-6 0</inkml:trace>
  <inkml:trace contextRef="#ctx0" brushRef="#br0" timeOffset="63">4625 7520 7884,'-11'2'3332,"1"3"0,4-3 2871,-5 3-4641,8-3 1,-3-2-1,12 0-926,4 0 0,5 0 0,1 0 0,1 0 0,1 0-619,4 0 1,-2-2 0,7-1-18,2-3 0,2 1 0,1 5 0,-1 0 0,-3 0 0,1 0 0,-6 0 0,3 0 0,-6 0 0,1 0-1270,-2 0-6402,-10 0 1807,-2 0 5865,-7 0 0,0-8 0,0-1 0</inkml:trace>
  <inkml:trace contextRef="#ctx0" brushRef="#br0" timeOffset="64">5524 7127 7845,'-16'8'3901,"0"3"-627,7-4-2257,1 0 0,8-5-250,0 3 0,0 4 0,0 8 1,0-1-223,0 0 0,0 6 0,0 2 1,0 0-1,0-1-182,0-3 1,0 4 0,-2-1 0,-1 1-390,-3 0 0,1-8 0,5-5-566,0 2 553,0 1 743,0-5 0,2-2-44,3-7 0,-1 0-262,7 0 0,-6 0-103,6 0 1,0 0-206,5 0 1,1 0-1,-1 0-4,0 0 0,-5 0 0,0 0 0,2 0-25,1 0 1,3 0 0,-1 0 0,0 0-276,1 0 0,-1 0 0,0 0 0,1 0-661,-1 0 1,0 0 0,1-1-2953,-1-5 0,-5 4 667,0-3 1,-7-4 3159,1-2 0,-3-4 0,-2-1 0</inkml:trace>
  <inkml:trace contextRef="#ctx0" brushRef="#br0" timeOffset="65">5720 7275 9449,'-9'10'3276,"4"1"1,3-5 0,2 5-2205,0 1 1,0 3 0,0 1 0,0 2-593,0 4 0,0 4 0,0 6 0,0 1-446,0 0 1,6-4 0,-1 0 0,-1 2-340,-3-2 0,1-7 0,2-1 0,1-2 80,-1-3 1,-2-5-2215,-2 0 1,2-8-1,1 1-3636,3-8 6075,6-5 0,-3-14 0,8-3 0</inkml:trace>
  <inkml:trace contextRef="#ctx0" brushRef="#br0" timeOffset="66">6243 7046 7845,'-16'7'413,"5"2"0,0 6 1,0-3 1759,2-1 1,-3 0 0,6 7-1,1 4-1122,-3 5 0,7-1 0,-5 1 0,4 4-461,2 5 1,0 0 0,0 8 0,0 1-573,0 3 1,0-7-1,0-2 1,0-5-1419,0-1 0,0-8 0,2-3-1182,4-4 0,-5-7 0,7-2-1720,-1-2 4302,-5-8 0,5-8 0,-7-8 0</inkml:trace>
  <inkml:trace contextRef="#ctx0" brushRef="#br0" timeOffset="67">6227 7454 7845,'16'-16'970,"1"0"0,-6-1 0,0 3 0,1 1 196,3 2 0,1 0 0,1-5 0,-1 0-1118,0-1 1,-5 6 0,0 2-1720,2 2 0,-1-6-91,-1 2 0,-3 2-1602,-8-2 3382,0 8 1,-6-3 0,-1 10-72,-2 1 1,3 8 0,-3-2 903,2 4 0,-4 1 0,6 0 0,1 1 741,2-1 1,2 0-1,0 2 1,0 2-619,0 2 1,0 2-1,2-4 1,2 3-686,1 3 0,2-4 1,-3 3-1,3-1-165,2-4 0,-3-2 0,5-4-5922,1-3 5798,-4-3 0,13-8 0,-2 0 0</inkml:trace>
  <inkml:trace contextRef="#ctx0" brushRef="#br0" timeOffset="68">6652 7193 7899,'-7'11'3276,"-4"0"1,2-1 0,0 7-1793,1-1 0,3 1 1,5 1-1,2 2-1090,3 1 1,-3 9-1,5-3 1,-1 4-385,-1 1 0,6 1 0,-5-2 1,-1-2 264,2-2 0,-5-10 0,5 3-5901,1 0 5626,-7-8 0,7-12 0,-8-9 0</inkml:trace>
  <inkml:trace contextRef="#ctx0" brushRef="#br0" timeOffset="69">6652 7225 17097,'6'-10'1615,"1"1"0,2 1-616,4 5 0,3-5 0,4 3 0,4 1-276,1 2 1,-3 1-1,3-3 1,1-1-361,-1 1 1,-5 2-1,2 4 1,-4 2-364,-2 1 0,-1 2 0,-2-1 0,-3 5 0,-6 5 0,0 4 0,-8 2-87,-7-2 0,-5 3 0,-4-1 0,-4 0-406,-1 2 1,5-6 0,-2 3-1,2-2-161,-2-3 0,10-7 0,-5-2-170,3 1 700,6-7 1,3 7-1,10-8 1,6 0 64,4 0 1,3 0-1,2 0 1,2 0 17,-2 0 1,0 5 0,0 1-1,1-3-111,-1-1 1,4-2 0,-2 0 0,-2 0 398,-2 0 0,-2 0 1,1 2-1,-1 1 44,0 3 1,1 1 0,-1-3 0,0 3 608,1 2 1,-1 2-298,0 5 1,-1 1 0,-4-1-327,-6 0 0,-3 1 0,-4-1-277,-3 1 0,-4-1 0,-9 0 0,-4 1 0,-5-1 0,-6 2 0,-5 2 0,-4 2 0,0-2 0,-5-2 0,5-3 0,0-3 0,4-1 0,4-7 0,3 1 0,2-3-709,2-2 1,7 0 0,0-2 0,7-3 708,8-6 0,-5-4 0,1-1 0</inkml:trace>
  <inkml:trace contextRef="#ctx0" brushRef="#br0" timeOffset="70">1700 9056 7810,'-11'2'1397,"0"2"0,0 3 0,0 0-7,0 1 1,7 4 0,1 1-768,6 7 1,7 5-1,6 10 1,0 3-113,1 6 0,1 5 0,2 3 0,1 5-187,-1 1 1,-1-4-1,-5 4 1,-1-1-204,-2-5 0,-8-6 0,3-6 1,-4-6-180,-2-8 1,0-6-143,0-4 1,0-9 0,0-7 0,0-9-566,0-5 1,-6-6-1,-1-6 1,0-6 266,-1-3 0,-4-8 1,1-3-1,-4-5 497,-1-1 1,5-1-1,2-7 1,0 4 219,0-1 0,5 5 0,-1-6 0,3 1-20,2 5 0,0 6 0,2 6 0,3 4 207,6 5 1,9 4 0,4 1 0,1 8 3,4 5 1,2 10 0,2-3 0,-2 5-182,-4 1 1,4 7-1,-6 6 1,1 7-51,-5 7 0,-8 4 0,-4 0 0,-2-1 19,-3 3 0,-2-9 0,-2 8 0,-2-1-38,-3 0 1,-5-4 0,-6-1-1,0-3-323,-1-3 0,-4-1 0,-3-3 1,0 0-1,1 1 1,-4-6 0,5-2 0,0-2-1771,-2-3 1,12-3-1,-5-1 534,3 0 1,7-7-1,1-4 1,4-3 108,2-3 1,8 1-1,4 0 1290,8-1 0,6-6 0,6-3 0</inkml:trace>
  <inkml:trace contextRef="#ctx0" brushRef="#br0" timeOffset="71">2321 9122 14321,'-11'0'2665,"0"0"1,0 2-2083,2 3 0,-6 6 0,6 9 0,-2 4-395,0 1 1,6-3-1,-4 5 1,2 2-235,3 2 1,2-4-1,2-1 1,0-3-771,0-3 1,8-9-1,2-5 1,5-5 123,1-1 0,1-1 1,-1-5-1,0-5 227,1-3 1,-6-10-1,-2-1 1,0-3 260,0 1 0,-6 5 1,3-5-1,-4 0 343,-2 1 1,0 3-1,0 6 1131,0 1 1,0 5-335,0 0 0,0 15 1,0 1-1,2 8-476,3 3 1,-1 8-1,5 2 1,0 1-173,0 0 1,-4-5-1,6 5-1371,2 2 0,-4-11 0,0-1 0,0-5-567,0-3 0,2-1 0,5-8 0,1 0-1496,-1 0 3146,0-8 0,8-8 0,2-9 0</inkml:trace>
  <inkml:trace contextRef="#ctx0" brushRef="#br0" timeOffset="72">2778 9089 7869,'-11'0'326,"1"0"1,-3 0 1099,-2 0 0,-1 0 1,1 2-1,3 2-306,1 1 0,0 8 1,-4-2-1,3 3-647,1 2 1,7 3-1,-1 2 1,3 7-239,2 3 1,2-4-1,3-2 1,6 1-519,4-1 0,3-10 0,2-1 0,3-5-384,3-5 1,-6-2-1,2-2 1,-4-2 292,-2-4 1,0-3 0,-1-7 0,-2-2 256,-3-4 0,-6 4 0,2-4 1,-5 2 64,-1-2 0,0 2 0,-1-5 0,-3-1 341,-2 1 1,-6 3 0,1-5 135,-4-2 0,6 11 1,2 3-1,2 4 258,-1 2 0,1 7 0,5 4-189,0 13 0,7 8 1,4 10-1,3 2 196,3 3 0,-1 4 1,-1 7-1,-3 1-10,-1 5 1,-2-8 0,4 4 0,-4-2-529,-2-4 1,-1-6 0,-6-3-1,-2-5-236,-3-4 0,1-9 1,-7-1-1,-2-8-598,-1-2 1,-3-5 0,1 1 0,-2-6-1466,-4-8 1,4-6 0,-4-3 0,4-3-2837,2-3 4983,7-1 0,-6-13 0,6-2 0</inkml:trace>
  <inkml:trace contextRef="#ctx0" brushRef="#br0" timeOffset="73">3073 9236 7869,'16'0'559,"0"-2"0,1-1 1269,-1-3 1,0 1 0,1 3 0,-1-2-1091,0-1 0,1-6 1,-1 4-1,-1-2-577,-5-4 0,5 4 0,-6-2 0,0-2-166,-3-1 0,-5-3 0,-1 1 1,0 0-435,0-1 0,-7 1 1,-4 0-1,-3 1 394,-3 4 1,-1-1 0,-2 6 0,-2 2 508,2 3 1,-3 2-1,1 3 1,2 3-1,2 2 0,3 8 1,3 6-1,3 3 461,1 3 0,3 2 1,5 1-1,2 1-664,3 0 0,4 0 1,9-1-1,2-1-1083,2-4 1,7-3-1,-2-9 1,4-3-755,2-1 1,-6-7-1,0-1 1,1-4 456,-3-5 1,1-12-1,-5 2 1119,7-3 0,2-6 0,3 0 0</inkml:trace>
  <inkml:trace contextRef="#ctx0" brushRef="#br0" timeOffset="74">3939 8517 14649,'0'24'2513,"0"3"0,0 11 1,0 7-1612,0 8 1,0 14 0,2 13 0,1 7-773,3 4 0,5-11 0,-4-4 0,0-10-777,0-14 1,4-19 0,-5-6-1500,-3-7 0,-1-12 0,-2-8 0,0-9 2146,0-6 0,-7-9 0,-2-1 0</inkml:trace>
  <inkml:trace contextRef="#ctx0" brushRef="#br0" timeOffset="75">3873 9024 7869,'-10'2'1423,"-1"3"1,7-1-1,0 5 1,8 0 432,7 0 0,3-4 1,5 4-2165,2-1 0,3-3 1,7-5-1,0 0 0,5 0-3424,4 0 1,-4 0 3731,2 0 0,4-7 0,0-2 0</inkml:trace>
  <inkml:trace contextRef="#ctx0" brushRef="#br0" timeOffset="76">4364 9024 7869,'-11'11'412,"0"-1"1,-2 1 1291,-1-2 1,-3 6-1,1-4 1,0 3-507,-1 3 1,5 1-1,-1 2 1,-2 2-920,3-2 1,4 3 0,-1 1 0,2 0-382,3-1 1,3-1 0,2-8 0,5-1-392,5-2 0,5-7 0,4 1 0,2-5-335,-2-5 0,-2-4 0,-2-8 1,1-1 382,-1-4 0,-1 4 0,-4-5 0,-4 1 315,0 0 1,-5-5-1,3 5 1,-3 0 362,-2-1 0,2 4 1,2-2-1,1 2 4051,-1 3-3223,-3 0 0,-1 10 1,0 12-1,0 14-658,0 9 0,2 3 0,2 1 1,3 2-585,2 3 1,-3-9-1,3 2 1,0-4-1335,0-2 0,-5-10 1,3-1-2495,0-4 0,-3-5 4009,7-5 0,-8-15 0,5-3 0</inkml:trace>
  <inkml:trace contextRef="#ctx0" brushRef="#br0" timeOffset="77">4609 8631 19336,'0'17'777,"0"-1"0,0 9 1,0 10-1,2 12 0,1 13 64,3 9 1,1 0-1,-3 4 1,1-6-787,-1-9 0,-2-7 0,-2-9 0,0-9-2992,0-10 1820,0-12 0,0-11 1,0-11-1,0-5 558,0-6 0,1 2 1,3-5-1,3-1 428,2 1 1,-3-1 0,5-1 0,1 5 359,3 4 0,7 2 0,0 1 0,-1 2 115,3 3 1,-4 6-1,5-1 1,1 5 312,-1 5 0,-5 6 0,2 9 0,-6 2 9,-5-2 0,-2 5 1,-5 0-1,1 3-293,-1-1 0,-9-2 0,-6 4 0,-6-3-490,-4-3 0,1-1 1,-6-7-1,1-2-736,-1-3 0,5-6 0,-5 2 0,3-5-804,3-1 0,1-9 1,5-5-1,1-6 177,2 0 1,6-6 1479,-6-1 0,0-4 0,-5-1 0</inkml:trace>
  <inkml:trace contextRef="#ctx0" brushRef="#br0" timeOffset="78">5067 8648 13355,'-11'5'0,"2"2"1686,1 2 0,3 2 0,3 8 0,-2 2-400,-1 7 1,0 10-1,5 5 1,0 6-883,0 6 1,5 3 0,2 4 0,1-4-405,-1-4 0,0-12 1,-3 4-1,1-10-3112,-1-11 0,-1-10 3112,3-4 0,3-15 0,7 2 0</inkml:trace>
  <inkml:trace contextRef="#ctx0" brushRef="#br0" timeOffset="79">5246 9171 10470,'17'-2'6632,"-1"-2"-5781,0-1 0,6-2 1,0 1-1,0-5-715,1-3 0,-3-3 1,6 1-1,-3 0-342,-3-1 0,-7 1 0,-2 2 0,0 1-83,-2 2 1,-2 0 0,-7-5 417,0-1 0,-7 8 1,-6 4-1,-5 3 10,-4 2 0,1 0 1,4 0-1,1 2 1112,0 3 1,-1 4 0,1 9 0,-1 2-446,1 2 1,5 7 0,2-1 0,2 2-807,3 3 0,2 0 0,2 0 0,0-1 0,0 1 0,8-6 0,3-1 0,3-3 0,2-3 0,1-7 0,-1-4 0,1-2-1669,-1-3 1,0-4-1,1-6 1,-1-4-7856,0-5 9524,1-9 0,-1-1 0,0-8 0</inkml:trace>
  <inkml:trace contextRef="#ctx0" brushRef="#br0" timeOffset="80">6570 9105 7981,'-9'0'3637,"0"0"1,6 2-2628,-3 4 0,1-3 1,5 8-117,0 2 0,1 1 1,3 3-1,2-1-261,-3 1 0,4-1-894,-1 0 0,5 1 0,-6-1-2040,-1 0 1278,5-7 1,-7-3 306,3-12 1,-3 3 396,-2-8 1,0 5 2167,0-5 1,0 6-416,0-6 0,0 6 1,0-6-1654,0-2 0,5-3 0,1-4 0,-2-4-403,-3-1 0,1 1 1,2-5-1,3-2 381,2 2 0,-3 2 0,5 0 0,-1 5 305,-1 4 1,6 9 0,-4 5 470,3 8 0,-3 6 1,0 14-1,0 7 331,-2 5 1,0 4 0,-5-3 0,1 1-451,-1-2 0,-2-7 0,-2-4-2786,0-1 1695,0-2 1,7-20-1,2-10 1,2-10-207,0-9 1,0 2-1,5-3 1,1-1 860,-1-2 0,0 6 0,1 3 1,-1 4 576,0 2 0,-5 7 1,0 3-1,0 6 548,-2 6 0,4 3 0,-8 9 1,1 2-582,1 2 0,-5 5 0,3-4 1,-3 1-751,-2 0 1,2-4 0,1-8-2236,3-1 1,-1-5-26,-5 5 1,8-15 0,3-1 1492,3-8 0,2-5 0,3-2 0,1-2 993,1 2 0,8 2 0,-3 1 0</inkml:trace>
  <inkml:trace contextRef="#ctx0" brushRef="#br0" timeOffset="81">7306 9056 7945,'2'-9'1638,"3"4"0,-3 1 0,2 1-666,-8-3 1,-5 1-1,-7 7 338,-1 3 1,3-1-1,1 6 1,2 3-744,-2 2 1,4 7-1,0-1 1,2-1-462,3-2 1,-3-1 0,2-1 0,1 1 19,2-1 1,4-5 0,3-2-1571,6-2 0,4-1 1,-1-8-1,-1-4 529,-2-5 1,-2-3 0,4-2-1,-4-3 723,-2-2 0,0 2 0,-3-4 0,1 1 190,-1 0 1,-2 0 0,-2 6 0,2 2 2619,3 3-766,-3 3 0,7 21 0,-5 5 1,1 6-1393,-1 5 0,3 2 0,-2 1 0,1 1-592,1 0 0,-5 0 0,5-3 0,-1-2 127,-1-7 0,1-2 0,-5-5-2453,5-3 0,-4-5 1,3-12-1,-1-5 323,1-3 1,-3-10 0,3-1 0,-3-3 2095,-2 1 0,2 5 0,2-3 1,1 1-161,-1 4 1,-2 2-1,-2 2 3171,0-1-1055,7 8 1,-3 4 0,5 10 0,0 6-1191,0 4 0,-4 3 0,6 2 0,0 4 45,-2 1 1,0 4 0,-5 7-1,1 2-207,-1-1 1,-2 5 0,-2-1-1,0 1 238,0-4 1,0-5 0,0-6-1,0-3-343,0-1-1224,0-12 0,0 0 1,0-20-1,0-9-24,0-6 1,0-8-1,0-8 1,0-4 478,0-7 1,0 6 0,0-8 0,0-1 519,0-3 1,2-3 0,3-3 0,6 1 17,3 2 1,3 13 0,-1 0 0,2 7 233,4 9 0,-4 13 1,4 12-1,-4 4-63,-2 2 0,1 8 1,-3 3-1,-3 5 154,-5 6 1,1 3-1,-2 8 1,-1 0-555,-2-1 0,-4 1 0,-3 0 0,-6-1 0,-4 1 0,-1-6 0,-1-1 0,1-3 0,0-3 0,-2-1 0,-2-5 0,-2-1-890,2-2 0,7-8 0,4 1 0,0-8-2387,0-7 0,5-3 0,-1-4 3185,3-4 0,9-4 1,2-6-1</inkml:trace>
  <inkml:trace contextRef="#ctx0" brushRef="#br0" timeOffset="82">8074 8828 9074,'-11'-6'3276,"0"1"1,6-6 0,-6 5-1568,-2 3 0,-1 1-261,-3 2 0,1 2-1732,0 3 0,5 4 0,2 8-215,1-1 1,3 0-1,7 1 5,3-1 0,4 0 0,8 1 838,-1-1 0,2-5 1,2-2-1,2 0 610,-2 0 1,-2 2-1,-2 4 1,1-3-259,-1-1 0,0 0 0,1 5-696,-1 1 0,-7-1 0,-3 2 0,-5 4 0,-8-7 0,-5 5 0,-8 0 0,-8-2 0,3 0 0,-2-2 0,-2 1-414,-2-1 1,-2-2 0,2-1-1,2-4-2006,2-2 0,7-3 2420,-2-9 0,4-4 0,2-8 0</inkml:trace>
  <inkml:trace contextRef="#ctx0" brushRef="#br0" timeOffset="83">1601 10381 7795,'-10'0'605,"-1"0"0,5 0 847,-5 0-624,8 0 0,-6 0 1957,3 0 918,4 0-2882,-5 0 0,9 7 0,2 5-45,1 8 1,6-1-1,-4 2 1,2-1-249,4 2 1,1 4 0,1 6 0,-2 3-227,-2 3 0,0-4 1,5 6-1,0-1-216,1-1 0,-7 0 1,1-5-1,2-1 93,2 1 0,-6-8 1,-2-3-850,0-4 486,-5-9 0,7-3 1,-5-12 306,1-4 1,2-7-1,-3-3 1,2-3 2,-3-3 0,4-1 0,1-6 0,1-1 3,3-4 0,-2 1 0,0-5 1,3 1-130,2-1 0,-4 4 0,-1-4 0,3 0-384,2 0 0,-4 12 0,-2-1 1,0 5-1840,0 6 1,-5 8 719,1 1 0,-3 9 0,-2 2-2182,0 9 3685,7 5 0,2 10 0,7 2 0</inkml:trace>
  <inkml:trace contextRef="#ctx0" brushRef="#br0" timeOffset="84">2157 10691 8868,'0'18'1327,"0"4"0,-5-4 0,-1 4 0,3-2-88,1 2 1,2-4-1,0 4 1,0-2-410,0 2 1,0-2-1,2 5 1,1 0-624,3 1 0,1-10 0,-3 4-1958,1 0 0,2-7 638,-1-8 0,-4-5 0,3-5 1,-3-8-779,-2-7 0,0-5 1,0-8 1890,0 0 0,-7 1 0,-2-1 0</inkml:trace>
  <inkml:trace contextRef="#ctx0" brushRef="#br0" timeOffset="85">2125 10479 7874,'-2'-15'7082,"-4"4"-8036,4 4-1711,-5 7 2665,7 7 0,7 2 0,3 8 0</inkml:trace>
  <inkml:trace contextRef="#ctx0" brushRef="#br0" timeOffset="86">2435 10887 7821,'0'24'928,"-5"-6"0,-1 4 1,3-4 2175,1-2 1,2-5-2615,0 0 0,-2-9-514,-4-2 0,5-13 0,-5-10 0,3-3 35,-3-3 1,4-2 0,-5-1 0,2-3-280,-1-3 1,1 2 0,5-6-1,0 4-615,0 7 1,0-2 0,2 8 0,1-1-40,3 4 0,6 6 0,-1 5 922,4 6 0,8-4 0,3 0 0</inkml:trace>
  <inkml:trace contextRef="#ctx0" brushRef="#br0" timeOffset="87">2599 10217 7844,'-11'0'5945,"2"2"-4572,1 3 0,3 4 0,5 8 1,0 1-715,0 4 0,7 10 0,4 14 0,4 6-557,1 8 1,-2 6 0,-1 1 0,-2 2-527,2 0 0,-4-14 0,0 1 0,-2-11-2227,-3-5 0,-2-13 0,-4-8 2651,-4-5 0,-3 4 0,-7-9 0</inkml:trace>
  <inkml:trace contextRef="#ctx0" brushRef="#br0" timeOffset="88">2517 10691 9185,'2'-14'8754,"3"1"-7834,6 2 1,9 6 0,4-5-1,3 3-1333,7 4 0,1-5 1,7 3-1,-2 1-2080,-4 2 0,-2 2 1,-3 0 2492,-4 0 0,4 8 0,-5 1 0</inkml:trace>
  <inkml:trace contextRef="#ctx0" brushRef="#br0" timeOffset="89">2925 10740 7839,'-5'26'-4,"0"-5"0,-1-1 1540,-1 2 1,5-4 0,-3 4-1,3-2-404,2 2 1,0-4 0,0 4 0,0-4-668,0-2 0,0-5 0,2-2 0,3-1-172,6-5 0,-2-1 0,2-2 70,2 0 1,1-5-1,1-3 1,-3-1-361,-1-3 0,-2-3 1,4-1-1,-4-1-1107,-2 1 0,4 0 0,-3-1 0,-1 1-705,0 0 1,0 5 0,-1 0 1808,5-2 0,3-1 0,3-3 0</inkml:trace>
  <inkml:trace contextRef="#ctx0" brushRef="#br0" timeOffset="90">3383 10740 7656,'-24'16'778,"5"3"1,-7 1-1,2 1 811,4-1 1,1-1-1,0-3 1,1 0-417,4 1 0,8-1-1262,1 0 0,5-7 0,5-3-760,6-4 1,4-2 0,-1-2-1,-1-2 376,-2-1 1,-2-8 0,4 4 0,-4-2 108,-2 0 1,0 0 0,-3-5-1,1 0 352,-1-1 1,-2 6 0,0 0-1,1-1 447,3-3 0,-1-1 1,-5-1 1231,0 1 1,2 5-775,3 0 0,-1 8 1,5-1-1,0 10-489,0 10 0,-3 2 0,5 9 0,-1 1-587,0-3 1,4 0 0,-5-5 0,2 0-1979,0-5 0,-6 1 0,6-7-2269,2 0 4430,-6-1 0,1-8 0,-8 0 0</inkml:trace>
  <inkml:trace contextRef="#ctx0" brushRef="#br0" timeOffset="91">3465 10331 7624,'-17'2'2577,"1"4"0,7-3 0,4 8-1649,3 2 1,4 2-1,3 3 1,8 3-164,7 7 0,-2 10 0,4 5 0,-4 8 188,-2 9 1,1-5 0,-1 8 0,-2-5-901,-3-5 1,2-9-1,-8-8 1,-1-7-7776,-2-7 450,5-4 7272,-5-16 0,5-4 0,-7-14 0</inkml:trace>
  <inkml:trace contextRef="#ctx0" brushRef="#br0" timeOffset="92">4217 10626 8788,'-8'16'0,"-1"0"781,0 1 1,2-1 0,7 0-1,0 1 1,0-1 0,0 2-1,2 4 1,3 5-121,6 4 1,2 4-1,0 3 1,-3 4-203,3-1 0,-6 1 0,-1-7 0,-2-1 444,1-3-1536,-3-2 1,5-7 0,-7-11-443,0-15 0,0-18 1,-2-8-1,-1-9 421,-3-2 1,1-3 0,5-3 0,0 0 628,0-2 1,0 1-1,0-8 1,0 2 519,0 1 1,2 11 0,3-3-1,6 7 163,3 7 1,3 9 0,-1 2-1,0 7 420,1 8 0,1 3 1,2 6-1,2 5-566,-2 7 0,-2 11 1,-4 0-1,-1 6-341,-2 5 0,-7-3 0,1 3 1,-5-4-73,-5-1 1,-3-6-1,-6-1 1,-1-3-436,-3-3 1,-4-3-1,2-5 1,-3-2-855,-3-3 1,6-2-1,-1-5 1,2 0-299,3 0 0,5-2 0,2-3 0,2-6-1562,3-3 3050,2-3 0,10 1 0,1 0 0</inkml:trace>
  <inkml:trace contextRef="#ctx0" brushRef="#br0" timeOffset="93">4772 10593 10202,'-7'11'0,"-4"-2"1186,-3-2 1,-3 6-1,1-2 1,0 2-195,-1-3 1,1 5 0,0-2 0,1 5-655,4 4 1,-1 1 0,6-1 0,2 4-350,3-1 0,1 6 0,1-8 0,5 1-550,5-2 0,3-13 0,4 5 0,2-4-189,2-7 0,2-3 1,-6-5-1,0-8 140,-3-7 0,-3 0 1,3-7-1,-2-2 339,-2-2 1,-8 0 0,3 2-1,-5 2 368,-1-2 1,0 5 0,0 2 0,0 4 3360,0 2-2355,0-1 0,0 10 0,0 9-507,0 12 0,0 10 0,0 9 0,0-1-407,0 1 1,0 2-1,0-1 1,2 1-920,4-4 0,-3-10 0,6 1 0,0-6-907,1-5 0,0-2 0,7-5 0,-1 0 1637,1-6 0,-1-5 0,0-10 0</inkml:trace>
  <inkml:trace contextRef="#ctx0" brushRef="#br0" timeOffset="94">5116 10691 7943,'-17'0'0,"1"0"2252,0 0 1,5 6 0,2 1 0,1 2-1302,5 4 1,-5 3 0,3 6 0,1 3-767,3 1 1,1 4 0,1-4 0,5-1-404,5-3 1,3-6 0,3-3-1,-1-4-428,0-1 0,2-3 0,1-7 0,-1-3-405,-4-6 0,-3-6 1,0-2-1,-4-3 665,1 2 0,-7 0 1,5 0-1,-4-4 302,-2-1 0,0-1 1,-2-3-1,-2 4 97,-1 1 1,-2 2 0,3 6-1,-2 0 4301,3-1-3473,1 8 1,9 11 0,4 13-1,6 8-239,4 8 1,-3 2 0,4 12-1,-2 4 243,2 2 1,-6-4-1,3 6 1,-9-4-190,-2 0 1,-3-9-1,-7 7 1,-3-5-520,-6-6 1,-4-8-1,-1-8 1,-2-6-332,-4-3 0,2-7 0,-5 1 0,-1-5-1740,1-5 0,3-4 1,-3-10-1,1-2-2568,4-7 4502,2-2 0,2-18 0,-1-3 0</inkml:trace>
  <inkml:trace contextRef="#ctx0" brushRef="#br0" timeOffset="95">5377 10806 7943,'17'0'0,"-1"-2"405,0-4 0,1 4 0,-1-3 0,2 3 1412,4 2 0,-4-5 0,4-3 0,-2 1-796,2 0 1,-4-6 0,4 2 0,-4-3-1094,-2-3 1,-5 1 0,-2 0-1,0-1-110,0 1 0,-5 0 0,-1-1-260,-6 1 1,-6 1 0,-8 5 0,1 4 474,0 4 0,-1 2 0,1 2 0,-2 4 438,-4 4 0,9 0 0,-3 0 1,1 5 33,1 5 1,-1 0 0,5 5 0,2 1 181,1-1 1,5-3 0,-3 3-1,3 1-889,2-1 1,0-5-1,2 2 1,3-4-1005,6-1 1,4-1 0,1-2 0,2-3-922,4-5 1,-4-4 0,4-2 2126,-4 0 0,6-15 0,1-3 0</inkml:trace>
  <inkml:trace contextRef="#ctx0" brushRef="#br0" timeOffset="96">5933 10609 7903,'0'-16'398,"0"0"1,0-1 0,0 1 1921,0 0 0,-7 7-1017,-4 3 1,-4 6 0,1 6-669,3 4 0,-2 5 0,8 1 1,1 1-311,2-1 1,2 2-1,0 2 1,0 2 78,0-2 0,6-2 0,1-2 0,2 1 122,4-1 1,-4 0-1,2 1 1,0-1 237,-2 1 0,3-1 0,-6 0 0,-3 1-664,-1-1 0,-2 0 0,0 1 0,0-1-100,0 0 0,-7-5 0,-6 0 0,-5 0-2458,-4-2 0,-1 4 1,3-8-1,-4-3 2388,-1-6 1,-3-5 0,-4-7 0</inkml:trace>
  <inkml:trace contextRef="#ctx0" brushRef="#br0" timeOffset="97">6652 10103 8807,'-2'16'1287,"-3"0"1,3 1 0,-3 1 0,3 4-42,2 5-604,0 4 0,5 14 0,2 8 0,3 7 0,2 9 0,1 0 1,0 0 1907,-2-6-2908,-8-8 0,6 5 0,-5-11 0,1-9 0,-1-9-2477,-2-10 2316,-2-10 1,0-11 0,0-12 0,-2-6 518,-3-4 0,-5-15 0,-6 3 0</inkml:trace>
  <inkml:trace contextRef="#ctx0" brushRef="#br0" timeOffset="98">6603 10511 8016,'-16'-9'2069,"7"2"0,10 7 0,14 0 0,7 0-2644,3 0 0,4 0 1,8 0-1,1 0 269,-2 0 0,6 0 1,0 0-1,-1 0-1074,-3 0 0,-3 2 0,-4 3 1,-4 4 1406,-5 0 1,-11 8 0,-6-3-1,-3 8 426,-2 3 0,-2 3 0,-3 4 0,-6 3 524,-4 3 0,-3-3 0,0 3 0,0-4-377,3-1 1,10-8 0,-1-3-536,5-4 1,2-3-1,5-4 136,5-6 0,9-8 0,2-5 0,-1-1 306,3-4 1,-6-1 0,4-4 0,-4-2-204,-2-2 0,1-2 0,-3 4 0,-1-3-351,-2-3 1,-7 6 0,1-1 0,-3 2 46,-2 3 0,0 0 0,-2 1 0,-3 3-117,-6 1 0,-9 2 0,-2-2 1,2 5-711,2 4 1,0 2-1,-2 2-3270,-2 4 4097,0 3 0,6 7 0,-1 0 0</inkml:trace>
  <inkml:trace contextRef="#ctx0" brushRef="#br0" timeOffset="99">7780 10642 18226,'5'18'0,"3"4"625,1 5 1,2 11 0,3 4 0,-1 4-168,-2 3 0,-8-6 0,5 8 1,-3-7-860,0-4 0,1-4 1,-6-9-1,0-5-759,0-4 1,-2-9 0,-2-5 313,-1-8 1,-8-12 0,4-11-1,-2-4 408,0-2 0,8-1 0,-3-5 0,5-4 464,1-4 1,0-4 0,0-2-1,1-3 366,5-2 0,3 10 1,9-1-1,2 4 545,2 3 0,7 8 1,-2 10-1,4 6 436,2 9 1,-6 5 0,-2 6 0,-1 5-472,-4 10 0,-9 6 0,-6 10 0,-3 1-887,-2 5 1,-2-3 0,-3 6-1,-8-2-247,-7-4 0,0-2 1,-7-3-1,-2-2-781,-2-1 0,4-10 0,1-2 1,1-7-1666,-1-1 1,7-8 0,-1-2 2677,7-13 0,-2-16 0,6-10 0</inkml:trace>
  <inkml:trace contextRef="#ctx0" brushRef="#br0" timeOffset="100">8238 10119 18511,'0'16'861,"0"1"0,0 6 1,0 6-1,0 8-463,0 6 0,0 12 1,0 3-1,0 2-159,0 0 0,0-11 0,0 2 1,0-4-941,0-7 0,0-17-27,0-6 0,0-14 0,0-3 1,0-9 71,0-5 1,1-8 0,3-2 0,3-1 665,2-4 0,2 3 0,6 1 0,-1 0 121,0-1 0,1 4 0,-1-1 0,2 3 234,4 5 0,-4 8 0,4-2 0,-4 2 402,-2 3 1,-5 15 0,-2 7 0,0 8-273,0 8 0,-5 6 1,2 7-1,-5-1-373,-1-3 0,-7-1 1,-2 2-1,-2-8-1796,0-7 1,6-7-1,-4-10-1472,1-1 1,3-9 3145,5-2 0,0-14 0,0-12 0</inkml:trace>
  <inkml:trace contextRef="#ctx0" brushRef="#br0" timeOffset="101">8646 10593 7807,'-14'16'789,"3"1"0,-4-1 0,6 0 0,0 1 1045,4-1 1,-3 0 0,3 1 0,1-1-1151,2 0 0,4 1 0,6-1-677,8 1 0,-3-8 0,7-4 0,0-3-35,-2-2 0,0 0 0,-2 0 0,1-2 2,-1-3 0,0-4 0,1-6 0,-1 2-444,0 2 0,-5-1 0,-2-8 1,-2-2-241,-3 2 1,3-4 0,-1 3 0,-3 1 378,-1 1 0,4 3 1,-1 0 1680,-1-1-347,-2 8 1,-2 4-1,0 10-390,0 6 1,5 5 0,2 4 0,1 2-303,-1-2 0,0 6 1,-3-1-1,3 2 184,2 1 1,-5 1 0,1 7 0,-3 4 444,-2 2 0,0-4 1,-2 4-1,-3-1-838,-6 1 0,-5-5 0,-4 1 1,-4-6-704,-2-4 1,5-5 0,-5-8 0,3-4-557,3-6 1,2-5 0,1-7-1,1-10-2780,-1-8 1,8-8 3936,4-5 0,3 4 0,2-6 0</inkml:trace>
  <inkml:trace contextRef="#ctx0" brushRef="#br0" timeOffset="102">9333 10430 8323,'-17'5'1559,"1"2"0,-2 1 18,-4-1 1,4 6 0,-6-3 0,1 5-903,-5 1 0,3 1 1,0-3-1,1-1-731,4-2 0,7-2 0,4 4-912,2-3 0,1-4 767,6 5 1,10-2 0,4 4 0,6-2 127,0 1 1,5-3 0,3 0 0,3 0 571,1 1 1,-1-5 0,-2 4 0,-3 0-139,-3 0 0,-1-3 0,-6 3 0,-1 0 403,-4 0 0,-4-4 0,-7 6 1,-2 0-1048,-3-2 0,-12 4 0,-10-8 0,-4 1-863,-1 1 1,4-5 0,1 3 0,0-3-141,1-2 0,-3-5 0,9-2 0,4-1-732,3 1 2018,2 2 0,2-10 0,2-3 0</inkml:trace>
  <inkml:trace contextRef="#ctx0" brushRef="#br0" timeOffset="103">9398 10593 15646,'0'11'2650,"0"0"1,0 3-2213,0 6 1,0 0-1,0 8 1,2 1-990,3 1 1,-3-2 0,5-3-1662,1-1 1,-7-2 0,7-8-1999,-1-3 4210,-5-18 0,5-11 0,-7-15 0</inkml:trace>
  <inkml:trace contextRef="#ctx0" brushRef="#br0" timeOffset="104">9431 10315 7807,'-17'0'0,"1"0"1801,0 0 0,5 0 1122,0 0 1,9 0-4422,2 0 1,7 6-1,11-1 1,2 0-1854,2 3 3351,7-6 0,-3 12 0,6-5 0</inkml:trace>
  <inkml:trace contextRef="#ctx0" brushRef="#br0" timeOffset="105">9905 10511 7807,'-17'0'354,"1"0"1,0 2-1,-2 2 822,-4 1 0,4 8 0,-6-2 0,0 3 163,-3 3 0,3 6 1,3 5-1,1 4-684,-2 6 0,9-3 0,-1 1 0,5-7-841,5-7 1,4-4 0,5-1 0,6-3-923,4-3 0,3-4 0,2-7 0,4 0-420,1 0 0,2-7 0,6-6 1,0-5-2111,-1-4 3638,-6 1 0,12-3 0,-4-2 0</inkml:trace>
  <inkml:trace contextRef="#ctx0" brushRef="#br0" timeOffset="106">10035 10626 7807,'-10'0'1424,"-1"2"1,-2 1-465,-2 3 0,5 1 0,-1-3 0,-2 3-345,-2 2 1,1-4-1,1 6 1,2 2-485,-1 1 1,4 3-1,3-1 1,3 0-325,2 1 0,0-1 0,0 1 0,0-1-77,0 0 0,7-5 0,4-2-211,4-2 0,1-1 0,0-6 0,1-2 13,-1-3 1,0-10-1,1-8 1,-1-3 43,0-3 1,-5 4 0,0-3 0,0 1 369,-2 2 1,4-4 0,-8 7 0,1 2-200,1 2 2106,-5 1 1,5 10 0,-7 7-248,0 9 0,0 7 0,-2 4 0,-1 4-1140,-3 2 1,1-1-1,5 4 1,0-2-459,0 2 0,0-3 1,0-1-1,0-1-1274,0-4 0,0-8 0,0-1-1781,0 2 0,2-6 0,1-3 3047,3-8 0,6-5 0,-2-7 0</inkml:trace>
  <inkml:trace contextRef="#ctx0" brushRef="#br0" timeOffset="107">10232 10184 7807,'9'-7'3276,"-2"5"1,-7-3 0,0 10-1469,0 6 0,0 6 0,0 4 0,0 8-1210,0 8 1,5 1-1,1 9 1,-3 4-247,-1 0 0,-2 0 0,0-4 0,0-4-2072,0-4 1,6-7-1,-1-4 1,-1-7 1719,-2-3 0,-2-1 0,0-1 0</inkml:trace>
  <inkml:trace contextRef="#ctx0" brushRef="#br0" timeOffset="108">10706 10593 9489,'-9'2'4518,"1"1"-2455,1 3-1704,5-1 1,-5-3 0,7 4-1,0 5 1,2 3 0,1 4 1203,3 4-1400,7 3 0,-12 8 0,7 2 0,-3 1 0,1 4 0,-3-2 0,1 0 131,1-1-508,-3-14 0,5 8 0,-7-15-983,0 1 0,0-17 0,0-11 0,0-13 756,0-7 1,2-3 0,2-4 0,3-6 426,2-3 1,-3 3-1,3 3 1,0-1 280,0 0 0,0 0 0,4 0 0,-3 8 553,3 5 1,0 9-1,0 0 1,-2 5-100,1 4 0,-3 8 0,0-1 1,-1 10-142,-5 10 1,1 2 0,0 9 0,1 2-240,-1 2 1,-4 2 0,-6 0 0,-5-1-327,-3 1 1,3-6-1,0-1 1,-2-1-235,-1 1 1,-3-6 0,1 0 0,0-6-583,-1-3 1,6-7 0,1 1-1526,-3-3 1,6-15 0,1-3 0,6-4 810,6-4 1515,3-1 0,14-8 0,3 0 0</inkml:trace>
  <inkml:trace contextRef="#ctx0" brushRef="#br0" timeOffset="109">11114 10528 18054,'-5'11'678,"-1"-1"1,-1-4-1,3 5 1,-3 1-378,-2 3 0,4 7 0,-4 0 0,1-1-325,5 3 1,-1-6 0,0 4-898,-1-4 0,0-7 0,6-2 23,5-2 0,3-3 0,5-9 384,-3-6 1,4-6-1,-6-3 1,2-3 197,0-3 0,-8 6 0,5-3 0,-3 1 370,0 0 1,3 0 0,-5 6 0,3 0 2999,-3-1-1628,-1 8 0,-2 4 1,0 10-898,0 6 0,0 4 1,0 3-1,0 2-583,0 2 1,6-1-1,-1-4 1,-1-1-2568,-2 0 1,5 1 100,4-1 0,3-7 2520,3-3 0,6-12 0,3-3 0</inkml:trace>
  <inkml:trace contextRef="#ctx0" brushRef="#br0" timeOffset="110">11490 10495 7821,'-16'0'2403,"-1"0"1,7 0-1,-1 0-1587,-2 0 0,4 2 0,0 3-482,2 6 0,-4 5 1,5 4-1,3 2-266,1-2 1,2-2 0,0-1-1,0-1-476,0 0 0,7 1 1,4-3-81,3-3 0,-3-4 0,0-7-74,2 0 1,-4-1 0,0-5 0,-2-5 184,-3-3 0,3 1 0,-1-1 1,-3-5 214,-1 1 1,4 0-1,-1 2 1,-1-1 265,-2 1 1,-2 0 0,0-1-1,1 1 743,5 0 1,-4 5 789,3 0 0,-1 7 0,1 1-942,6 6 0,2 12 0,-1 8 1,-2 5 133,-3 6 1,4 1 0,-4 6 0,0 1-296,0 0 0,-1-4 1,-6 4-1,-2 0-183,-3-1 0,-6-2 0,-9 0 1,-4-2-352,-1-6 0,3-13 0,-3 0 0,-1-2-887,1-3 0,3-7 0,-4-1 0,3-5-873,3-5 1,7-6-1,4-11 1,2-5 136,3-4 1,2-4 1622,2-3 0,8 4 0,1-6 0</inkml:trace>
  <inkml:trace contextRef="#ctx0" brushRef="#br0" timeOffset="111">11621 10626 7821,'16'0'1635,"-5"0"1,0 0 0,2 0-821,1 0 0,3-2 0,1-4 1,2-3-615,2 0 1,1-5 0,-3 3-1,2-5-89,-2-6 1,-2 4 0,-3-4-1,-4 4 221,-6 1 1,-1 1-1,-1 0 313,3-1 0,-8 3 0,-9 1-134,-4 2 1,-1 7 0,0-1 0,-1 5-111,1 5 1,0-1 0,-1 7 0,1 3-110,0 6 0,5 0 0,2 6 1,0-1 115,0 1 1,5-4-1,-2 5 1,5 2-756,1 2 0,0-4 1,0-2-1,1-1-893,5-4 0,3-4 0,7-5 1,1-5 539,-1-5 0,2-1 0,2-3 699,2-8 0,7-7 0,-4-15 0</inkml:trace>
  <inkml:trace contextRef="#ctx0" brushRef="#br0" timeOffset="112">12144 10430 7821,'0'-17'3946,"-7"1"0,-2 1-2010,-8 4 0,6 4 0,0 7-1285,-1 0 1,-1 7 0,0 4-526,2 4 0,8-4 1,-3 0-1,5 1 145,1 3 1,0-4 0,0 0 189,0 1 1,1 3 0,3 1 0,3 1 214,2-1 0,2 0 0,6 1-676,-1-1 0,0 0 0,1 1 0,-1-1 0,0 0 0,-5 1 0,-2-1 0,0 0 0,0 1 0,-5-1 0,2 0 0,-5 1 0,-1-1 0,-1-5 0,-5 0 0,-7 0 0,-7-2 0,0 4 0,-5-8 0,0-1-387,-1-2 1,-1-2 0,-4 0 0,2 0-904,2 0 0,10-8 0,-1-3 1290,4-3 0,-12-10 0,8-1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1.129"/>
    </inkml:context>
    <inkml:brush xml:id="br0">
      <inkml:brushProperty name="width" value="0.05292" units="cm"/>
      <inkml:brushProperty name="height" value="0.05292" units="cm"/>
      <inkml:brushProperty name="color" value="#FF0000"/>
    </inkml:brush>
  </inkml:definitions>
  <inkml:trace contextRef="#ctx0" brushRef="#br0">4526 2558 8392,'-9'-16'2218,"-5"1"1,11 6-1811,-7 4 0,4 3 175,-4 2-539,0 0 1,-1 0-1,3 2 1,-1 1 0,1 4-97,-5 2 1,0 1 0,-3 4 77,1-4 0,-1 4 0,1-4 1,1 4-1,2 2 59,2-1 0,-1 1 0,-4-1-73,-1 1 0,2-1 0,2 2 0,2 2 0,0 2-16,1-2 1,-5 0 0,6 2-31,-1 4 1,0-2 0,6-3-1,-2-1 14,1 2 1,3-4 0,1 6 0,0-3-24,0 1 1,0 5 0,0-5 0,1-1 58,5 3 0,-3-6 0,6 5 0,-1-1 98,1 0 0,-4-6 0,4-5 0,-1 2 44,1 2 1,1-3 0,6-3 0,-1 1-12,1-1 1,-1-4 0,1 3 0,1-2-121,4 0 0,-4 0 0,5-5 0,-1 0 26,0 0 0,6 0 1,-3 0-1,2 0-51,0 0 1,0 0 0,3 0-1,-1 0-182,-3 0 1,-4-5-1,3 0 1,-1 0 48,-5-2 0,1 5 0,-1-5 0,-1 2 167,-3 0 1,-2-5 0,3 3 0,1 0 76,-1 0 0,-5-3 1,-1 3-1,0-2-31,-1-3 0,1-2 0,3 0 0,-3 2 98,-3 2 0,1 0 0,-3-6-185,1 1 0,2-1 1,-4 1 4,2-1 0,1 1 1,-6-1-155,0 1 1,0-1 0,-2 1 0,-2-1 153,-1 1 0,0-3 0,3 0 0,-1-5 140,-2-1 1,-2 5 0,3-2 0,-2 2 246,-3-1 0,4 3 1,-4-4-1,1 4-87,-1 1 1,4 6 0,-6 0 0,-1-1 43,-1 3 1,2-4 0,1 5-1,-2 0-186,-2 0 0,-1 0 1,-1 4-1,1-3-292,-1 3 0,1 1 0,-1 2 0,1 0-352,-1 0 1,-1 0 0,-4 0 34,-5 0 0,9 0 0,2 0 0,1 2-1147,0 3 0,0-1 1,4 6 1597,5 2 0,-4 2 0,1 1 0</inkml:trace>
  <inkml:trace contextRef="#ctx0" brushRef="#br0" timeOffset="1">5580 2868 11731,'0'8'7996,"0"-1"-4271,0-7-2256,0 0 0,6 0 0,5-2-1266,3-3 0,1 4 0,1-5 0,-1 3-203,1-2 0,-1 1 0,1-4 0,-1-1 0,1 1 0,1 2 0,2-2 0,3-1 0,2 1 0,-3-1 0,5-3 0,1 2 0,3-3 0,-5 0 0,1-1 0,0 2 0,-2 2 0,4 1 0,-6-3 0,1 2 0,-1-3 0,-1 5 0,-6-2 0,1-1 0,-1 3 0,1-4 0,-1 5 0,1-2 0,-1 6 0,1-3 0,-6 5 0,0 1 0,-5 0 0,6 0-2647,-8 0-4456,4 0 441,-7 0 3033,0 0 3629,-7 7 0,-1-6 0,-8 6 0</inkml:trace>
  <inkml:trace contextRef="#ctx0" brushRef="#br0" timeOffset="2">5688 2728 9409,'-9'0'3152,"3"-2"-1139,6-3-901,0 4 1671,0-6-279,0 7-886,0 0-645,-7 0-606,5 0 0,-7 0 667,4 0-725,3 0 1,-10 1-1,6 3 9,-3 1 0,4 7-227,-6-2 0,3 4 1,-4 2-1,3-1 2,2 1 0,-3 1 0,3 2 0,0 2 12,0-3 1,-3 5 0,3-2 0,0-1-39,0 3 0,0-6 1,4 3-1,-2-2 66,1-3 0,3 1-53,1-1-149,0 1 95,0-1 1,7-6-22,3-4 0,4-3 1,1-2-6,1 0 0,-6 0 0,0 0 0,2 0 0,2 0 0,2 0 0,-1 0 0,1-2-76,-1-3 0,1 3 0,-1-3 1,1 2-1308,-1-3 1,-5 5 0,1-6-1249,1 0 1,-4 5 0,1-5-2587,-2 0 5217,5 6 0,-10-13 0,5 5 0</inkml:trace>
  <inkml:trace contextRef="#ctx0" brushRef="#br0" timeOffset="3">6556 2279 14265,'0'-9'3576,"0"2"0,-2 7-3046,-3 0 0,3 2 250,-3 3-719,-3-3 1,6 6 0,-3-2 0,1 2 0,1 3-1,-2-1 100,1 2-330,3 2 0,1-4 0,0 2 0,0 5 0,0 6 0,0 1-862,0-4 860,0-2 1,0-3 0,1 1 0,4-1 0,4 1 0,1-3 255,1-2 0,-6 1 0,5-7 63,2-2 1,2 4-1,2-1-96,-1-3 1,1-1-1,-1-4-69,1-3 1,-1-2-1,-1-5 1,-2 2 43,-2-3 1,-1 0-1,3-1 1,-4 0 30,-1-1 0,0 6 0,-3-12-35,1-3 1,5 9 0,-5-1 0,-1 2 223,-2 1 0,-2-3 0,0 1 0,-2-1 20,-3 1 0,1-1 0,-6 2 0,0 2-183,1 2 1,-3 0 0,5-4 0,-2 2-94,-3 1 0,4 6 0,-3-3-50,-1 1 1,-1 2 0,-3 5-692,1 0 1,4 0 0,1 0-1160,-2 0 1,-2 1-75,-1 5 1,4-5 1982,1 4 0,6 4 0,-2 0 0</inkml:trace>
  <inkml:trace contextRef="#ctx0" brushRef="#br0" timeOffset="4">6959 2232 8380,'-2'10'3309,"-3"1"0,3-6-2500,-3 5 1,4-4-397,1 4 0,1-7 1,4 4 322,6 0 1,3-5 0,1 5-449,1 0 1,-6-6 0,0 6 0,2-2-257,2 1 1,-4 0-1,1-2-331,1 1 0,0 2 1,0-4-2335,-2 3-507,1-1 0,2-4-2,-2 5 3142,-4-5 0,-7-1 0,0-8 0</inkml:trace>
  <inkml:trace contextRef="#ctx0" brushRef="#br0" timeOffset="5">7099 2155 10272,'-9'0'5058,"0"5"-4074,4 0 1,3 2-394,-3-2 1,4-2 0,1 8-353,0 1 0,-2-4 0,-2 5 1,-1 2-123,2 4 1,1 3-1,2-3 1,0 2-508,0-2 0,0 3 1,0-1-1,0-2-712,0-2 0,0-1 0,0-1-978,0 1 0,2-8 1021,3-3 1,-2-5 1058,8-5 0,-8-3 0,4-8 0</inkml:trace>
  <inkml:trace contextRef="#ctx0" brushRef="#br0" timeOffset="6">7176 1969 21156,'2'15'195,"3"1"0,-2-1 0,6 1 0,0 1 67,-1 4-405,-4 3 1,9 1-1,-4 0 1,1-3-1,1-3 1,-1-2-1,0-1-856,1-1 0,-6-1-158,5-4 1,-5 2 0,6-5-1878,1 2 2073,-5-6 1,-1 2 0,-6-10 960,0-5 0,0-11 0,0-3 0</inkml:trace>
  <inkml:trace contextRef="#ctx0" brushRef="#br0" timeOffset="7">7238 2062 14575,'0'-16'1035,"0"6"0,2 1 1,1 1-488,2-1 1,7-1 0,-3-6 0,1 1-500,1-1 0,-3 6 0,4 1 0,-1 1-645,1-1 1,-4 0 0,1-3 0,0 4-1376,-1 1 0,2-4 0,4 5-1459,-3-3 3430,2 6 0,-4-11 0,6 5 0</inkml:trace>
  <inkml:trace contextRef="#ctx0" brushRef="#br0" timeOffset="8">7300 2108 11166,'-9'7'3142,"2"-5"-1307,7 5 1,2-7 339,3 0-1824,-3 0 1,7 0-1,-4 0 1,5 0-1,4-2-270,1-3 0,-4 3 0,-1-5 1,2 2-414,2 0 0,-4-2 0,1 3 1,-1-2-726,-1-3 1,4 6 0,-4-4 0,1 1-1059,1 1 1,-6-5 0,3 3 2114,-1-2 0,5 6 0,-3-4 0</inkml:trace>
  <inkml:trace contextRef="#ctx0" brushRef="#br0" timeOffset="9">7315 2294 14280,'9'0'2548,"0"0"-2414,-4 0 0,-2 0 0,6 2 345,-2 3-394,-2-3 0,-3 5 1,1-6-1,4 3 326,2 1-478,-6 0 1,6 0 0,-6 2 0,4 0 0,0 2-226,0-1 1,0-4 35,-2 1 0,-3-2 27,3 3 135,3-5 1,-6 8 168,3-4 52,-3-3 0,-2 3-22,0-10 1,-5 1-1,-2-4-3,-2 1 0,6 0 1,-4 4-39,0-3 1,4-4 0,-6 3 0,0 0 30,1 0 0,3-5-113,-6 2 0,3-4 1,-4 0 9,1 4 1,6-2 0,-3 5 55,1-2 0,-5-1 56,1-5 1,3 4 493,-3 1 21,8 7-184,-4-4-134,7 7-229,0 0 1,5 1 103,0 5 1,6-3 0,-4 6 0,-1-1-114,1 1 0,4-4 1,-4 4-1,1-1-77,4 1 1,-3-1 0,1 5-795,2-3 1,2 0-94,1 6 1,-1-6-1,-2-1-17,-1-2 1,-8-1 0,4-2-3294,0 1 4211,-5 0 0,4-5 0,-6 0 0</inkml:trace>
  <inkml:trace contextRef="#ctx0" brushRef="#br0" timeOffset="10">7656 1814 19619,'6'15'0,"1"1"332,1-1 0,-3 8 0,6 2 0,-1 5 259,-1 1-626,4 0 0,-6 0 0,5 0 0,-1-2 0,-1-2 0,0-2 0,-1-3-1211,-2-3 0,-2-7 264,-5-2 0,2-6 0,1 3-1970,2 0 2429,0-6 1,-5-1 0,0-10 0,-1-4-1,-3-3 523,-1-4 0,-7 4 0,3-5 0</inkml:trace>
  <inkml:trace contextRef="#ctx0" brushRef="#br0" timeOffset="11">7687 1907 7804,'-8'0'4892,"1"-2"1,7-3-3828,0-6 1,7-1 0,1 0 0,3 2-556,-1-2 0,0-2 1,6-1-1,-1-1-846,1 1 1,-6 1 0,-1 2 0,0 1-1621,-1-1 0,1 4 0,3-1-1144,-2 2 0,-5 2 640,6 5 2460,-8 0 0,11-7 0,-6-1 0</inkml:trace>
  <inkml:trace contextRef="#ctx0" brushRef="#br0" timeOffset="12">7796 2000 11489,'0'10'2443,"0"0"0,7-6 0,3 1-1508,4-3 0,1-9-1187,1-4 0,-1 3 1,1-1-1,-1 1-631,1-1 1,-6 4 0,1-4-370,1 2 1,-4 0-3741,3 2 4992,-1 4 0,5-13 0,1 5 0</inkml:trace>
  <inkml:trace contextRef="#ctx0" brushRef="#br0" timeOffset="13">7827 2232 8011,'0'10'2559,"0"1"0,2-8-1821,3 2 1,3-3-1,6-4 1,-2-1-147,-1-2 0,-1-6 1,5 5-1,1-1-800,-1 0 1,-1-5-1,-2 3 1,-1-1-770,1-1 0,-4 6 0,3-3 0,-1-1 135,-1 0 842,-3 6 0,1-11 0,2 6 0</inkml:trace>
  <inkml:trace contextRef="#ctx0" brushRef="#br0" timeOffset="14">8307 1659 9105,'-8'0'7259,"-1"0"-6112,4 0 188,3 7-944,-11-6 1,4 6 0,-5-5-295,4 3 0,1-3 1,4 3 15,-5-3 1,1-2-1,-1 0-605,-2 0 0,-2 0 306,-2 0 0,6 1 0,0 3 374,-2 1 0,3 0 129,-1-5 0,6 2 260,-1 3 0,3-2 135,2 8 0,0-6 0,0 5-566,0 2 1,0-3 0,2 1-62,3 2 0,-1 2 0,6 2 63,2-1 0,-3-1 0,-1-2-476,-1-2 1,5 1 27,-1 4 0,-3-6 143,3-4 1,-8-2-176,2 3 157,4-5 0,-2 4 0,5-8 74,-2-2 0,-5 0 0,4 3 61,-2-3 0,3 1 0,-3-4 2,2 1 0,-4 2 1,5 5-1,2 0 0,-3-2 0,1-2-201,2-1 0,-3 0 0,1 5 302,2 0 1,2 0 357,1 0 1,1 5-139,-1 0 1,1 8-161,-1-3 0,-6-2 1,-2 1-191,0-2 1,-4 5 89,8-2 1,-8-1 513,2 1 0,-3 1 201,-2 4 1,0-5-439,0 1 1,-2-3 0,-1 4 0,-4-1-206,-2 1 0,4-4 1,-5 1-1,-1 0-14,3-1 1,-6-4 0,5 3 0,-1-2-129,0 0 0,-1 2 0,-4-4-635,-1 2 1,1 2 0,-1-3-1813,1 1 1,-1 0 0,1-3 882,-1 3 1,6-3 0,0 3 1610,-2-3 0,5-2 0,0 0 0</inkml:trace>
  <inkml:trace contextRef="#ctx0" brushRef="#br0" timeOffset="15">10028 2124 17738,'-9'0'5228,"2"7"-4923,7 3 1,0 11 0,0 4 0,0 6 0,0 6 360,0 4-539,0 11 0,0 3 1,0 8-1,2 3 0,1 4 1,3 3-1,-3 3 600,-1-2-667,-2-7 1,0 5 0,0-8 0,0-4 0,0-1 0,0-4-1,0-2 80,0 1 1,0-10 0,0 6 0,0 2 13,0 1 1,0-3 0,0 2-73,0-4 1,0-1-1,0-1 1,0 1 0,0 1-77,0 4 1,5-8 0,0 5 0,-1-1-7,-3 0 0,-1-7 0,0 8 0,0-1 0,0 0 0,0-8 0,0 5 0,0-4 0,0-2 0,-1-8 0,-3 4 0,-1-2 0,2-6 0,1 6 0,2-5 0,0 3 0,0-2 0,0-3 0,0 1 0,2-1 0,3 2 0,-4-9 0,5-1 0,-5 1 0,-1-1 0,0 1 0,0 1 0,0 6 0,0-4 0,0-1 0,0-4 0,0-1 0,0-6 0,0 1 0,0 1-1169,0 1-465,0 3 0,2-8 0,1-4-20,3-8 1,-1-4-1,-5-9 1,0-4-1227,0-5 1,0-5 2879,0-5 0,7-11 0,1-8 0</inkml:trace>
  <inkml:trace contextRef="#ctx0" brushRef="#br0" timeOffset="16">10059 2077 8235,'-16'0'2384,"6"0"-694,0 0-544,6 0 1,-1 0 0,10 0 538,6 0 1,1-2-1121,-2-3 0,4 4 1,-4-5-1,6 5 0,2-1 1,3-2 687,-2-1 0,0-2 0,2 4 0,3-2-967,0 1 1,5-3 0,-3 1 0,5-1-287,5 0 0,0-5 0,7 3 0,4-1 0,1-1 0,-1 3 0,9-4 0,3 3 0,1 2 0,-3-3 0,-2 5 0,0 0 0,0-2 0,-3 5 0,3-3 0,-1 1 0,-5-1 0,0 4 0,-3-5 0,2 5 0,4 1 0,-7 0 0,3 0 0,0 0 0,1 0 0,-5 0 0,6 0 0,-7 1 0,-7 5 0,-3-5 0,-4 6 0,-3-2 0,-5 0 0,-6 2 0,-2-3 0,-3 1 0,-7 2 0,2-2 0,-3-2 0,-2 8 0,0-8 0,0 11 0,0-12 0,0 6 0,0-2 0,2-5 0,1 6 0,3 0 0,-1-4 0,-5 8 0,0 1 0,0-4 0,0 3 0,0 1 0,0 2 0,0 6 0,1 3 0,3 1 0,1 3 0,0 4 0,-5 7 0,2 9 0,3 8 0,-3 9 0,5 6 0,-2 11 0,-3-36 0,1 0 0,2-1 0,0 1 0,-1 4 0,-1 0 0,1 0 0,-1-1 0,0 1 0,1 0 0,1-4 0,0 0 0,-1 0 0,-1 1 0,4 38 0,0-8 0,0 2 0,-4-9 0,2-1 0,-1 0 0,-2-13 0,-2 5 0,1-1 0,5 1 0,-5-7 0,4 8 0,-3-6 0,-2-5 0,5 3 0,0-1 0,1-2 0,1-2 0,-6-3 0,6-4 0,-2-3 0,0 0 0,6-9 0,-6 4 0,0-2 0,2-4 0,-5 1 0,3 3 0,-2 0 0,3 0 0,-5 0 0,4-2 0,-3 0 0,-2 2 0,0-8 0,0 6 0,0-3 0,0-2 0,2-3 0,1 3 0,2 0 0,-1 0 0,-2-5 0,-1 2 0,3-2 0,1 1 0,2-3 0,-4 4 0,2-4 0,-1-1 0,-2-1 0,-1-1 0,3-2 0,1-1 0,0-8 0,-5 11 0,0-13 0,0 6 0,0-7 0,-7 0 0,-3 0 0,-4 0 0,-1 0 0,-1 2 0,1 3 0,-3-3 0,-2 3 0,-6-1 0,-3 1 0,-4-4 0,-3 6 0,-7-1 0,-7-1 0,0 2 0,-7-4 0,-2 2 0,-1-1 0,2-3 0,-3-1 0,-2 0 0,-1 0 0,-2 0 0,4 0 0,0 0 0,2 0 0,9 6 0,-15 0 0,1 5 0,1 6 0,-1 0 0,-1 7 0,-1 0 0,1 1 0,3-5 0,4 3 0,6-4 0,6-6 0,15-2 0,-1-1 0,2-5 0,3-3 0,13-2 0,-1 0 0,3-2 0,-1-3 0,5 2 0,2-6 0,2 0-2458,0 1 0,0-4 1,5-9-1,0-3-2695,0 0 5153,0-5 0,0 4 0,0-6 0</inkml:trace>
  <inkml:trace contextRef="#ctx0" brushRef="#br0" timeOffset="17">10245 1643 7867,'0'-10'-1035,"0"-1"1,0 6 1331,0-5 174,0 7 9,0-11 1220,0 12 900,0-5 675,0 7-1487,0 0-1310,-7 0 1,3 0-1,-4 2-334,1 3 0,-3-2 0,3 6 0,0 0-305,0-1 0,0-3 0,4 6-165,-3 1 0,1-4 0,5 3-53,0 1 1,0-4 0,2 3 246,3 1 0,-1-5 1,6 0-1,2-2 187,2 0 0,1 5 0,1-3 0,-1 0 18,1 0 0,-6 3 0,0-3 497,3 2 1,0 1 105,3 6 1,-8-1-166,-2 1 1,-5-1-626,-1 1 1,-1-8 0,-5-3-156,-4-3 0,-4-2 1,-1 0-1,-1 0-1178,1 0 0,4 0 0,1 0-2277,-2 0 3724,-2 0 0,-1-7 0,-1-1 0</inkml:trace>
  <inkml:trace contextRef="#ctx0" brushRef="#br0" timeOffset="18">10400 1473 9633,'-7'15'1686,"5"-5"1,-5-1-1074,0-2 1,6 0-637,-4-2 1,3 4-1,2 6 186,0 1 0,5 1 0,2 2 0,1 3 75,4 2 0,-3 4 1,0 5-1,-1 1-220,1 0 0,-4-9 0,4 6 0,-2-4-1184,-4-3 0,0-1-659,3-8 0,-5-8 883,5-7 1,-5-7 0,-2-8 941,-5-1 0,-2-6 0,-8-2 0</inkml:trace>
  <inkml:trace contextRef="#ctx0" brushRef="#br0" timeOffset="19">10338 1705 7917,'-9'0'0,"2"0"0</inkml:trace>
  <inkml:trace contextRef="#ctx0" brushRef="#br0" timeOffset="20">10276 1690 9183,'-11'0'2398,"1"0"1,8-2-1618,2-3 1,7-4-1,9-5-562,-1 4 0,1-4 1,-1 4-1,-1-4 1,-2 0 206,-2 4 0,-4-2 58,4 7 0,-8 1-471,-2 10 1,-7 7-1,-9 10 1,1-1-11,-1 0 0,-1 6 0,0-4 0,0 2 23,3 0 0,4-7 0,-1 1-792,6-2 0,7-11 0,6-7 579,8-9 0,5-7 1,-1-3-1,4-1 132,0 1 1,-1 2 0,-9 1 0,-2 2 1319,-2 4-874,0-4 0,-3 19 0,-5 1 0,-7 7-119,-4 8 1,-1-2 0,-6 3-1,2-1-335,4-2 0,2-10-299,2 6 1,6-10 0,0-1-1,9-8 572,5-6 0,1-4 1,2-1-1,2-1 15,2 1 0,0 1 1,-6 2-1,1 3 8,-1 2 0,-1 4-852,-4 8 0,-3 4 0,-7 6 0,-1 1-1699,-5-1 0,3 1 2318,-7-1 0,-1 8 0,-4 1 0</inkml:trace>
  <inkml:trace contextRef="#ctx0" brushRef="#br0" timeOffset="21">10136 2620 8390,'-7'8'3411,"6"1"-2491,-4-4-430,3-3 1,2 3-1,2-8 1,3-4-1,5 0 531,4 0 0,-4-3 0,0 4 1,3 1-244,0-2 1,3 6 0,-1-5 0,1 3-286,-1-2 1,1 3 0,-1-3 0,3 3-101,2 2 1,-1-5 0,7 0 0,1 0-268,3-2 1,2 5-1,5-5 1,4 2 76,4 0 0,8-2 0,2 2 0,4-4-113,3 1 0,-2-6 0,11 5 0,-2-1-151,-4 0 0,-6 1 0,-6-3 0,-1 2-29,-2-3 1,-4 5-1,7-1 1,-1 1 107,-2-1 1,-7 4-1,10-4 1,4 1-25,0-1 1,-9 4 0,1-4 0,-3 2 23,-3 4 0,-7-4 1,-1 2-1,-6 1-234,-3 3 0,-7 1 0,1 0 0,-2 0-37,-3 0 0,1 0 0,-1 0 0,1 0-433,-1 0 0,-5 0-398,1 0 1,-6 1-2111,5 5-2233,-6-5 5427,-4 6 0,-16-7 0,-8 0 0</inkml:trace>
  <inkml:trace contextRef="#ctx0" brushRef="#br0" timeOffset="22">10865 2697 8722,'-11'0'1506,"1"0"1,5 0 0,-4 2-1107,2 3 0,1-3-118,0 3 1,-2-3-1,-6-1-369,4 5 1,1-5 0,6 6-1,-4-2 17,-2 1 0,4 0-192,-5 0 1,6-3 34,-1 7 0,3-4 0,4 2 274,3-1 0,4 0 0,6-4 0,1 3 140,-1-3 0,1 4 0,-1 0 0,1 0-71,-1 0 1,1 5 0,-1-2 163,1 4 1,-6-4 0,-1 0 357,-2 2 1,-2 2-453,-5 2 1,-2-3-1,-3 0-360,-5-3 1,-4-7 0,-2 2-672,1-3 0,4-2 1,1-2-1582,-2-3 0,-2-3-350,-1-8 2776,6 1 0,-5-1 0,6 1 0</inkml:trace>
  <inkml:trace contextRef="#ctx0" brushRef="#br0" timeOffset="23">10958 2666 12935,'0'11'266,"0"-1"0,0 2-325,0 2 0,0 1 0,1 1 1,3-1-450,1 1 0,2-1 0,-4 1 0,3-1-815,-3 1 0,-1-1 1323,-2 1 0,7-1 0,1 1 0</inkml:trace>
  <inkml:trace contextRef="#ctx0" brushRef="#br0" timeOffset="24">10927 2821 10266,'-9'0'1862,"4"5"1,10 1-2120,5-3 1,4-1-1,2-2 1,1 0-822,4 0 1,-4-2-1,4-1 1,-4-3 1077,-2 3 0,1-6 0,-1 1 0</inkml:trace>
  <inkml:trace contextRef="#ctx0" brushRef="#br0" timeOffset="25">11144 2806 7695,'-11'5'824,"3"2"218,1 1 0,0-4 0,4 3-434,-3 0 0,0-4-454,0 7 0,5-4-461,-5 4 1,5-5-882,1 5 102,0-6 755,0 3 0,1-7 132,5 0 0,-3-2 341,7-3 1,-6 1 401,1-6 0,2 0 963,-2-6-582,0 8 1,-3 1-614,3 7 0,-1 0-1185,6 0 0,-7 1-414,2 5 1,-1-3-1821,1 7 3107,4-6 0,-1 3 0,-1-7 0</inkml:trace>
  <inkml:trace contextRef="#ctx0" brushRef="#br0" timeOffset="26">11268 2806 7862,'-11'0'1955,"1"0"0,0 0-1250,-6 0 0,6 0-243,0 0 0,4 0 351,-4 0-398,7 0 1,-4 7-257,7 3 0,0 4-1326,0 1 0,7 1-89,3-1 0,-1-6 0,1-4-77,2-3 0,-3-2 1333,1 0 0,-7-7 0,4-2 0</inkml:trace>
  <inkml:trace contextRef="#ctx0" brushRef="#br0" timeOffset="27">11314 2635 7862,'-7'16'623,"6"-6"0,-5 0 0,5 2 416,1 2 0,0-3 0,0-1 0,0 2-1055,0 2 0,0 1 0,0 1-490,0-1 1,0 1-1,0-1 1,0 1-329,0-1 1,0-4-1,1-3-575,5-1 1,-3 3 1408,7-4 0,-6-3 0,1-8 0,2 1-1,-2-6 1,5 5 0,-4-5 287,-3-3 0,4 5 1,0-1 315,1 2 1,-4-5-639,1 2 0,2-4 0,-2-1-251,-2-1 1,4 6 0,-1 0 285,-3-3 0,-1 7 0,-2-1 0</inkml:trace>
  <inkml:trace contextRef="#ctx0" brushRef="#br0" timeOffset="28">11376 2713 8048,'0'15'1455,"0"1"-871,0-1 1,0 1 0,2-3-1,1 0-362,3-3 1,0-5-1,-2 5 1,3 1-860,1-3 1,-2 6-2348,4-4 2984,-7 4 0,11 2 0,-5-1 0</inkml:trace>
  <inkml:trace contextRef="#ctx0" brushRef="#br0" timeOffset="29">10369 2914 9276,'0'-10'2051,"0"0"-1459,0 6 0,0-1-488,0 10-51,7-3 1,-6 13 0,6-1-1,-2 5 1,1 2 0,-3 1 0,0 2-1715,3 0 1105,-5 6 0,8-13 0,-6 5 0,3-1 556,-3 0 0,-1-1 0,-2-4 0</inkml:trace>
  <inkml:trace contextRef="#ctx0" brushRef="#br0" timeOffset="30">10338 3131 13300,'0'16'240,"0"-1"0,0 1 1,2-1 155,3 1-394,-4-8 1,8 6 0,-6-4 0,4 3 0,0-1-1,2-4 1,-1-1-262,4-3 310,-5-3 0,7 4 0,-4 1 0,4-3 0,2-3 0,-1-5 105,1-5 0,-1-4 0,-1-2-384,-4 1 0,2-1-1443,-6 1 1,0 1 1670,0 4 0,-5-4 0,6 5 0</inkml:trace>
  <inkml:trace contextRef="#ctx0" brushRef="#br0" timeOffset="31">10167 4511 13432,'16'0'578,"-1"0"1,3 0-1,2 0-146,6 0 1,3 0-1,4 0 1,3 0 455,5 0 0,6-5-598,5-1 0,-2 1 0,6 4 0,6-3 0,4-1 0,4 0 353,-1-2 1,-1 5-501,4-3 1,-2-2 0,-6 0-1,2 0 1,-3-1 0,4 1-194,2 0 0,-1 0 1,2 4-1,2-3-323,4 3 1,-14 0 0,5-1-1,-5-1-1,-1 2 0,-11 1 1,-7 2-1,-7 0-395,-7 0 0,-7 0-1253,4 0 999,-14 0 1,0 0-2665,-17 0 3687,-3 0 0,-15-7 0,-1-2 0</inkml:trace>
  <inkml:trace contextRef="#ctx0" brushRef="#br0" timeOffset="32">10710 4216 9848,'0'9'3696,"0"0"-3404,0-4 1,5 3 0,2 8 0,1-1 227,4 1-504,-5-1 0,7 6 0,-5 0 0,1-2 0,-1 0 0,-1-1-769,1 3 1,-4 0 256,5-6 1,-6-8 0,3-7 113,0-8 0,-6-6 0,5-2 194,-5 1 1,4-6-1,1 0 1,-1 4-1,0 3 500,0 4 1,2 2 0,-2-3 311,5 6 0,-1 3-383,1 2 0,-1 7 0,3 4-747,-2 2 1,-6-2 0,1-1-2431,-3 2 2936,-2-5 0,7 7 0,1-6 0</inkml:trace>
  <inkml:trace contextRef="#ctx0" brushRef="#br0" timeOffset="33">11113 4325 8311,'1'-9'3752,"5"4"-2967,-5 3-701,6-5 1,-7 4-225,0-7 0,0 4 289,0-4 0,-1 7 132,-5-2 1,-1 5-1,-5 3-40,2 2 1,7 7-1,-4-1 1,2 2-563,-1 3 0,1-6 0,5 0-181,0 3 1,2 0-3866,3 3 4367,4-8 0,6 6 0,1-5 0</inkml:trace>
  <inkml:trace contextRef="#ctx0" brushRef="#br0" timeOffset="34">11237 4247 7946,'-5'16'510,"-1"-1"1,-1 1 0,4-1 0,-4 1 264,-1-1 0,4-4 0,-1-1-933,3 2 0,2-3-357,0 1 1,7-8 213,3-2 0,2-7 0,-1-9 0,-4 1 6,0-1 0,-6 6 0,4 0 1,-3-2 159,-2-2 0,5 3 0,1 1 1629,-3-2 65,-1 5-1282,-2 0 1,1 9 0,3 3-56,1 6 1,0 2-1,-3 1-2230,3-4 0,-3-1-469,3-4 2477,4-3 0,-8 5 0,6-7 0</inkml:trace>
  <inkml:trace contextRef="#ctx0" brushRef="#br0" timeOffset="35">11314 4278 7924,'11'0'821,"-1"0"1,-5 0 0,4 2-364,-2 3 0,-1 4 1,-2 6-1,1 1-133,-2-1 0,4 1 0,-1-1 0,-3 1 1,-1-1 1,-1 1 0,3-1-776,1 1 1,0-1-798,-5 1 0,-2-8 620,-3-2 0,4-6 0,-6-4 534,0-1 1,5-7-1,-3 2 1,3-6 86,2-5 0,0 2 1,0-5-1,0 0 488,0 0 1,7 3-1,2-3 1,1 0-157,0 0 1,1 10 0,4-1-1,1 1 105,-1 0 1,1 6-219,-1 3 0,1 5 0,-3 5 0,-2 5-49,-6 4 0,-3 6 1,-2 1-1,0-2 39,0-2 1,0-1 0,0-1-1,-2 1-108,-3-1 0,1-4 1,-6-1-141,-2 2 0,3-3 1,-1-1-1048,-2-1 0,-2-2 1091,-1-5 0,-8-7 0,-1-1 0</inkml:trace>
  <inkml:trace contextRef="#ctx0" brushRef="#br0" timeOffset="36">10121 3395 7804,'-16'5'641,"1"2"1181,-1 1 0,6-4-772,0 1 1,6-2-1,-3 1 1,4 1-1,3-1 234,7-3 0,5-2 1,3-3-1,3-1-483,2 1 1,4 1-1,7 0 1,0-4-132,0-2 0,7 6 1,4-4-1,4 2-594,6-1 1,6-4-1,15 3 1,9 0-77,-37 4 0,0-1 0,2 1 0,0 0 0,1 1 0,-1 0 0,1-1 0,-1 1 0,-1 0 0,-1 0 0,38 1 0,-4 1 0,-7 0 0,-4 0 0,-13 0 0,5 0 0,-3 0 0,-2 0 0,-10-2 0,-1-1 0,-2-4-356,-3-2 0,-4 4 0,-1-4 0,-6 1-232,-8-1 0,-2 4 1,-3-4-413,1 2 569,-8 2 811,-1 5-417,-7 0 0,-7 0 0,-3 0-255,-4 0 0,-3 0 0,-4 0 0,-5 0 11,-3 0 1,-4 0 0,-3 0 0,-7 0-151,-7 0 0,-5 0 1,-5 0-1,0 0 215,-2 0 1,0 0 0,-12 2 0,-4 3 286,-1 5 1,0-1-1,34-4 1,-2 0 0,-1 1-1,0 0-3,-2 1 0,0 0 0,-36 4 0,2-1 1,4 0-21,6-1 1,7 5-1,3-6 1,8 3 42,4-1 0,11-5 0,-8 4 0,3-1-33,3 1 1,5-4 0,0 4 0,5-2 40,9-4 1,5 0 1229,4 3-1197,6-5 1,4 6 0,10-7-151,6 0 0,-1 0 0,4 0 0,5-1 315,3-5 1,11 5 0,8-5 0,7 5 63,9 1 0,-4-5 1,13-2-1,1 0 3,2 0 0,5 0 1,9 4-1,-39-1 1,1 1-264,3-2 0,1 1 1,0 2-1,2 1 0,2-3 1,2 1-1,1 0 1,0 1-37,-1-1 0,-2 0 0,-1-2 0,-2 0 1,-1 1-1,0 1 0,-2 0 0,-1-1-398,40-3 0,-10-3 0,0 3 0,-11 0-258,-6 0 1,-14 2 0,-1 5 0,-6 0-120,-8 0 1,-1 0 0,-9 0-615,-1 0-322,-1 0 0,-10 2 1646,-3 3 0,-3-3 0,-2 5 0</inkml:trace>
  <inkml:trace contextRef="#ctx0" brushRef="#br0" timeOffset="37">12291 3147 7914,'-2'-11'3308,"-3"1"-2390,3 0 0,-7 1-433,4 4 1,2 3 0,-8 2-248,-1 0 1,4 0 0,-1 2-170,2 3 1,-3 4 0,3 5 0,0-2 5,0-2 1,0 0 0,4 6-1,-2-1-186,1 1 0,3-1 0,1 1 1,0-1-149,0 1 0,0-1 0,1 1-59,5-1 0,2 1 1,8-2 90,-1-4 1,1 2 0,-1-7 0,1-1 118,-1-3 1,6-1 0,-1 0 0,-1-1-6,-1-5 1,-8-1 0,0-5 0,1 2 109,-3-2 1,1-2-1,-6-3 1,2-2-63,-1-2 0,-2-1 0,-2 3 1,0-2 28,0 2 1,0-3 0,-2 1 0,-2 2 212,-1 2 1,-7 2 0,2-1-126,-4 1 1,-1 6 0,-1 4-575,1 3 0,4 2-254,1 0 776,7 0 0,-11 7 0,5 2 0</inkml:trace>
  <inkml:trace contextRef="#ctx0" brushRef="#br0" timeOffset="38">12477 3116 10526,'10'5'2972,"0"2"-2322,2 1 0,-3-4 0,1 3-493,2 0 0,2-6 0,2 6 1,-1-2-1,1 1-397,-1-3 0,1 4 1,-1 0-450,1 1 0,-6-4 0,0 1-579,2-3 1,-5-1 334,-2 5 933,-3-5 0,5 6 0,2-7 0</inkml:trace>
  <inkml:trace contextRef="#ctx0" brushRef="#br0" timeOffset="39">12663 3007 7868,'-9'2'2463,"2"1"-1065,0 3 0,6 0-1033,-5 0 0,3 1 0,-1 5-54,-1-2 1,0 0-1,5 6 1,-2 1-1,-1 2-47,-2 2 1,0 1 0,5-3 0,0 3-651,0 2 1,0-10 0,0 2 0,0-3-4296,0 1 3495,0-5 1186,0-2 0,7-14 0,1-2 0</inkml:trace>
  <inkml:trace contextRef="#ctx0" brushRef="#br0" timeOffset="40">12725 2930 13999,'0'15'420,"0"1"1,0-1-1,1 2-477,5 4 1,-3-4 0,6 4-1,-3-4-183,-2-1 0,3-1 0,-2 1 0,0-2-2131,2-4 0,-5 4-168,3-4 2539,-3-3 0,4 0 0,3-7 0</inkml:trace>
  <inkml:trace contextRef="#ctx0" brushRef="#br0" timeOffset="41">12756 2992 12542,'0'8'2000,"1"-1"-2112,4-7 1,-1 0-1,5-2 1,-1-1-864,1-2 0,-1-2 1,4 4-149,-1-3 1,-6-1 0,5 4-79,2-2 1201,-5 0 0,7-2 0,-5-2 0</inkml:trace>
  <inkml:trace contextRef="#ctx0" brushRef="#br0" timeOffset="42">12802 3085 8081,'-9'1'4628,"4"5"-4132,4-5 0,2 6-475,4-7 0,4-1 0,7-3 0,-1-3-689,1-1 0,-3 2 0,-1-2 1,-3-1 667,-2 1 0,5-3 0,-3-4 0</inkml:trace>
  <inkml:trace contextRef="#ctx0" brushRef="#br0" timeOffset="43">12957 2945 10738,'-9'7'654,"3"-5"1,6 6-315,0-2 0,0 2 1,0 8 233,0-1 1,0 1-520,0-1 1,5 1 0,0-1-1,-2 1-374,-1-1-141,5 1 0,-5-1 0,5-1 1,-2-2-5220,0-2 5679,0-6 0,-5 3 0,0-7 0</inkml:trace>
  <inkml:trace contextRef="#ctx0" brushRef="#br0" timeOffset="44">12942 2976 14190,'10'-2'710,"0"-1"-448,2-2 1,-3 0-2182,1 5 1,-5-5 1354,6-1 0,-1 1 0,4 3 564,-4-3 0,4 4 0,-5-6 0</inkml:trace>
  <inkml:trace contextRef="#ctx0" brushRef="#br0" timeOffset="45">13019 3038 8285,'0'9'2871,"0"-2"0,2-7-3217,3 0 1,4 0-957,6 0 1,-5 0-415,1 0 1716,-8 0 0,11-7 0,-5-2 0</inkml:trace>
  <inkml:trace contextRef="#ctx0" brushRef="#br0" timeOffset="46">13004 3131 11234,'8'0'1855,"1"0"-2445,-4 0 0,4 0-322,6 0 0,-5 0 0,1 0 912,1 0 0,-5 0 0,0 0 0</inkml:trace>
  <inkml:trace contextRef="#ctx0" brushRef="#br0" timeOffset="47">12802 3178 12943,'2'8'-270,"1"-1"-895,2 0 572,1-5 0,-6 12 1,1-6-1,3 3 593,1-1 0,7 0 0,-3 6 0</inkml:trace>
  <inkml:trace contextRef="#ctx0" brushRef="#br0" timeOffset="48">13267 2899 9994,'-9'0'1749,"3"0"1,4 0-1320,-3 0 0,1 0-100,-6 0-228,6 0 0,-4 0 250,3 0-245,-4 0 1,-1 0-266,-1 0 177,8 0 0,-4 1 0,7 5 0,0 4 417,0 4 0,0 1-253,0 1 1,0-1-459,0 1 1,0-1-140,0 1 0,0-6 0,2-1-205,3-2 1,-2-1 182,8 0 0,-6-5 297,5 5 0,-5-5 0,6-1 136,1 0 1,-4 0 0,3 0 157,1 0 1,-5 2-1,0 1-115,-1 3 1,3-1 229,7-5 0,-6 1 125,0 5 0,-5-3 162,6 7 1,-8-4-253,2 4 0,-3-5 1,-2 5 65,0 2 0,0-3 0,-2 0-356,-3-2 0,2-1 0,-8-2-181,-1 1 1,-1 2 0,-3-4-1,1 3-17,-1-3 0,6-1 0,-1-2-1033,-1 0 0,4 0 0,-3 0-2398,-1 0 3614,5 0 0,-6 0 0,4 0 0</inkml:trace>
  <inkml:trace contextRef="#ctx0" brushRef="#br0" timeOffset="49">12027 3302 7878,'0'-16'148,"2"6"1,1 0 0,4-2 0,0-2 0,2-2-110,-1 1 0,3-1 0,2 1 43,-2-1 1,3 6 69,-4 0 1,4 1 0,1-3 0,2 3 83,4 2 0,-4-3 0,6 3 0,-1-1-56,4-4 0,5-2 1,5-2-1,5 1 52,4-1 1,3-1-1,2 0 0,4-2-151,1 0 0,-4 5 0,5-7 0,-1 2-148,0-1 1,-9 3 0,4-4 0,0 4 5,-2 1 1,4-4 0,0-1 0,3 0 149,-2-1 1,-1 3 0,6-7 0,-1-2 34,2-1 0,-8 3 1,3 1-1,1-3 136,-3-1 1,4-2 0,0 1 0,0 3-221,1 1 0,0 2 0,3-2 0,1 4-87,1-1 1,-16 11 0,6-3 0,-7 3-79,-6 3 1,-6 0 0,-9 6-1,-2-2 0,-3 1 0,-2 3 727,-1 1 1,-7 1 42,-4 5 1,-4-3 438,-1 7-2056,0-6-2620,0 10 279,0-13 3313,0 6 0,7-7 0,2 0 0</inkml:trace>
  <inkml:trace contextRef="#ctx0" brushRef="#br0" timeOffset="50">14569 1984 21184,'0'17'1061,"0"4"0,0 7-165,0 6-717,0 6 1,0 13 0,0 6-1,2 6 1,1 7 0,2 2-1,0 1 295,2-3 0,-5-5-448,3 5 1,-1-6 0,-1-2 0,2-8 0,-1-7 0,-3-1-287,-1 0 0,2-8 357,3 6 0,-3-15 0,3-2 0,-3-3 0,-2-2 0,0 2 97,0-2 0,2-6 0,1-8 149,2 2 0,0-3-68,-5 1 0,2-7-52,3 3-223,-3-5 0,12-1 0,-11 0 0,8 0 0,-1 0 0,5 0 0,1 0 0,-1 0 0,1 0 0,-6 0 0,1-1 0,2-3 0,6-1 0,0 0 0,5 3 0,1-1 0,-1-3 0,3 1 0,9 5 0,6 0 0,2 0 0,5 0 0,1 0 0,1 0 0,-1 0 0,5 2 0,-1 1 0,-1 3 0,-1-3 0,-7 0 0,6 1 0,-3 1 0,-1-1 0,-4-3 0,0 1 0,0 1 0,-5 3 0,-4-1 0,-4-4 0,-3 3 0,-1 1 0,-7 5 0,2-4 0,-4-3 0,-2-1 0,-4 3-296,-1 0 192,-7 7 0,10-8 24,-8 6 0,2-7 0,-4 4-339,2 0 1,2-5 41,-2 3 1,-1-3-69,6-2 417,-7 0-138,4 0 0,-5 0-150,3 0 0,-3-2-120,3-3 1,-1 3 699,1-3 342,-4-4 0,6 6-473,-7-7 1,0 4-1,0-4-28,0-2 1,6 3 0,-1-1-31,-2-2 1,-1-2-1,-2-3 1,0-2 2,0-2 1,0-8-1,0 0 1,0-9-66,0-7 1,0 0-1,0-11 1,0-5-109,0-4 1,-5-2 0,0-9 0,1-5-47,2-3 0,2 3 0,0 1 0,0 10 13,0 8 1,0 8-1,-1-1 1,-3 2 68,-1 3 1,0 9-1,5 4 1,0 5 54,0 1 0,0 0 1,0 1-1,-2 3-106,-3 1 0,3 10 0,-3-2-90,3-1 636,2 0 0,-1 10 69,-5 4 0,3 3-260,-7 2 0,5 0-198,-6 0 0,1 0 46,-6 0 1,1 0-1,-1 0-248,1 0 1,-1 0 0,-1 0 0,-2-2 71,-1-3 1,-8 4-1,2-5 1,-5 5-316,-5 1 1,-5 0 0,-11 0 0,-5 0-185,-3 0 1,1 5 322,-3 0 0,2 7-98,-12-2 1,6 2-1,1 0 1,3-3 185,0-2 1,14 3-1,-7-5 1,3-1-184,4-2 1,12-2-1,5 0 1,3-2-72,4-3 0,1 3 1,10-5-1,1 2-791,1 0 1,8-2-1,-1 2 1216,8-6 0,11-2 0,9-3 0</inkml:trace>
  <inkml:trace contextRef="#ctx0" brushRef="#br0" timeOffset="51">15266 1860 7882,'-10'0'3036,"0"0"1,6 7-2293,-1 3 0,3-1 1,2 1-1,0 4-416,0 5 1,0 12-1,2 10 1,3 8 114,6 7 0,-3 8 0,3 14 0,-1 3-176,-6-38 0,1 1 0,3 41 0,-6-38 0,0 1 0,0-2 1,1-1 444,0 39 1,-1-3 0,0-8-1,1-8-710,2-8 1,0-12 0,-3-1 0,2-9-826,1-8 1,2-15 0,-2-1-4895,5-8 5055,-3-3 1,0-7 0,-7-3 0,0-4-1193,0-1 1,0-8 1853,0-2 0,-7-12 0,-2-2 0</inkml:trace>
  <inkml:trace contextRef="#ctx0" brushRef="#br0" timeOffset="52">14600 2263 9320,'-9'0'4074,"16"-5"1,14-2-3090,6-2 0,6 4 1,3-3-1,7-1-393,7 0 0,5 6 1,11-4-1,3 2 0,5 0-235,0 1 1,0 3-1,2 1 1,-2 1-498,-2 5 0,-8-5 1,5 4-1,1-1-234,-3 1 0,1-3 0,-6 5 0,-2-2-563,-5 0 0,-17 5 1,-2-3-1,-12 2-809,-7 3 1,-8-3 74,-4 1 1,-3-5 0,-4 4 1670,-3-2 0,-4-2 0,-6-5 0</inkml:trace>
  <inkml:trace contextRef="#ctx0" brushRef="#br0" timeOffset="53">14600 2744 7987,'-10'0'3505,"-1"0"1,10 0-2734,1 0 1,8-2 0,11-3 19,2-6 0,13 3 0,2-2 0,7-3 1,6 1 89,2 2 0,1-2 0,8 5 0,6 0-352,3 0 0,3 2 0,2 5 0,-3 0-345,-4 0 1,-12 0 0,7 0 0,-2 0-333,0 0 0,-3 2 0,-2 1 0,0 3-1011,1-3 0,-12 0 0,-1 1 1,-5 1-453,-3-2 0,-16-1 1,3 0-786,-6 3 561,-6-3 0,-17 5 1834,-3-7 0,-11 7 0,-3 1 0</inkml:trace>
  <inkml:trace contextRef="#ctx0" brushRef="#br0" timeOffset="54">14600 3085 7915,'-7'15'735,"5"-4"0,-3-1 792,3 2-1100,2-5 1,2 0 0,3-7 0,6 0 0,4 0 1660,6 0-1589,3 0 1,9 0 0,3 0-1,7 0 1,7 0 0,8 0-1,8 0 1237,6 0 1,6 0 0,3 0-1,3 0-1330,2 0 0,-10 0 1,0 0-1,-4 0-570,-1 0 1,-11 0 0,0 0 0,-5 0-364,-5 0 1,-7 1 0,-5 3 0,-3 3-1932,-6 1 0,-9-4 1,1 1-1,-2-3 2445,2-2 1,-4 0 0,5 0 0</inkml:trace>
  <inkml:trace contextRef="#ctx0" brushRef="#br0" timeOffset="55">14662 2434 8997,'0'-9'3843,"0"2"-3436,0 7 1,0-2 19,0-3-380,0 4-1399,0-6 710,0 7-1356,0 0 1,0 0 0</inkml:trace>
  <inkml:trace contextRef="#ctx0" brushRef="#br0" timeOffset="56">14646 2341 8910,'0'-9'5386,"2"2"-3428,3 7-1465,-3 0 0,5 2 1,-7 3-266,0 5 0,0 4 0,0 2 0,2-1-264,3 1 0,-3 1 0,3 2 0,-4 3-283,-1 2 1,0-3 0,0 3-1,0-1-307,0-5 0,2 0 1,2-3-4152,1 1 2020,0-8 2757,-5-1 0,0-7 0</inkml:trace>
  <inkml:trace contextRef="#ctx0" brushRef="#br0" timeOffset="57">14662 2403 14434,'10'0'701,"-1"-2"1,0-1 0,-1-4-824,4-2 1,2 4 0,1-4-355,1 2 1,-1-3 0,-1 3-1,-2 0-1120,-1 0 1,-1 2 144,5 5 1,-4 0 1450,-1 0 0,-6-7 0,2-1 0</inkml:trace>
  <inkml:trace contextRef="#ctx0" brushRef="#br0" timeOffset="58">14693 2480 7847,'0'9'4175,"0"-2"-1651,0-7-1217,0 0 0,7 0-1102,3 0 1,4-2 0,1-1-737,1-3 1,-6 1-1,1 5-2409,1 0 0,1 0 2940,3 0 0,-1-7 0,1-1 0</inkml:trace>
  <inkml:trace contextRef="#ctx0" brushRef="#br0" timeOffset="59">14894 2372 8372,'-8'7'1869,"3"3"0,3-1 1,2 1-1599,0 2 1,0 2-1,0 1 1,0 1-69,0-1 0,0 1 0,0-1 0,0 1-359,0-1 1,0 1 0,0-1-4372,0 1 1992,0-8 2535,0-1 0,0-7 0</inkml:trace>
  <inkml:trace contextRef="#ctx0" brushRef="#br0" timeOffset="60">14879 2372 12835,'10'0'1125,"1"0"-898,1 0 1,1-5 0,3-1 0,-1 3-597,1 1 0,-6 0 1,1-1-1343,1-2 0,1 0-264,3 5 1975,-7 0 0,4 0 0,-4 0 0</inkml:trace>
  <inkml:trace contextRef="#ctx0" brushRef="#br0" timeOffset="61">14894 2465 7847,'0'10'2802,"0"0"1,2-6-2351,3 1 0,4-3 0,6-2 0,1 0-745,-1 0 1,-4 0 0,-1 0 0,2 0-951,2 0 1,0-2 0,-2-1-392,-2-3 0,-1-1 1634,1 2 0,4 4 0,-6-6 0</inkml:trace>
  <inkml:trace contextRef="#ctx0" brushRef="#br0" timeOffset="62">14910 2589 7836,'0'10'4172,"0"0"-4141,0-6 1,2 3-1,3-7 1,5 0-347,4 0 1,1-5 0,1-2 535,-1-2-221,1-1 0,6-6 0,2 1 0</inkml:trace>
  <inkml:trace contextRef="#ctx0" brushRef="#br0" timeOffset="63">15204 2341 8109,'-15'0'2119,"5"0"-1814,-1 0 0,6 0-561,-5 0 1247,6 0-316,-9 0 1,9 0 326,-6 0-426,6 0-641,-9 0 0,9 0 307,-6 0-424,6 0 1,-3 7 389,7 3 0,0-1 187,0 1 0,0 0-269,0 6 0,0-1-317,0 1 1,2-8-1,2-1-80,1 0 0,2-5 1,-2 3 188,5-3 0,-1-2 0,1 0 183,2 0 1,-3 0 0,1 0-47,2 0 0,2 0 530,1 0 0,-6 1-440,-4 5 1,-3-3-366,-2 7 1,-2-1 0,-1 3-59,-2-2 0,-7-4 0,1 2-509,-3-1 0,-1-2 0,-1-5-916,1 0 1703,-1 0 0,1-7 0,-1-1 0</inkml:trace>
  <inkml:trace contextRef="#ctx0" brushRef="#br0" timeOffset="64">15576 2325 6947,'0'0'0</inkml:trace>
  <inkml:trace contextRef="#ctx0" brushRef="#br0" timeOffset="65">15561 2310 6129,'15'-16'0</inkml:trace>
  <inkml:trace contextRef="#ctx0" brushRef="#br0" timeOffset="66">15514 2325 9064,'-8'0'3781,"1"2"-2038,7 3 202,0-3-110,0 5-1037,0-7-712,0 0 0,7 0-314,3 0 0,-1 0 0,1 0-205,2 0 1,-3 0 0,1 0 153,2 0 1,-3 0 669,1 0 376,0 0-642,6 0 0,-6 0 206,1 0-63,-8 0-100,4 0 1,-9 5 0,-1 2-20,-2 1 1,-2-2 0,2 4-137,-6 2 0,4 2 0,0 1 0,2 1 1,0-1 1,-5 1-1,3-1-527,-2 1 0,6-1-394,-2 1 1,-2-6-2030,2 0 611,-1 1 1022,6-3 1,2-3 865,3-10 0,2-3 0,5-6-1268,-1 4 1705,-8-4 0,11 5 0,-6-6 0</inkml:trace>
  <inkml:trace contextRef="#ctx0" brushRef="#br0" timeOffset="67">15747 2372 21349,'-9'0'1428,"2"1"0,7 5-1291,0 4 0,0-1-364,0 1 1,0 0 0,0 6-205,0-1 1,0 1 0,2-1 19,3 1 1,-3-6 0,5 0 91,0 2 0,-4-5 1,6 0 21,-2 0 0,5-5 1,-2 3 11,4-3 1,-4-2 0,1 0-46,1 0 0,-4 0 0,1-2 54,-2-3 0,0-2 1,-4-5 261,2 2 1,2 1 0,-3-3 0,1 2 364,-2-3 0,-1 5 1,-2-2 127,0-3 0,0 5 1,-2-2 136,-3-3 1,2 5-195,-8-2 0,6 6 1,-5-1-225,-2 3 0,3 2 0,-1 0-1000,-2 0 0,3 0 1,-1 0-2245,-2 0 1,3 0 3045,-1 0 0,-1 0 0,-4 0 0</inkml:trace>
  <inkml:trace contextRef="#ctx0" brushRef="#br0" timeOffset="68">17886 822 7787,'-9'0'4743,"1"0"-4233,2 0 1,5 1 0,-5 4-153,5 6 1,1 3 0,0 3 0,0 3-47,0 6 0,1 10 0,3 8 1,3 7 4,1 11 1,-2 9-1,4 11 1,-5-36 0,0 0-201,-1 4 1,1 1 0,1 0-1,0 0 1,-2 7 0,-1 1 0,0 1-1,1 1-100,-1-2 1,1 1 0,-1-1 0,0 0-1,-1-4 1,0-1 0,0-1 0,1 1 48,-1-3 0,0-1 0,-1 35 0,-1-41 1,0 1-1,0 0 0,0 0-387,0 43 0,0-14 1,0-2-1,0-1 53,0-4 1,0-5-1,0 3 1,0-4 136,0-5 1,0-2 0,0 8-1,0 7-52,0 5 0,0-7 0,0-2 0,0 3 65,0 0 1,5 0-1,1 1 1,-3-4 308,-1-5 1,-2-6-1,0 1 1,0-2 135,0-3 0,0-7 1,0-3-1,0-2-108,0-4 1,0 1 0,0-3 0,0 1-123,0-4 1,1-6-1,3 3 1,1 1-559,-1 2 0,-3-3 1,1-2-1,1-1 179,3-4 0,-1 0 1,-5 0-1,0 1 326,0-1 1,0-2-1,0-1 1,0-1 76,0 1 0,0-6-666,0 1 0,0-10 1,0-1-1467,0-8 1,0-8 2010,0-5 0,-7-10 0,-2-8 0</inkml:trace>
  <inkml:trace contextRef="#ctx0" brushRef="#br0" timeOffset="69">17979 791 6554,'1'-9'1582,"5"4"-1142,-5 3 0,6 0 1,-5-1 667,3-2-764,-3 0 0,6 5 0,-2 0 1,6 0-1,5 0 0,7 0 1463,5 0-1590,6 0 1,18-6-1,7-1 1,9 1-1,10-3 1,4 0 322,2-3 1,-3-1-1,-4-3 1,-3 2-299,-2 4 0,1-4 0,-7 6 0,-2-1-161,-1 4 1,2-2-1,-1 2 1,-3 1-64,-2 3 0,1 1 0,-11 0 0,-6 0 0,-1-2-79,-5-3 0,-8 3 1,2-3-1,-6 3 34,-4 2 1,-6 0-1,-6 0 206,2 0 1,-3 2-107,1 3-157,-6-3 0,4 5 288,-2-7 421,-5 0-29,6 0 1,-5 0-1,1 1 142,2 4-582,1-3 0,-6 7-10,0-4 1,5 4-163,0 6 0,5 1 1,-3-1 54,2 1 0,-4 6 0,4 4 0,-1 5-45,1 5 0,1 5 0,4 11 0,-2 7-109,-2 6 1,-1 2 0,1 7-1,-3 5-52,0 6 0,-5-4 0,0-34 1,1 0-1,-2 2 0,0-1-413,-1 2 1,0 0-1,0-5 1,0 1-1,0 5 1,0 0 133,-1-5 1,2 1-1,1 6 1,1 1-1,-1-9 1,1-1-1,2 42 1,0-3-297,0-7 0,2-14 1,-3 12 428,1-2 1,5-3-1,-3-10 1,0-6 0,2-1-40,-1-2 1,-3-4 0,4 7 0,-2 1 138,-4 1 0,4-10 1,-2 13-1,-1 3 112,-2 1 0,-2-6 1,0 8-1,0-2 82,0-3 1,0-1 0,0 1 0,0-4 42,0-3 0,0-6 1,1 9-1,3-1 202,1-4 0,0-7 0,-5-4 0,2 3-41,3 2 0,-3-6 0,5 7 1,-2-4-122,0-1 0,2-6 1,-4 3-1,2-5 166,-1-1 1,3-5 0,-2-2-1,-2-1 24,-1-4 1,0 0 0,1 0 0,2 1-97,-1-1 0,-2-5 0,-2 0-119,0 3 1,0-3-1,0-4 154,0 2-318,0-5 65,0 0 1,-2-7 89,-3 0 0,-4 0 0,-8 0 129,-4 0 1,2 0-1,-7 0 1,-3 0 112,-5 0 1,-6 0-1,-6 0 1,-3 0-129,-2 0 1,-6 0 0,-7 0 0,-3 0-70,-4 0 0,4 0 0,-17 0 0,39 0 0,0 0 26,-1 0 1,-1 0 0,-39 0 0,41 0 0,-1 0 0,-42 0-29,2 0 0,9-2 0,-1-1 0,6-2-204,8 1 0,7 2 0,-1 2 0,-3 2 14,3 3 1,13-1 0,4 6 0,8 0-141,7-1 1,-1-2 0,8-5 0,1 1-869,1 2 1,10-1 1124,-8-10 0,3-9 0,-4-9 0</inkml:trace>
  <inkml:trace contextRef="#ctx0" brushRef="#br0" timeOffset="70">17994 326 8798,'0'8'4121,"0"1"-3647,0-4 0,0-2 0,2 8 1,1 1 16,3 2 0,-1-4 1,-5 0-1,0 2-280,0 2 0,1 2 0,3-1-425,1 1 1,0-1-1833,-5 1-158,0-1 1884,0-6 1,-5-9 0,0-11 0,1-4 438,3-6 0,1 2 0,0-5 1,0 0-64,0 0 1,0 0 0,0-2 0,0 4 490,0-1 1,0 6 0,1-4 0,5 4 73,4 2 0,-1-1 0,1 2-124,2 4 0,2 3 1,1 7-398,1 0 0,-2 7 1,-2 3-1,-4 4-141,-1 2 0,3-1 0,-4 1 1,-3 1-188,-1 3 1,-2-2-1,0 4-62,0 0 0,-7-10 0,-2 4 0,-1-2 28,0 0 1,-1-4-1,-4 0-598,-1 2 0,6-5 0,0-2-2765,-2-3 3625,5-2 0,-7-14 0,5-3 0</inkml:trace>
  <inkml:trace contextRef="#ctx0" brushRef="#br0" timeOffset="71">18242 155 9942,'-8'7'3007,"1"-5"1,7 6-2570,0-3 0,5-1 0,2 6 179,1 2 1,-2 2 0,2 2 0,-1-1-68,-3 1 1,-1 1 0,0 2-1,3 1-380,-3-1 0,-1 4 0,-2-3 1,0-1-284,0-1 0,0-3 0,0 1-2331,0-1 1665,0-6 0,0-4 1,0-10 519,0-6 1,0-4-1,0-4 1,0-2 127,0 2 1,5 0-1,2 0 1,0-1 359,0 1 0,-1 7 1,-2 1-1,3 1 227,1 1 0,-4 1 0,3 4-53,0-1 0,-4 0 0,7 7-238,2 3 1,-3-2-1,0 8 1,-2 1-164,-4 2 1,0 1 0,1 1-445,1-1 1,0 1 0,-5-1-1650,0 1 0,0-1-2858,0 1 2937,0-8 2012,0-1 0,7-14 0,2-1 0</inkml:trace>
  <inkml:trace contextRef="#ctx0" brushRef="#br0" timeOffset="72">18568 279 7848,'-11'0'1628,"1"0"0,5 0 0,-4 2-680,2 3 0,2-2 0,3 6-525,-3-2 0,4 5 0,-5-2-132,5 4 1,2 2-1,3-1-418,1 1 0,7-1 0,-2-1-176,4-4 1,-3-1-1,-1-6-30,2 2 1,0-1-1,0-8 1,-3-3-225,-2-1 1,3-2 0,-3-6 410,1 1 1,-4-1 0,1 1 588,-3-1 1,-2 6 0,0-1 134,0-1 1,1 5 104,5 2 1,-5 5-300,4 5 0,-3 4 1,-2 7-1,2-1-120,3 1 1,-3-1 0,3 1 0,-3 1-101,-2 3 1,0-2 0,0 2 0,0-2-387,0-3 0,-2 1 0,-1-1 1,-3 1-664,3-1 0,-4-5 0,0 1-3284,-1 1 719,4-5 3450,-3 0 0,0-21 0,-1-3 0</inkml:trace>
  <inkml:trace contextRef="#ctx0" brushRef="#br0" timeOffset="73">18955 279 9235,'-20'5'0,"-3"2"298,-1 2 1,9-6 0,-3 4 0,3-2 2078,3 0 1,0 6-1574,-4-6-1904,8 0 858,1-5 1,8 0-1,5 2-40,4 3 1,-1-3 0,1 3 331,2-3 1,2 3-1,1 2 578,1 1 1,-1-3 0,1 4-32,-1-2 0,-4 0-110,-1-2 0,-2 4-243,3 6 0,-4-5 0,-9 1-416,-3 1 0,-4-5 0,-6-2 0,-1-3-486,1-2 1,-1 5 0,1 0-237,-1-2 0,1-1 0,1-4-2723,4-3 3617,3-3 0,0-8 0,-2 1 0</inkml:trace>
  <inkml:trace contextRef="#ctx0" brushRef="#br0" timeOffset="74">19064 295 13757,'0'15'2087,"0"-5"0,0 1-1955,0 1 1,5 2 0,0 1-3841,-2 1-2649,-1-1 6357,-2-6 0,0-2 0,0-7 0</inkml:trace>
  <inkml:trace contextRef="#ctx0" brushRef="#br0" timeOffset="75">19033 202 11605,'-9'0'1574,"2"0"-1574,7 0 0,14 6 0,3 3 0</inkml:trace>
  <inkml:trace contextRef="#ctx0" brushRef="#br0" timeOffset="76">19327 310 8608,'-15'0'2114,"-1"2"1,1 1-630,-1 2 1,2 2 0,2-3-759,2 1 1,0 7-623,-6-2 0,8-1 1,1 1-625,0 2 0,5-3 0,-3 1-805,3 2 1,4-3-24,3 1 1,-2-6 0,8 1 325,1-3 0,2-8 1021,1 1 0,8-7 0,1 4 0</inkml:trace>
  <inkml:trace contextRef="#ctx0" brushRef="#br0" timeOffset="77">19405 326 7834,'-16'5'1352,"1"0"1,-1 5-1,1-3 775,-1 2 1,6-4-1792,-1 5 1,3 1-239,-2 4 1,3-5-1,8-1-1671,5-2 0,-3-2 102,7-5 1,1 0 1153,4 0 0,-5 0 100,1 0 1,-3-2 499,3-3 875,3-3 1,-11-3-639,7 1 0,-5 6-993,6-1 1,-6 4 146,5 1 1,-5 0 0,4 1-1785,-2 4 1,0-3 2109,-2 3 0,4-10 0,6-3 0</inkml:trace>
  <inkml:trace contextRef="#ctx0" brushRef="#br0" timeOffset="78">19513 186 10644,'-8'10'1371,"2"1"0,5-6 0,1 5 0,0 4-833,0 5 1,5 0 0,0 7-1,0 1-1114,2 3 1,-4-5-1,6-1 1,0 1-1924,-1-1 2499,-4-5 0,10 10 0,-6-5 0</inkml:trace>
  <inkml:trace contextRef="#ctx0" brushRef="#br0" timeOffset="79">16119 2496 7849,'-5'10'2010,"0"0"-1184,1 2 1,2 2 0,4 0-199,3-4 0,-1-1 0,6-6-142,2 3 1,2 4 0,1-3 0,1 0-8,-1 0 1,1 5-1,1-4 1,2 3-182,2-1 1,-1 0 0,-4 4 0,1 0-21,4 1 1,-4-4-1,5 8 1,1-4 50,3 2 0,-2 2 1,2-3-1,3 1-130,5 4 0,-1-2 0,3 5 0,-3-2-52,-2-3 0,0-2 0,0 0 0,2 2 7,3 2 1,-9 0 0,4-7 0,-1-1-226,-1 3 0,2-4 0,-2 9 0,0-4-30,2-2 1,-8-4-1,8-1 1,-2 2 195,0 2 0,-3 1 0,-2-1 0,-1-2 150,-4-2 1,0 1 0,-1 4-1,3 1 111,-2-1 1,-2 2-1,-1 2 1,1 2-83,4-2 0,-8-2 0,6-1-315,0-1 0,0 1 1,-3-1-1,-1-1-40,1-4 0,-6 2 0,0-5 0,3 0-28,0 0 1,-2 0 0,-1-4 93,2 3 0,-3-1 0,1-5 1,0 1 84,-1 5 1,-1-5-1,-2 5 113,4-5 1,-1 4-1,1 1 1,0-1 22,-1 2 1,5-6 0,-6 6 0,3-2-265,-1 1 0,-7 0 0,4-2-17,0 1 0,-3 5-1367,6-4 621,-7-1 1,4-4-556,-7 5 978,0-5 1,0 8 203,0-4 1,0-1 885,0 6-1256,0-7-417,0 11 0,2-12 0,1 5-1561,3 0 2542,-1-6 0,-5 6 0,0-7 0</inkml:trace>
  <inkml:trace contextRef="#ctx0" brushRef="#br0" timeOffset="80">18010 3689 7865,'-9'-1'-46,"2"-3"1,2-3 0,-2 0 548,-1 0 0,4 1 1072,-1 0 1017,3 5 1285,2-6-2015,0 7 2827,0 0-3134,7 0-140,-5 0-230,5 0 1,-2 1-1186,0 5 0,2-5 0,-2 5 0,-1-5 0,6-1 0,-5 5 0,5 1 0,2-3 0,2-1 0,2-2 0,1 0 0,4 0 0,-2 5 0,5 0 0,0-1 0,0-3 0,3-1 0,8 0 0,3 2 0,1 3 0,3-3 0,6 3 0,4-3 0,4-2 0,1-2 0,2-1 0,1-4 0,-1-2 0,-6 4 0,0-4 0,-3 2 0,-5 4 0,-7-4 0,2 2 0,-2 1 0,-4 3 0,-7 1 0,-1 0 0,2 0 0,1 0 0,2 0 0,-2 0 0,1 0 0,1 0 0,-7 0 0,10 0 0,2 0 0,2 0 0,-7 0 0,4 0 0,-1 0 0,-1 0 0,1 0 0,-1 0 0,2 0 0,-1 0 0,-8 0 0,7 0 0,-1 0 0,1 0 0,-7 0 0,7 0 0,-1 0 0,1 0 0,-7-2 0,6-1 0,-2-3 0,-8 3 0,-3 1 0,-3 2 0,-1 0 0,-6 0 0,-2 0 0,-21 0 0,10 0 0,-9 0 0,13 0-4634,0 0-2284,-7 0 833,5 0 6085,-5 0 0,0 0 0,-1 0 0</inkml:trace>
  <inkml:trace contextRef="#ctx0" brushRef="#br0" timeOffset="81">18583 3395 7801,'-10'0'617,"0"0"0,4 0-526,-4 0 1,7 1-1184,-3 5 1097,5-5 277,1 6 373,0-7 1290,0 0-1819,-7 0-154,5 0 383,-5 0-120,7 0-328,0 0-182,-7 0 142,6 0 0,-6 2 8,7 3 1,-2-3-1,-1 5 538,-3 0 0,1-4-175,5 7 1,0-4-607,0 4-653,0-7 938,0 11 1,0-10 330,0 6 31,0-7-31,0 4-268,0 0-22,0-5 1,2 5 74,3-7 0,-3 1 1,5 3 51,0 1 1,1 0 48,8-5 0,-1 0 1,1 0-162,-1 0 0,1 0 0,-1 0-5,1 0 1,-6 0 0,0 0 6,2 0 1,-3-5 0,1-2-15,2-1 1,-3 2-1,0-4 46,-2-2 0,3 3 4,-5-1 0,2 1 0,-4-3 33,3 2 0,-1 5 158,-5-5 0,0 4 168,0-4 0,-2 1 0,-1-3-296,-3 2 1,-4 5-1,3-4-100,-1 2 0,-3 1 0,-4 2-5,-1-1 0,1 0 1,-1 5-473,1 0 0,-1 0 0,1 0-206,-1 0 1,6 0 0,1 1-1119,2 5 1827,2-5 0,-2 6 0,-1-7 0</inkml:trace>
  <inkml:trace contextRef="#ctx0" brushRef="#br0" timeOffset="82">18862 3348 8875,'-8'7'1226,"-6"-5"1,10 6-326,-6-2-689,7-5 1,-9 13-153,6-4 0,1-1 54,5 1 1,0 1-168,0 4 1,0-4 0,2-3 50,3-1 1,2 0-1,5-4-43,-2 3 1,1-1-1,4-7-45,1-3 1,-3-4 0,0-6 32,-3-1 0,-7 6 1,2 0-1,-1-1 207,1 3 1,-3-6-180,3 4 1,-5-4-330,-5-2 0,-4 6-631,-6 0 0,4 6 989,1-1 0,0 3 0,-6 2 0</inkml:trace>
  <inkml:trace contextRef="#ctx0" brushRef="#br0" timeOffset="83">19017 3379 12099,'-8'0'1624,"1"0"1,5 0-841,-3 0-383,3 0 1,-7 7-346,4 3 0,4-1 0,-5 1-481,5 2 0,1-3 1,0 1 10,0 2 0,0-3 0,1 0 108,5-2 0,2 3 1,8-5 128,-1-1 0,-4-3 0,-1-1 381,2 0 0,2 0-25,1 0 0,-6-1 0,-2-5-91,0-4 0,-6 1 0,4-1-118,-3-2 0,-2 3 0,-2 1 0,-1-1-199,-2 1 0,0 2 1,3-2-361,-3 1 0,1 2 0,-4 3-850,1-3 1,0 3-538,2-3 1976,3 3 0,-12-5 0,6-1 0</inkml:trace>
  <inkml:trace contextRef="#ctx0" brushRef="#br0" timeOffset="84">19219 3364 13485,'-9'7'628,"2"-6"1,5 6-1,-1-5-307,-2 3 1,0-1 118,5 6-412,0 0 0,0 6-97,0-1 0,7-1 0,3-2-166,4-2 1,-4-6 0,0 1 0,2-3-68,2-2 1,-4 0 0,1 0-1,1 0 17,2 0 0,1-2 519,1-3 1,-6-2 0,-1-5 189,-3 2 0,0-1-289,-6-4 1,-7 1 0,-2 2-328,1 2 1,-6 6 0,3-1-866,-2 3 0,2 2-2977,1 0 1938,0 0 2096,1 0 0,-5 0 0,6 0 0</inkml:trace>
  <inkml:trace contextRef="#ctx0" brushRef="#br0" timeOffset="85">19606 3364 8042,'-8'1'659,"2"5"334,5-5 164,-6 6 99,5-7-918,-5 0 0,5 0-326,-3 0-113,4 0 0,-6 7-22,7 3 0,0-1 0,0 1-8,0 2 0,5-3 1,2 0 83,1-2 1,-3 3 0,6-3 8,1 1 1,-4-4 0,3 1-88,1-3 1,-4-2-1,3 0-3,1 0 0,-4-5 0,1-2 238,-2-2 0,0-1 0,-4-6 109,2 1 1,1 4 0,-6 1-97,0-2 0,0-2 1,-2 0-112,-3 4 0,1 3 0,-4 6 0,-1-3-699,0-1 0,4 0-356,-5 5 1,0 0 1042,-6 0 0,1 0 0,-1 0 0</inkml:trace>
  <inkml:trace contextRef="#ctx0" brushRef="#br0" timeOffset="86">19777 3271 11240,'-9'1'2465,"4"5"-2108,3-5 0,2 8 0,0-4 1,0 5 237,0 4-632,0 2 0,0-1 1,2 1-1,1-1 1,2 1-1,-1-1 1,-2 1-1275,-2-1 1,1 1 44,5-1 0,-5-4 0,6-3-1508,0-1 2774,-5-2 0,12-5 0,-6 0 0</inkml:trace>
  <inkml:trace contextRef="#ctx0" brushRef="#br0" timeOffset="87">19901 3333 7766,'-11'0'1688,"1"0"1,5 0-1,-4 1-1656,2 5 1,2-3 37,5 7 1,0-4 0,0 4 164,0 2 1,0 2-1,0 1-250,0 1 1,5-6 0,2-1 0,0-1 352,0 1 1,5-6-399,-2 3 1,4-5 92,2-1 1,-1-1 17,1-5 1,-8 3 0,-3-7-151,-3-2 1,-2-2 0,0-2-778,0 1 0,0-1 1,-2 2 91,-3 4 0,3 2 0,-4 4 0,0-3 784,1-1 0,-7 4 0,4-3 0</inkml:trace>
  <inkml:trace contextRef="#ctx0" brushRef="#br0" timeOffset="88">20009 3255 17372,'9'7'229,"-4"3"1,-2 1 0,1 3 0,1 3-125,-2 0 1,4 5-1,0-1 1,0 0-317,0 1 1,-2-3-1,-3 5 1,1-1-1342,2-4 1,2-2-1,-3-2-3151,1 1 4703,0-8 0,2 6 0,2-5 0</inkml:trace>
  <inkml:trace contextRef="#ctx0" brushRef="#br0" timeOffset="89">1348 4604 6754,'11'-5'16,"-1"0"1116,-6-1 226,2 6-424,-6 0 1,0-1 1515,0-5-137,0 5 138,0-6 0,0 5 1487,0-3 1,-1 3-3939,-4-3 0,3 5 0,-3 5 0,3 6 0,2-3 0,0 3 0,0 2 0,0 6 0,0-2 0,0 6 0,0-1 0,0 4 0,0-2 0,0 2 0,2 2 0,3 1 0,-2-3 0,6 0 0,-1-1 0,1-1 0,-4-1 0,4-8 0,-1 1 0,1-1 0,-5-4-1146,1-1-2131,-4-7 0,-1-3 0,0-10 1653,0-4 1,0-1 0,0-1 0,0-1-303,0-4 1926,0 11 0,0-17 0,0 9 0</inkml:trace>
  <inkml:trace contextRef="#ctx0" brushRef="#br0" timeOffset="90">1534 4759 25557,'0'15'1557,"0"-4"0,0-1-1557,0 2 0,2 4 0,2 4 0,1 4 0,-2 2 0,-1 0 0,0-2 0,1 4 0,2-2 0,-1 1 0,-1-3 0,1 0 0,1-1 0,-2-4 0,-1-2 0,0-2 0,3 1 0,-4-6 0,5 1 0,-5-8 0,-2 4 0,-5-7 0,3 0 0,-7-2 0,-2-3 0,-2 3 0,-2-3 0,1 3 0,-1 2 0,-1-5 0,-2 0 0,-1 2 0,1 1 0,-4 2 0,3 0 0,-1 0 0,-1 0 0,4 0 0,-2 0 0,2 0 0,3 0 0,-1 0 0,1 0 0,-1 0 0,6 0-4342,0 0 2161,6 0 1,11-7-1,10-2 1</inkml:trace>
  <inkml:trace contextRef="#ctx0" brushRef="#br0" timeOffset="91">759 3937 8616,'0'9'7099,"0"-2"-2848,0-7-2399,0 0 1,-6 0-1327,-5 0 1,-4 0-564,-6 0 1,4-2 0,-6-1 0,3-3 0,-3 3 12,-1 1 1,5-3 0,-3 0 0,1 2-31,1 1 0,-1 0 0,5-1 0,1-3 84,-1 3 1,1 1 0,-1 2 214,1 0 1,5 0 79,-1 0 1,3 2-147,-3 3 0,4-1 0,7 6 260,0 2 1,0 2-1,0 1 1,0 1-213,0-1 0,6 6 0,-1 1 0,0 2-227,2 4 0,-5 1 0,4 4 0,0 1 0,-1 3 0,5 1 0,-5-4 0,0 2 0,2-1 0,-5-3 0,3-2 0,-1-3 0,1-1 0,-3-7 0,3 2 0,-4-4 0,-1-2 0,6-4 0,-1-1 0,0-7 0,-5 4 0,2-7 0,3 0 0,-3 0 0,6 0 0,-3 0 0,6 0 0,-3 0 0,3 0 0,1 0 0,1 0 0,0 0 0,2 0 0,7 0 0,-1 0 0,1 0 0,1 0 0,3 0 0,-2 0 0,0 0 0,0 0 0,0 0 0,2 0 0,3 0 0,-1-1 0,-2-5 0,-6 5 0,4-4 0,-1 3 0,-4 2 0,0 0 0,1 0 0,6 0 0,-3 0 0,-3 0 0,-3 0 0,-1 0 0,-1 0 0,1 0 0,-1 0 0,-4 0 0,-1 0 0,2 0 0,2 0 0,1 2 0,1 1 0,-1 2 0,1-1 0,-1-1 0,1 1 0,1 1 0,4-2 0,-4-1 0,4 0 0,-2 1 0,1 2 0,-1 0 0,7-5 0,2 0 0,1 0 0,4 0 0,1 0 0,2 0 0,-1 0 0,-8 0 0,-1-1 0,2-3 0,1-1 0,-3 0 0,-2 5 0,0 0 0,0 0 0,-3-2 0,3-1 0,-2-2 0,-3 1 0,4 2 0,-3 2 0,1 0 0,1 0 0,-5 0 0,4 0 0,-2 0 0,2 0 0,-9 0 0,3 0 0,-1-1 0,0-5 0,1 5 0,1-4 0,-1 3 0,-4 2 0,-1 0 0,-7 0 0,4 0 0,-7 0 0,0 0 0,7 0 0,2 0 0,6 0 0,1 0 0,-4 0 0,3 0 0,8 0 0,-3 0 0,3 0 0,-1 0 0,4 0 0,-2 0 0,2 0 0,2 0 0,1 0 0,2 0 0,0 0 0,0 0 0,0 0 0,0 0 0,-2 0 0,-1 0 0,-3 0 0,0 0 0,2 0 0,-3 0 0,-1 0 0,-1 0 0,-3 0 0,2 0 0,-2 0 0,-2 0 0,-2 0 0,1 0 0,-1 0 0,1 0 0,-1 0 0,3 0 0,2 0 0,-6 0 0,5 0 0,0 2 0,-2 3 0,0-4 0,-1 5 0,-1-5 0,1-1 0,1 0 0,2 0 0,2 0 0,-2 0 0,-1 0 0,1 0 0,2 0 0,-2 0 0,0 0 0,0 0 0,2 0 0,-2 0 0,-2 0 0,-2 0 0,2 0 0,4 0 0,-7 0 0,5 0 0,0 0 0,0 0 0,-4 0 0,1 0 0,-6 0 0,0 0 0,-4 0 0,4 0 0,-7 0 0,4 0 0,-7 0 0,0 0 0,0-7 0,0 4 0,0-7 0,0-2 0,0-2 0,0-2 0,-1-1 0,-3-4 0,-1-4 0,0-1 0,5-4 0,0-2 0,0-1 0,0-1 0,-2-1 0,-1-3 0,-3-1 0,1 9 0,5-1 0,-1 4 0,-5 3 0,5-4 0,-6 7 0,2 3 0,-1 0 0,1 8 0,5 0 0,-1-1 0,-5 3 0,5-1 0,-5 4 0,5 3 0,-1-5 0,-3 7 0,3 0 0,-5 0 0,6 0 0,-5 0 0,3 0 0,-7 0 0,4 0 0,-4 0 0,5 0 0,-5 0 0,-1-1 0,-4-3 0,-1-1 0,-1 0 0,-2 5 0,-3-2 0,-2-3 0,1 3 0,-6-3 0,-4 3 0,0 2 0,1 0 0,1 0 0,-2 0 0,-3 0 0,-2-5 0,-3 0 0,5 2 0,3 1 0,2 2 0,0-2 0,-2-1 0,-3-3 0,7 1 0,-4 5 0,0 0 0,0 0 0,6 0 0,-6 0 0,6 0 0,-1 0 0,6 0 0,-1 0 0,3 0 0,-1 0 0,0 0 0,6 0 0,-1 0 0,1 0 0,-2 0 0,-4 0 0,-3 0 0,0 0 0,-6-5 0,5 0 0,-3 2 0,2 1 0,-3 2 0,3 0 0,-1 0 0,1 0 0,-2 0 0,8 0 0,-1 0 0,-2 0 0,11 0 0,-3 0 0,1-2 0,0-3 0,-1 3 0,-2-3 0,-4 3 0,4 1 0,-4-3 0,2-1 0,-2 2 0,4 1 0,-5 2 0,1 0 0,1 0 0,-8 0 0,4 0 0,0 0 0,3 0 0,2 0 0,0 0 0,-3 0 0,-2 0 0,5 0 0,-2 0 0,2 2 0,-1 3 0,1-4 0,-6 5 0,3-5 0,3-1 0,0 0 0,0 0 0,-3 2 0,-2 3 0,3-3 0,-3 3 0,2-3 0,3-2 0,-4 0 0,3 0 0,1 0 0,1 0 0,-2 0 0,-1 2 0,0 1 0,-1 2 0,8 0 0,-5-5 0,-1 0 0,-3 0 0,4 0 0,-1 2 0,1 1 0,-2 3 0,2-1 0,-5-5 0,2 0 0,3 0 0,1 0 0,3 0 0,-1 0 0,1 0 0,-1 0 0,1 0 0,5 0 0,-1 0 0,6 0 0,-5 0 0,6 2 0,-3 1 0,1 2 0,2 0 0,-6-5-2030,-2 0 1,3 0 2029,-1 0 0,-1 0 0,-4 0 0</inkml:trace>
  <inkml:trace contextRef="#ctx0" brushRef="#br0" timeOffset="92">496 5549 7930,'0'-10'-89,"0"0"0,2-2 1118,3-2 1,-3-2 724,3 1 1,-2 5 1451,2-1-1677,-3 8 0,5-2-814,-7 10 0,0 3 0,0 8-437,0-1 1,0 6 0,0 0-1,0-1-215,0 3 0,0-4 0,0 7 1,0-1-556,0 0 0,0-1 1,2-5-1,1 1-953,2-1 0,0-2 1,-3-1-539,3-1 1,-1-6 438,6-4 0,0-5 1544,6-5 0,-1-4 0,1-6 0</inkml:trace>
  <inkml:trace contextRef="#ctx0" brushRef="#br0" timeOffset="93">837 5658 8832,'-16'0'1816,"1"0"1,5 0-1,-1 0-475,-1 0 1,4 0-686,-3 0 0,6 0 0,-5 2-292,-2 3 1,5-2-1,2 8 1,1 1-145,-1 1 1,3-2 0,-3-1-427,3 2 0,4 2 0,3 1 28,6 1 1,2-7-1,3-3 1,-1 0 16,1-1 1,-1 0 0,1-5 0,-1 0-25,1 0 1,-1 0 0,1 0 0,-1-2 16,1-3 1,-6 2-1,1-8 312,1-1 1,-5-2 0,-2-1 157,-4-1 0,-1 6 0,0 0-163,0-2 1,-5 3-1,-2 0 1,0 1-372,1-1 1,-6 6-1,1-2-688,-3 3 0,4 2 1,0 0-1044,-2 0 1,3 0 996,-1 0 966,6 0 0,-3 0 0,7 0 0</inkml:trace>
  <inkml:trace contextRef="#ctx0" brushRef="#br0" timeOffset="94">1178 5658 8479,'-16'0'3774,"1"0"-2863,-1 0 1,6 0-289,0 0 1,6 2 0,-3 1-241,1 2 0,4 2 0,-3-2 0,1 4 171,-1 0 1,3 4-839,-3-2 0,3 2-596,2 3 0,7-2 393,4-4 1,2-3 0,3-7 194,-1 0 0,-4-2 1,-1-3 217,2-5 0,-5 1 0,0 0 211,0 3 0,-5-6 389,3 1 0,-2 4 0,1 0 2424,1 1-379,0 4-2248,-5-5 1,5 14-377,0 3 1,0 4 0,-3 0 0,2-2-847,1-2 1,0-5 0,-3 4-2471,3-2 0,-2 3-337,8-5 3706,-8 0 0,11-5 0,-6 0 0</inkml:trace>
  <inkml:trace contextRef="#ctx0" brushRef="#br0" timeOffset="95">1519 5394 8208,'-2'-8'3411,"-3"3"0,2 3-2855,-8 2 1,8 2-1,-2 3-194,3 5 0,2 4 0,2 1 0,1 3 93,2 2 1,2 4 0,-3 7 0,2 0-133,3 0 1,-4 2 0,4 0 0,-1 0-310,1-4 1,-4-7 0,4 2-977,-2-1 1,3-8-339,-5-4 0,0-10 851,-5-1 0,0-1 1,0-10 245,0-1 0,-5-2 0,-2-1 0,-1-1 225,-4 1 1,3 5 0,0-1-1,1 1 706,-1 1 0,-1-3 0,-6 5-279,1-1 0,-1 4 0,1-1-113,-1 3 0,6 8 0,1 0 0,1 3-12,-1 3 1,6 2 0,-2 1 0,3 1-5,2-1 0,0 1 0,0-1 0,0 1-207,0-1 0,2-3 1,3 2-59,5 3 0,4 2 0,1-5 1,1-2-363,-1-1 1,1-8 0,-1 4 0,1-2-603,-1 0 0,6 0 909,0-5 0,6-13 0,-3-5 0</inkml:trace>
  <inkml:trace contextRef="#ctx0" brushRef="#br0" timeOffset="96">2247 5627 7408,'9'0'4506,"-2"0"-2834,-7 0 2500,0 0-3980,-7 0 0,0 2 1,-5 1-214,2 2 1,6 7 0,-3-1 40,0 2 1,6-2 0,-6-1 0,2 2 64,0 2 0,-1 1 0,6 1 0,0-1 110,0 1 1,0-1-265,0 1 0,2-1 0,2 1 1,2-2-1,3-2-63,3-2 1,2-6 0,1 1-1,1-4 20,-1-1 0,1 0 0,-1 0 1,3-1-154,2-4 1,-6 1-1,5-6 1,-2-2 103,-5-2 1,4-2 0,-8 1-1,1-1 58,-4 1 0,2-1 1,-2 1-1,-1-1 109,-3 1 0,-1-1 1,0 1 156,0-1 0,-7 1 0,-3-1-85,-4 1 1,-1 5 0,-1 1 0,1 2-340,-1 4 0,1-1 0,-1 1-102,1-2 1,-1-1-1,1 6 1,-1-1-450,1-4 0,5 3 1,-1-3-530,-1 3 1,5 0-20,2-3 1360,3 3 0,2-11 0,0 4 0</inkml:trace>
  <inkml:trace contextRef="#ctx0" brushRef="#br0" timeOffset="97">2681 5673 7718,'-10'6'1417,"0"-1"1,4 2 1653,-4-2-2416,7-3 0,-4 6 0,9-4 224,3 1 0,3 5 0,6-3-457,-4 2 0,4 1 1,-3 5-1,2 1-379,3-1 0,-2 1 1,-2-1-569,-2 1 0,0-1 0,4 1-930,-4-1 1,-1-6 0,-6-2-565,3 0 0,1-5 832,-2 3 0,-4-10 1187,5-6 0,-5-3 0,-1-1 0</inkml:trace>
  <inkml:trace contextRef="#ctx0" brushRef="#br0" timeOffset="98">2805 5627 9358,'-8'0'3468,"-6"0"0,12 2-3022,-3 3 0,-2 3 0,0 10-174,-1 2 1,2-2-1,-2 4-103,1 0 1,-3-4-1,3 4 1,0-1-1220,0-1 0,0-1 1,4-7-1,-3-1 1050,3 1 0,1-5 0,2-1 0</inkml:trace>
  <inkml:trace contextRef="#ctx0" brushRef="#br0" timeOffset="99">3007 5441 14913,'0'10'1387,"0"1"-697,0 1-541,0 1 1,0 3 0,0 1-1,0 2 1,0 3 0,0 3 0,2 2-337,3 2 1,-4 2-116,5 0 1,-5-1-1,-1-3 1,2-3 0,1-1-1528,3-4 1118,-1-2 0,-5-10 0,0-7 0,0-9-274,0-5 1,0-6 0,0-1 984,0 2 0,-7-5 0,-2 0 0</inkml:trace>
  <inkml:trace contextRef="#ctx0" brushRef="#br0" timeOffset="100">2976 5549 13870,'2'-8'2172,"3"3"-1890,5 3 1,-1 2-1,1-2 1,2-1-392,2-2 1,1-2 0,1 3-612,-1-1 1,6 0 0,0 3 0,-2-1-1540,-2-2 1,-2-1 2258,1 6 0,-1 0 0,1 0 0</inkml:trace>
  <inkml:trace contextRef="#ctx0" brushRef="#br0" timeOffset="101">2991 5689 9230,'0'10'1248,"0"1"1,2-8 0,3 2 0,6-5-860,2-5 1,3 2-1,1-6 1,2 0-524,2 1 0,1 3 0,-3-4 0,2 0-754,-2 1 1,-1 3 0,1-4-1,2 0 888,-2 1 0,-2 4 0,-1-3 0</inkml:trace>
  <inkml:trace contextRef="#ctx0" brushRef="#br0" timeOffset="102">3379 5534 7639,'-11'0'2310,"1"0"-2068,7 7-64,-4-5 1085,7 4 1,0-4-200,0 3 1,0-1-419,0 6 1,0 0 0,0 6-448,0-1 0,0 1 1,0-1-1,0 1-454,0-1 0,1 1 0,3-1 0,1 1-44,-1-1 1,-3 1 0,-1-1-1243,0 1 1,5-1 67,1 1 0,-1-6-1372,-5 1 2845,0-8 0,0 4 0</inkml:trace>
  <inkml:trace contextRef="#ctx0" brushRef="#br0" timeOffset="103">3348 5565 8048,'-9'-10'2812,"4"-1"0,3 6-2085,2-5 0,2 1 0,1-3-259,3 2 1,6 6 0,-2-3 0,4 2-317,1 0 1,1 0 0,-1 5-1,1-2-1006,-1-3 0,1 3 1,-1-3-587,1 3 0,-6 2 1,0 0-1483,2 0 2922,-5 0 0,7 7 0,-5 2 0</inkml:trace>
  <inkml:trace contextRef="#ctx0" brushRef="#br0" timeOffset="104">3410 5658 7657,'0'10'0,"-2"-1"2226,-3-2 1,3 0-1492,-3-2 1,10-3-1,5 3-577,4-4 0,2-1 0,-1 0 0,1 0-155,-1 0 1,1-5 0,-1 0-1,-1 0-301,-4-2 0,4 5 0,-4-3-2061,4 3 0,-3 1 618,-1-4 1741,-7 3 0,11-5 0,-5 7 0</inkml:trace>
  <inkml:trace contextRef="#ctx0" brushRef="#br0" timeOffset="105">3379 5813 7674,'-9'7'609,"2"-4"543,7 8 0,0-6 55,0 5 0,2-6-716,3 1 0,4-4 1,6-1-1,1 0-374,-1 0 0,1 0 0,-1 0 0,1 0-1133,-1 0 1,1 0-1,-1-1 1016,1-4 0,-1 3 0,1-5 0</inkml:trace>
  <inkml:trace contextRef="#ctx0" brushRef="#br0" timeOffset="106">3797 5518 8479,'-1'9'2834,"-3"-2"-1606,-1 0-1159,0-5 1,3 4 0,-1-7 673,-3-4-204,1 3 0,4-7 0,-5 4 960,-4-5-1315,3 3 0,-1 0 1,2 7-32,-4 0 1,1-5-403,-1 0 1,5-1 1295,-5 6-604,6 0 1,-4 0-310,2 0 0,5 2-236,-5 3 0,5-1 1,1 6 170,0 2 0,0 2 1,0 1 54,0 1 1,1-1 0,3 1 0,1-1-104,-1 1 1,-3-6 0,1-1-1,1-1-399,3 1 0,-1-4 0,-4 4 49,5-2 1,-5 0-423,5-2 0,-3-3 299,2 3 1,-1-4 263,6-1 1,-5 0 105,5 0 1,-6-1 0,3-3 297,0-1 1,-4 0 39,7 5 0,1 0-21,4 0 1,-4 0 140,-1 0 1,-1 2-149,1 3 1,-2-3 0,-4 4-115,1 1 1,0-3 0,-5 6 24,0 2 0,0-3-10,0 1 1,-1-1-1,-3 3-52,-1-2 1,-5-5 0,3 4 0,0-1-115,0 1 0,-3-4 0,3 4-516,-2-2 0,0 0 0,-3-4-1000,2 2 1,0 2 393,-6-2 1159,1-3 0,-1-2 0,1-9 0</inkml:trace>
  <inkml:trace contextRef="#ctx0" brushRef="#br0" timeOffset="107">3007 5844 7470,'0'15'743,"0"1"-1691,0-1 948,0 1 0,0-1 0,0 1 0</inkml:trace>
  <inkml:trace contextRef="#ctx0" brushRef="#br0" timeOffset="108">4340 5611 9121,'-9'7'3450,"2"-3"-2918,7 6 0,0 0 0,0 6 15,0-1-741,0 1 1,0-6-1,0 1 1,2-1 0,1 0-1,3 1-2466,-3 1 1590,-1-5 1,-2 1 1069,0-3 0,7-3 0,1 5 0</inkml:trace>
  <inkml:trace contextRef="#ctx0" brushRef="#br0" timeOffset="109">4340 5441 7820,'-16'17'4496,"1"2"-2653,-1 2 0,8-6-2054,2-4 1,6-8 0,6 2-1530,4-3 0,4-2 0,1 0 1740,1 0 0,-1 0 0,1 0 0</inkml:trace>
  <inkml:trace contextRef="#ctx0" brushRef="#br0" timeOffset="110">4510 5735 7820,'0'11'0,"0"-1"3725,0 2-3343,-7-5 0,6-2 0,-5-12-374,5-8 0,1-1 0,0-4 1,0 1 12,0-2 0,0 4 0,0-4 0,1 6 421,5 4 0,-3-2 11,7 2 0,1 4 1,4 2-77,1 3 1,-6 4 0,-1 3 0,-1 6-315,1 2 0,-6 3 0,4-1 1,-2 1-290,1-1 1,0 1 0,-2-1-1672,1 1 0,0-6 1897,-5 1 0,0-8 0,0 4 0</inkml:trace>
  <inkml:trace contextRef="#ctx0" brushRef="#br0" timeOffset="111">4820 5286 7922,'-15'7'2116,"6"-4"0,2 6-1193,0-2 0,6 5 1,-5-2-1,5 6-382,1 4 1,1 1-1,3 8 1,1 6-318,-2 3 1,4-1 0,-2 7-1,1 0-550,1-1 1,-6-6-1,6-1 1,-2-5-1908,0-5 0,1-4 2233,-6-7 0,0-13 0,0-4 0</inkml:trace>
  <inkml:trace contextRef="#ctx0" brushRef="#br0" timeOffset="112">4743 5503 9361,'0'15'4455,"0"-4"0,1-3-4165,5-1 0,2 0 0,8-3 0,1 1-987,4-2 1,-3-1 0,7-2 0,-3 0-415,-3 0 0,3 0 0,-1 0 0,0 2 1111,1 3 0,-5-3 0,6 4 0</inkml:trace>
  <inkml:trace contextRef="#ctx0" brushRef="#br0" timeOffset="113">5084 5596 7864,'-7'9'-1,"3"4"0,-4-2 1391,1 2 1,-5 3-1,3-1 1,-1 1-418,-1-1 0,8 1 0,-2-1-953,3 1 0,4-6-234,3 1 1,4-8 0,6 2 0,1-3 170,-1-2 0,-1-7 1,-2-2-1,-2-1-89,2 0 1,2 1 0,2-3 0,-3 2 394,-2-2 1,3-2-1,-4-2 530,4 1 0,-6-1 365,-3 1 1,-3-1-965,-2 1 0,-7 6 0,-3 4 1,-6 3-751,-4 2 1,3 0-1,-4 2 1,2 2 555,-2 1 0,-3 7 0,-7-4 0</inkml:trace>
  <inkml:trace contextRef="#ctx0" brushRef="#br0" timeOffset="114">5704 5596 8525,'-9'0'1948,"2"2"0,7 3-1661,0 5 0,0-1 0,0 1-85,0 2 0,0 2 0,0 1 0,2-1-151,3-3 0,-3 2 410,3-2-808,3 2 179,-6-4 268,5-2 0,-7-9 0,0-3 123,0-5 1,0-6 0,2-3 0,1-1-95,2 1 1,1 1 0,-6 1 0,0-2-309,0-1 0,5-1 1,2 5-37,1 1 1,-3-1 0,6 1-1948,1-1 0,2 8 2162,1 3 0,7 3 0,3 2 0</inkml:trace>
  <inkml:trace contextRef="#ctx0" brushRef="#br0" timeOffset="115">5967 5627 7868,'0'9'1685,"0"4"0,2-11 0,3 3-1355,5-3 1,-1-4-509,1-3 1,-5-2 0,4-5-204,-2 2 1,-2 5 0,-5-6 520,0-1 31,0-2 0,-2 1 1,-3 2 795,-5 6 0,1 3 0,-1 2-467,-2 0 0,3 2 0,1 3 0,-1 6-190,0 2 0,6 5 1,-2 1-1,1 1-74,-1-1 1,3-2 0,-3-1 0,5-1-1728,5 1 0,-1-6 0,6-1 0,2-2-262,2-4 0,2-1 0,-1-4 1753,1-3 0,6-4 0,2-6 0</inkml:trace>
  <inkml:trace contextRef="#ctx0" brushRef="#br0" timeOffset="116">6262 5580 7868,'-11'0'3023,"1"0"1,5 0-1916,-6 0 1,3 2-1066,-3 3 0,3-1 0,4 6-69,-1 2 1,0-3-1,5 1-861,0 2 0,0-3-101,0 1 0,7-1 513,3 1 0,-1-3 197,1-7 1,-1-7 0,3-3 135,-2-4 0,-6-2 1,1 1 69,-3-1 1,-1 3-1,3 1 1,1 1 695,-2-1 1,-1 4-1,-2-3-34,0-1 0,0 4 2128,0-3-2009,0 8 0,5 8-331,0 10 1,6 4-1,-6-3 1,0-1-26,2 1 0,-4 1 1,6 2-1,-2 3-166,-4 3 1,1-5 0,-1 4 0,2 0-56,-1 1 0,-2-5 0,-2 4 0,0-1-134,0-4 1,0 0-1,0 0 1,-2 1 65,-3-1 0,1-7 0,-6-3 1,-2-1-159,-2 1 1,4-5 0,-1 1 0,-1-2-212,-1 2 0,-3-3 1,1 3-682,-1-3 0,1-2 0,1-2 0,2-3-506,1-5 0,3 1 1,-4-3 1491,1-5 0,8 1 0,-4-6 0</inkml:trace>
  <inkml:trace contextRef="#ctx0" brushRef="#br0" timeOffset="117">6556 5286 15012,'-9'0'2588,"3"7"0,7 1-2215,4 1 0,-3 7 0,5-3 0,-2 6 1,0 2 750,-1 1-932,4 2 0,-4 7 0,4 2 0,-1 2 0,-3 1 1,-2-2-1,-1-1 1639,4-2-2101,-3-7 1,5 4-1,-7-8 1,2-1-1,1-2-6375,2-1 4471,1-7 1,-6-4 0,0-10 2173,0-6 0,0-3 0,0-1 0</inkml:trace>
  <inkml:trace contextRef="#ctx0" brushRef="#br0" timeOffset="118">604 6417 7841,'-10'0'916,"0"2"0,-2 2 216,-2 1 1,4 0 0,-1-5-683,-1 0 1,4 0 0,-1 2 176,2 3-624,-5-3 1,9 6-1,-6-3-7,2 6 0,2-3 0,5 3 36,0 1 1,0 1 0,0 3 20,0-1 1,5-4 0,2-3 0,2 1 120,3 0 0,1-6 0,3 2 0,1-1-56,4 1 1,-4-3-1,4 3 1,-4-4 10,-2-1 1,-4 2 0,-1 2 163,2 1 1,-5 2 0,0-4-1,-2 4 294,0 2 0,0 1-284,-5 5 1,-6-1 0,-5-2-306,-3-1 1,-1-3 0,-1 3-736,1-6 0,-1-4 1,1-1-887,-1 0 0,6 0 0,0 0 836,-2 0 0,5-6 1,0-3-2393,0 0 3179,5-4 0,-5 4 0,7-7 0</inkml:trace>
  <inkml:trace contextRef="#ctx0" brushRef="#br0" timeOffset="119">744 6309 12250,'-9'0'968,"2"2"1,9 1-695,3 2 1,-1 7 0,4-1 0,1 2 332,0 3 1,-1 6-1,4 4-165,-1 3 1,-8 2 0,4 0 0,-2-1-167,0-4 0,0 6 1,-5-6-1,0-2 1,0-1-416,0-3 0,0-4 0,0-6-2842,0 2 2303,0-5 1,0-2 0,0-10-1,0-5 486,0-4 0,0 2 0,2-4 86,3-6 0,-3 1 1,5 2-1,-2 6 372,0 2 0,6 1 1,-5-4 827,3 4 0,-4 1-184,6 4 1,-1 5-599,5 0 0,-1 7 1,-2 7-1,-3-2-299,-2-2 0,0 0 0,-4 6-808,2-1 0,2-1 1,-3-2-1365,1-1 0,0-6-2153,-5 5 4312,0-6 0,0 2 0,0-6 0</inkml:trace>
  <inkml:trace contextRef="#ctx0" brushRef="#br0" timeOffset="120">1069 6541 13801,'0'11'901,"0"-1"0,2 0 1,2 6-1,1-1-859,-2 1 0,-1-6 1,-2 1-219,0 1 1,0 1 0,0 3-1503,0-1-1418,0 1 1,0-9 313,0-7 2782,0-7 0,0-15 0,0-3 0</inkml:trace>
  <inkml:trace contextRef="#ctx0" brushRef="#br0" timeOffset="121">1054 6433 8186,'-2'-9'3267,"-3"4"0,2 3-3094,-8 2-2518,8 0-1170,-4 0 3515,7 0 0,7 7 0,1 2 0</inkml:trace>
  <inkml:trace contextRef="#ctx0" brushRef="#br0" timeOffset="122">1193 6619 7616,'2'14'-309,"2"-2"0,1-2 831,-2 2 0,-1-3 1,0 1 1539,3 2 0,-3 2-935,3 1 0,-2-6-128,2-4-429,-3-3-423,5-2 1,-9-7 0,-1-3 0,-2-4-99,1-2 1,-3-1 0,2-2-1,0-3 30,-2-2-1,5 3 1,-5-5 0,2 0-32,0 2 0,0-5 0,5 5 1,0-2-5,0 0 1,0 6 0,0-4 0,0-1-229,0 1 1,2 5 0,1-1 0,4 2-346,2 3 1,-4 5 0,5 1 18,2 2 0,-3 2 0,1 5-955,2 0 0,2 0 0,0 2 1466,-4 3 0,4 3 0,-6 8 0</inkml:trace>
  <inkml:trace contextRef="#ctx0" brushRef="#br0" timeOffset="123">1147 6510 7841,'0'16'996,"-2"-7"1,-1-3 2949,-2 1-3118,-1-5 1,6 7 0,2-6 73,3 2 0,-1 0 0,6-5 0,2 0-786,2 0 1,1 6 0,1-1-1878,-1-2 0,-4-1 0,-1-2-3097,2 0 4858,-5 0 0,7 7 0,-6 1 0</inkml:trace>
  <inkml:trace contextRef="#ctx0" brushRef="#br0" timeOffset="124">1364 6340 9407,'-16'0'1432,"8"7"1,1 1 0,7 8 0,2-1-1084,3 1 1,-3 1 0,4 4-57,1 5 0,-3 3 0,4 2 1,1 0-1,-2 0-166,0 0 1,0-5 0,-4 0-1557,2 1 0,0-4 0,-5-3 1429,0-3 0,0-8 0,0-2 0</inkml:trace>
  <inkml:trace contextRef="#ctx0" brushRef="#br0" timeOffset="125">1317 6557 20542,'16'0'90,"-1"0"0,1 0 0,1 0 0,2 0-4310,2 0 4220,-1-7 0,3-2 0,1-6 0</inkml:trace>
  <inkml:trace contextRef="#ctx0" brushRef="#br0" timeOffset="126">2030 6557 7691,'0'15'1939,"0"1"0,0-1-1422,0 1 0,0-1 0,0 1-106,0-1 1,0 1-68,0-1 1,0-4-172,0-1 0,6 0 0,-1 6-174,-2-1 1,-1-4-1,0-1-40,3 2 0,-4 2 1,5 2 182,-5-1 0,-1-5-185,0 1 0,0-6 3,0 5 0,0-8 0,0-4 107,0-12 0,2-1 1,2-7-1,1-1-45,-2-3 1,-1 2 0,-2 0 0,0 0 2,0 0 1,2 3 0,1-3-1,2 2-384,-1 3 0,3 1 0,-2 3 0,-2-1-684,-1 1 1,3 5 0,2-1 105,2-1 1,-4 5 0,5 2-299,2 3 1235,-5 2 0,7 7 0,-6 2 0</inkml:trace>
  <inkml:trace contextRef="#ctx0" brushRef="#br0" timeOffset="127">2340 6634 11697,'0'11'2068,"0"-1"0,2-6-2085,3 1 0,-1-4-181,6-1 0,-5-6-515,5-5 0,-6 3 0,1-3 582,-3-1 0,-2 4 290,0-3 0,0 6 42,0-5 0,-2 1 235,-3-1 0,-4 3 0,-6 7-230,-1 0 1,6 0-1,0 2 1,-1 3 137,3 5 1,-4-1 0,5 3 0,0 3-110,0 4 1,-3 4-1,5-4 1,1 1-729,2-1 0,2-2 0,0-1 0,2-2-731,3-4 1,4 2 0,6-7-1,3-1 601,2-3 1,-3-1 0,6-1 622,-1-4 0,2-11 0,7-8 0</inkml:trace>
  <inkml:trace contextRef="#ctx0" brushRef="#br0" timeOffset="128">2635 6557 7703,'-7'10'512,"-3"1"351,-4 1 0,0-4 0,2 1 0,2 0-105,-2-1 0,5-3 1,0 6-157,0 1 0,5 1 1,-3 3-552,3-1 1,2 1-4,0-1 0,7-6 1,4-4-32,2-3 1,-2-2 0,-1 0-1267,2 0 0,0-2 0,0-1 498,-2-2 0,-4-7 696,4 1 0,-7-3 0,3-1 119,-5-1 0,-1 6 0,0 0 87,0-2 1,0 3 0,0-1 822,0-2 1,0 3 633,0-1-1021,0 6 1,0-1-374,0 10 1,2 4 0,1 6 0,4 1 48,2-1 0,-4 3 0,4 1 0,-2 3 74,-4 2 1,4 2 0,-2 3-1,-1-1 100,-3-2 1,-1 0 0,0 3-1,0-2-177,0-1 1,-1-7-1,-5 2 1,-4-4-152,-4-1 1,4-3 0,0-1-1,-2-3-687,-2-2 0,-2-2 0,1-5-172,-1 0 0,1-2 1,-1-3-1,1-5 14,-1-4 1,6-1-1,1-1 1,2 1 362,4-1 0,-4-5 0,2-1 0,2-2 373,1-4 0,2-1 0,0-2 0</inkml:trace>
  <inkml:trace contextRef="#ctx0" brushRef="#br0" timeOffset="129">2805 6355 11141,'0'-8'5694,"0"1"-5285,0 21 1,0-4 0,2 11-1,1-4 1,3 0-92,-3 4 1,1 3 0,-1 5 0,2-1-524,-1-2 0,-1-2 0,0 3 0,3-3-67,-3-1 0,-1-3 0,0-4-3256,3-1 0,-2-6 3528,7-4 0,-6-10 0,3-4 0</inkml:trace>
  <inkml:trace contextRef="#ctx0" brushRef="#br0" timeOffset="130">3301 6386 8542,'-8'0'1436,"1"0"-349,7 0 1,0 2-308,0 3-567,0-3 1,0 7 0,1-6 60,5 2-261,-5 0 0,8 1 0,-6 1 0,3 1 1,-3 4-1,0 2 39,3 1 11,-5 1 0,8 1 0,-6 2 0,3 2 0,-3-1 0,0 1 0,1 0-46,1-2 1,0-2 0,-5-2 0,2-1-1925,3-3 1293,-3 2 1,5-13 388,-7 0 1,0-7-1,0-8 1,0-1 180,0 1 1,0 5-1,0-1 361,0-1 0,0-2 39,0-1 0,0 5-219,0-1 0,0 6-173,0-5 388,0 6 9,0-3-261,0 7 95,0 0 13,0 7-20,0-5-225,0 12-232,0-12 231,0 4 16,0-6 1,1 0 100,5 0 1,2 0 0,8 0-2,-1 0 0,1 0 0,-1 0 125,1 0 0,-1 0 0,1 0 121,-1 0 0,-4 0 308,-1 0 1,-7 7-307,3 4 0,-5 2 0,-2 3-204,-5-1 1,3-1-1,-7-2 1,-2-1-53,-2 1 0,-2-4 1,1 1-865,-1-2 0,6-2 0,0-5-1224,-2 0 1,3 0-1395,-1 0 3412,6 0 0,-3-7 0,7-2 0</inkml:trace>
  <inkml:trace contextRef="#ctx0" brushRef="#br0" timeOffset="131">3658 6541 7602,'-11'6'3695,"1"1"-163,-2 1-3039,5-4 1,0 4-297,7-3 0,0-1-47,0 6 0,2-1 1,1 3-1,4-4-58,2-1 0,-4-2 1,4-3-1,-1 2-333,1 1 0,-4 0 1,5-5-504,2 0 1,-3 0-237,1 0 0,-1-7 548,1-3 1,-1-4 308,-4-2 1,-3 1 538,3-1 0,-3 6 1171,-2 0-1009,0 6 1,1-3-229,5 7 1,-5 7 0,6 2-1,-2 1-135,1 1 1,-1-1 0,-4 5-1,3 1-92,1-1 1,0 3-1,-3 1 1,1 1 8,3-1 1,-1 4-1,-5-3 1,0 1-70,0 1 0,-2-4 1,-1 2-1,-4-2-262,-2-3 0,4-1 0,-5-4 0,-1-3-859,3 0 0,-6-5 0,5 1-265,1-6 0,-4-8 1,6-8 1322,3-1 0,-6-15 0,1 2 0</inkml:trace>
  <inkml:trace contextRef="#ctx0" brushRef="#br0" timeOffset="132">4123 6355 8182,'-11'0'3574,"3"2"-863,1 3-198,2-3-1183,5 5 0,1-7-499,5 0 1,-3 0-559,7 0 1,-4 0 0,4 0-349,2 0 0,0 2 0,0 1-55,-2 2 1,-1 2-1,3-3 45,-2 1 1,-4 5-1,2-3 12,-1 2 1,-2-4 0,-5 5-133,0 2 1,0-3-1,-2-1-33,-3-1 0,-3 5 0,-8-3-214,1 0 0,4-1 0,1-4 115,-2 1 0,0 2 0,0-4-556,2 2 781,6 0 96,-3-5 1,9 0-29,3 0 0,4 0 0,6 0 1,1 0 146,-1 0 0,1 0 0,-1 0 0,1 2 112,-1 3 0,1-3 0,-1 3 30,1-3 0,-6 3 0,0 2 50,2 2 0,-5-4 1,0 3 237,0-1 0,-5 5-87,3-1 1,-5-3 0,-5 3-102,-6 1 1,-2-4-1,-3 3 1,1-1-145,-1-1 1,1 3 0,-1-5 0,1-1-1285,-1 1 1,1 0 0,-1-3 1082,1 1 0,-8 0 0,-1-5 0</inkml:trace>
  <inkml:trace contextRef="#ctx0" brushRef="#br0" timeOffset="133">4805 6510 7834,'-9'2'0,"2"2"345,0 1 1,4 0 490,-8-5 1,8 2-1,-4 1 465,0 2-1033,-1 0 1,-3 1-1,3 1 1,-1-1 462,1 1-674,4 5 0,-3-8 0,7 6 0,0 2-458,0 2 0,7-5 1,2-3-115,-1 1 1,6-5 0,-4 3-106,4-3 0,2-4 376,-1-3 1,-1 2-1,-2-6 194,-2 2 1,-5-3 0,4 3-40,-2-2 0,-2 4 0,-3-5-4,3-2 1,-3 3 0,3-1 524,-3-2 1,-2 3 1598,0-1-1366,0 6 1,1-3-1,3 9-371,1 3 0,0 4 1,-3 5-1,1-2-396,2-2 0,1 0 1,-5 4-1,3-2-2053,1-1 0,2-3 636,-2 3 1,-2-5 1518,8-6 0,-8 0 0,4 0 0</inkml:trace>
  <inkml:trace contextRef="#ctx0" brushRef="#br0" timeOffset="134">5006 6541 8278,'0'16'1552,"0"-1"0,-2-1-926,-3-3 0,4-3 1,-5-3-389,5 6 1,1-3-1,-2 1-1600,-3-2 805,3 5 0,-3-10 0,8 1 179,2-6 0,2-4 0,-3-5 0,1 1 39,-2-1 0,4-2 0,0 1 1767,2 2 0,-4-1-204,5 7 0,-5 0-951,6 5 0,-6 2 0,4 3-376,-3 5 1,1-1 0,-3 1-766,1 2 0,0-3 868,-5 1 0,7-6 0,2 2 0</inkml:trace>
  <inkml:trace contextRef="#ctx0" brushRef="#br0" timeOffset="135">5254 6293 8500,'-8'7'1998,"1"-3"-1612,7 6 1,0-5-220,0 6 1,0-6 0,0 5 0,0 2 0,0 2 92,0 1 0,1 3 0,3 1 0,1 3 123,-2 2 0,4-3 0,-2 3 0,1-2-242,1-3 1,-6-2 0,4-1-1160,-3-1 1,0-1-1181,3-3 1823,-3-5 0,5-12 0,-7-5 289,0-3 0,-6-1 0,0-1 378,-3 1 0,4 5 0,-6 1 323,-1 2 0,4 2 0,-3 5-378,-1 0 0,4 2 1,-1 3-1,1 3 267,-1 1 1,6 5 0,-3-4-288,5 4 1,1-4 0,0 1-594,0 1 0,1 0 0,5-2-246,4-5 0,-2 2 0,3-2 0,1-1 622,2-3 0,1-1 0,1 0 0</inkml:trace>
  <inkml:trace contextRef="#ctx0" brushRef="#br0" timeOffset="136">5750 6448 7867,'-15'0'730,"4"6"0,1-1 307,-2-2 0,3-1 0,-1 0-830,-2 3 1,3-3-96,-1 3 0,6-2 160,-1 2 1,4-1-499,1 6 0,6-5 0,5 4 290,3-2 0,1 3 0,1-5 0,-1 0 130,1 2 0,-1-5 0,1 5 32,-1 0 0,1 0 1,-3 5 480,-2-2 1,1-5-488,-7 6 0,-2-3 0,-6 4 1,-4-3-364,-2-2 1,-1 0 0,-5-4 0,-1 2-568,1-1 1,-1-3 0,1-1 31,-1 0 1,1-1-1,1-4 678,3-6 0,-2-3 0,4-1 0</inkml:trace>
  <inkml:trace contextRef="#ctx0" brushRef="#br0" timeOffset="137">5874 6200 7846,'-9'7'0,"3"-3"1288,6 6 1,0-5-1,0 6 1,0 1-776,0 1 1,1 3 0,3 1 0,3 4-294,1 5 0,-4 3 0,3 2 0,-2 0-140,0 0 0,0 0 1,-5 0-1,2-2-198,3-3 0,-3-2 1,3-5-1179,-3 2 1296,-2-7 0,0-1 0,0-4 0</inkml:trace>
  <inkml:trace contextRef="#ctx0" brushRef="#br0" timeOffset="138">5859 6448 8724,'-9'7'2905,"-3"-3"0,8 4-2622,6-1 0,0-2 1,10-5-1,3 0-714,4 0 0,4 0 0,-4 0 0,1 0-368,-1 0 1,-1-5 0,-3 0-1,1 2-123,-1 1 0,-5 2 1,1 0 340,1 0 1,-4 2 1173,3 3 1,-8-2 0,2 8 0,-5 1-100,-5 1 0,3-2 0,-4-1 0,0 2-104,1 2-1,0 1 1,3-1 0,-1-2 126,-2-1 0,0-1-379,5 5 1,1-6 0,4-4-122,6-3 0,-3-2 1,1-2-1,0-1 228,-1-2 1,-4-7 0,3 1 0,-2-3 3,0-1 0,0-1 0,-5 1 1,0-1-548,0 1 1,0-1-1,-2 1-96,-3-1 1,2 8 0,-6 1 0,1 2-1413,-1 0 1,4-1 1806,-6 6 0,1-6 0,-5-3 0</inkml:trace>
  <inkml:trace contextRef="#ctx0" brushRef="#br0" timeOffset="139">6184 6526 7821,'0'15'903,"0"1"315,0-1 0,0 1 1,0-1-206,0 1 1,0-6-1,0 1-978,0 1 216,0-5 0,2-1 217,3-6 0,-3-6 0,3-5-606,-3-3 1,-2-3 0,0-2-1,0-1-966,0 1 0,5 1 1,0 3-1,0-1-1343,2 1 2447,-5-1 0,11 1 0,-4-1 0</inkml:trace>
  <inkml:trace contextRef="#ctx0" brushRef="#br0" timeOffset="140">6339 6479 7821,'2'9'1391,"3"-4"1,-3-1-1,5-1-1357,-1 2 1,3 0-1,7-5-377,-1 0 1,-5-1 0,1-3-113,1-1 0,-5-7 209,-2 2 0,-3 1 309,-2-1 0,-2 1 1,-3-1 185,-6 5 1,-2 3 0,-3 4 266,1 3 1,4 2-1,3 5 1,1-2 258,3 2 1,-3 2-1,2 1 1,2 1-566,1-1 0,2 1 0,0-1-999,0 1 1,2-2 0,1-2 0,4-4-2433,2-1 3221,1-2 0,6-5 0,-1 0 0</inkml:trace>
  <inkml:trace contextRef="#ctx0" brushRef="#br0" timeOffset="141">6913 6402 7750,'-11'5'0,"3"2"314,1 2 0,2 1 0,3 5 2572,-3 1 0,3-1-2813,-3 1 1,3-1-1,4-1 1,1-2-404,2-1 1,2-6-4274,-2 5 4603,-3-6 0,12 2 0,-5-6 0</inkml:trace>
  <inkml:trace contextRef="#ctx0" brushRef="#br0" timeOffset="142">6882 6262 10351,'-11'-5'2681,"1"0"1,5 0-3306,-6 5-2835,8 0 3459,-4 0 0,7 0 0</inkml:trace>
  <inkml:trace contextRef="#ctx0" brushRef="#br0" timeOffset="143">7037 6510 8182,'-9'16'1032,"4"-1"0,1 1 0,1-1 555,-2 1-2307,0-7 586,5-3 1,5-12-1,0-5 287,-2-3 1,4-3 0,-2-2 0,1-1-98,0 1 0,-4 1 1,5 3 320,0-1 1,-4 3 0,6 1 0,0 3 1111,-1 2 1,-3 2-967,6 5 1,-3 2 0,3 3 0,-4 5-462,-1 4 1,-4 1-1,3 1 1,-1-1-2130,1 1 1,-3-1 2066,3 1 0,-3-1 0,-2 1 0</inkml:trace>
  <inkml:trace contextRef="#ctx0" brushRef="#br0" timeOffset="144">7548 6355 9564,'-9'7'2497,"2"-3"-2167,7 6-221,0 0 1,0 1 0,0-1 0,2 0 0,2 1 289,1-1 0,2-6 0,-4 2 114,2 1 0,0 2-243,-5 6 0,0-4-424,0-1 1,0-5-113,0 6-142,0-8 2029,0 4-1230,0-7 1,-5-2-624,0-3 1,0-4-1,5-8 132,0-3 0,0 2 0,0-2 0,0 2 69,0 3 1,5-2-1,0-2 1,0-2-56,2 2 0,-5 7 0,5 2 0,-2-2-383,0-2 1,2 4 0,-2 1-643,6 2 1,-3 2-1,3 5 1111,1 0 0,8 7 0,4 1 0</inkml:trace>
  <inkml:trace contextRef="#ctx0" brushRef="#br0" timeOffset="145">7765 6433 8609,'10'0'2389,"1"0"1,-1 0-2406,5 0 0,1 0 0,-2-2-667,-4-3 0,2 2 622,-7-8 0,6 6 0,-6-5 59,-2-2 1,-1 3-1,-4 1 264,-3 1 1,2 1 0,-8 6 312,-1 0 0,-2 0-213,-1 0 0,1 2 0,2 3-273,2 6 0,5 2 0,-4 3 0,2-1-810,4 1 0,1-1 0,2 1-413,0-1 1,5-4 0,2-3 1133,2-1 0,8 5 0,7-3 0</inkml:trace>
  <inkml:trace contextRef="#ctx0" brushRef="#br0" timeOffset="146">8106 6340 7871,'-21'7'701,"1"3"1,1 2 0,1 0 233,3-1 0,6-1 0,2 4 0,2-2-836,0-2 0,0 0 0,5 6-594,0-1 0,2-1 0,1-2 1,4-3-89,2-2 1,-4 0 0,5-4 205,2 2 0,2 0 0,1-5 249,1 0 0,-2-1 0,-2-3 1,-2-3 69,2-1 0,-5-3 1,0-4-113,0-1 0,-5 1 0,3-1 122,-4 1 0,-1-1 0,0 1 1,2-1 112,3 1 0,-3 5 2034,3-1 784,-3 1-2385,-2 1 1,0 9 0,0 11-1,0 2-275,0 3 0,0-1 1,2 3-1,3 1-100,5 1 1,-1 1-1,-1-4 1,1 2 100,0 2 1,-6 1-1,4-3 1,-2 2 143,0-2 1,0 0 0,-5 0 0,0 1-95,0-1 1,0-2-1,0-1 1,-1-1-254,-4 1 1,-2-6-1,-5-1 1,1 0-564,-1-1 0,-2-4 0,-1 1 0,-1-4-95,1-1 0,-1 0 0,1 0 0,-1-1-94,1-4 1,-1-4 0,3-7 0,1 1-2334,1-1 3064,8 1 0,-18-7 0,4-3 0</inkml:trace>
  <inkml:trace contextRef="#ctx0" brushRef="#br0" timeOffset="147">8369 6154 14029,'-8'2'1142,"4"1"1,6 4 796,3 2-1469,7-6 0,-8 11 1,6-4-1,0 6 0,1 3 1,-1 3-1,0 0 2129,-1 1-2579,5 4 1,-11-3-1,6 7 1,-1 0-1,-1 0 1,0-1 0,-3-4-1992,-3-6 1,5-3 0,-1-1-3556,-2-1 5526,-1-6 0,-2-2 0,0-7 0</inkml:trace>
  <inkml:trace contextRef="#ctx0" brushRef="#br0" timeOffset="148">325 7131 19208,'16'0'455,"-1"0"1,1-2 0,-1-2 0,3-1 150,2 2 0,4 1 0,7 2 0,0 0 0,2-2 0,2-1 0,3-2-243,1 1 0,1 3 0,3 1 0,-4 0 0,1 0 26,0 0 0,1 0 1,4 0-287,-4 0 1,4 0 0,-4 0 0,4 0-104,1 0 0,-1 0 0,0 0 0,0 0 0,5 1 0,3 4 0,0-3 0,4 3 0,2-3 0,-1-2 0,-8 0 0,11 0 0,-5 0 0,0 0 0,-10 0 0,2 0 0,-1 0-149,-4 0 0,0 0 0,2 0 0,1 0 122,6 0 1,-6 0-1,16 0 1,0 0 201,4 0 1,-6 0-1,5 0 1,1 0-252,-2 0 1,-1 0-1,-2 0 1,-3 0-134,-1 0 1,-5 0-1,4 0 1,6 0-50,9 0 0,-7 0 0,10 0 0,-2 0-9,-5 0 0,-1 0 0,-6 0 0,-1 0 173,-3 0 0,-4 0 1,5 2-1,3 1-6,6 2 1,-4 1-1,8-6 1,4 0 9,-1 0 0,4 0 0,-6 0 1,1 0 49,0 0 1,-4-2-1,4-2 1,4-1-167,5 2 0,-4-4 1,7 2-1,3 0 101,-5-2 0,-1 5 0,-5-3 0,0 3 96,1 2 0,-6 0 0,10 0 0,1 0 2,3 0 0,-8 0 0,2 0 0,-1 2 101,-4 3 0,-10-2 1,-1 6-1,1-2-72,0-4 1,-2-1 0,8-2 0,3 0 59,3 0 0,-8 0 0,8 0 1,-3 0-38,-3 0 0,-4 0 0,-1 0 0,-3 0-23,0 0 0,-5 0 0,12 0 0,3 0-110,0 0 1,-3 0 0,2 0 0,0 0 64,-1 0 1,-8-2 0,0-1-1,-3-2 20,-6 1 1,-3 1 0,10-1 0,6-3-7,3-1 1,-7 4 0,1-1-1,1 2 122,0-2 1,-7 3 0,5-3 0,-4 3-27,-4 2 1,-13 0 0,5 0 0,-1-2-79,0-3 1,-2 3-1,0-3 1,3 4-7,3 1 1,-8-6 0,7-1 0,-1 1 38,-4-1 0,-12 0 1,0 3-1,-4-1 218,-3 2 0,-6-1 466,-8-1-268,-7 3-811,4-4 1,-8 6-24,-5 0 475,5 0 544,-6 0 361,7 0-1128,0 0 0,0-7 0,0-4 48,0-2 1,0-3-1,0-1 1,2-6 42,3-8 0,-4-3 0,5-11 0,-5-5 6,-1-3 0,0-6 1,0-4-1,0-3-33,0 1 1,-1 10-1,-3-6 1,-3 6 12,-1 5 0,-1 9 1,-3 5-1,2 3-14,-2 2 1,-2 0-1,-2 0 44,1 0 1,5 10-1,1 2 48,2 0 1,0 6-1,4 2 474,-2-1 711,-1 5-1038,6 0-575,0 7 255,0 7 0,2-5 164,3 3 0,-1-3 0,6-2 99,2 0 0,-3 2 0,1 1 0,2 2 133,2-1 0,1-3 1,1 1-1,1 2-118,4 1 0,-2 0 0,7-5 0,1 0-136,2 0 0,2 0 0,0 0 0,0 0-117,0 0 0,2 0 0,1 0 0,3 0-41,-3 0 1,1 0 0,-1 0 0,4 0 136,1 0 1,3 0 0,4 0 0,1 0 66,-1 0 1,3 0 0,0 0-1,5 0 161,1 0 1,2 0 0,3 0-1,-1 0-167,-3 0 1,1 0-1,7-2 1,5-1-41,8-2 0,-1-1 0,9 5 0,-42-1 0,1 0 0,0 0 0,0-1 0,41-4 0,-1 4 0,0-2-32,2 1 1,-1 2-1,-36 2 1,2-1 0,-1-1-1,0 0-12,1 0 0,1-1 1,-3 0-1,0 1 1,1 2-1,0 0 0,1-1 1,0 0 30,-2-1 0,0-1 0,1 2 1,1-1-1,1-3 0,0 1 1,4 0-1,1 1 53,3 1 1,-1 1 0,-3-3 0,0 1 0,5-1 0,0 1 0,0-1-1,-1 1-40,1 0 0,0-1 0,-2-1 0,1 0 0,6 1 0,1 1 0,1-1 0,0-1-95,-1-1 1,0 0-1,2 2 1,0 0-1,-3-1 1,0-1-1,6 1 1,1 0 94,5 1 0,-1-1 0,-7-2 0,-1 1 0,11 1 0,1 1 0,-5-1 0,-1 0-17,3-1 0,-1 1 0,-4 3 0,1-1 0,7-1 1,1-1-1,0 1 0,0 0-184,-4-1 0,0 1 1,0 2-1,-1-1 1,2-1-1,1-1 1,4 2-1,1 0 216,2 1 0,0 0 0,-11 0 0,-1 1 0,6-1 0,2 0 0,-2 0 0,1-1 51,4 1 1,-1 1-1,-5 0 1,0 0 0,6 1-1,0 0 1,0 0 0,0 0-50,2 0 0,0 0 1,-1 0-1,0 0 1,-26 0-1,1 0 1,-1 0-1,0 0 1,0 0-1,0 0-17,0 0 0,0 0 0,-1 0 0,26 0 0,1 0 0,-24 0 0,2 0 0,-1 0 0,0 0 0,-1 0 0,0 0 0,0 0 0,-1 0 0,1 0 0,-3 0 0,0 0 0,0 0 0,4 0 0,0 0 0,-1 0 0,2 0 0,0 0 0,-2 0 0,-2 0 0,-1 0 0,0 0 0,27 1 0,0 0 0,-1 0 0,0 1 0,-26 0 0,0 0 0,-1-1 0,2 0 0,-1 0 0,-1 1 0,17 1 0,-1 1 0,5-1 0,0 0 0,-1 1 0,-1-1-181,3 1 0,0-1 0,-9 2 1,-1 1-1,1-3 0,0 0 1,-3 1-1,-2-1-196,-2 1 1,0-1 0,-1 0-1,1-1 1,3-1 0,2-2 0,0 1-1,1 0-121,-1 0 1,-1 0 0,-8 0 0,-1 0 0,5 0 0,1 0 0,1 0 0,0 0 45,2 1 0,0-2 1,-4-1-1,-1-1 0,1 0 1,1-1-1,-3 1 0,0-1-959,-4 1 0,0 0 0,-4 0 1,1 0 1410,8 3 0,1 0 0,-2 0 0,1 0 0,3 0 0,0 0 0,-1 0 0,-1 0 0</inkml:trace>
  <inkml:trace contextRef="#ctx0" brushRef="#br0" timeOffset="149">542 7441 8485,'-8'0'4154,"1"0"-2735,7 0 1,0-2 679,0-3-269,0 3-128,0-5-1568,0 14 0,0-4 0,2 6 0,1 0 1,2-1-1,-1 4 0,-3 2 66,-1 2 1,2 4-1,2 3 1,1 1-225,-2 3 0,1-1 0,-1 2 0,2 1-135,-1-1 0,3-3 0,-2 3 0,-2-4-273,-1-2 0,-2-1 0,2-5 0,1-1-1605,2 1 1,2-8 253,-2-3 1,-1-3 486,6-2 1,-5-7-1,4-3 307,-2-4 1,-2 4 988,-5-1 0,7 8 0,1-4 0</inkml:trace>
  <inkml:trace contextRef="#ctx0" brushRef="#br0" timeOffset="150">806 7828 7833,'-9'7'4787,"2"-4"-3510,7 8 1,0-6-736,0 5 1,0-5-586,0 6-377,0-8 0,2 4 102,3-7 1,-1 0 90,6 0 290,-6-7 2648,2-1-1975,-6-1-1697,0 2-309,0 7-4884,0 0 6154,7 0 0,-5 0 0,5 0 0</inkml:trace>
  <inkml:trace contextRef="#ctx0" brushRef="#br0" timeOffset="151">1348 7658 15920,'-10'-9'2395,"1"2"-1421,3 0-698,0 5 1,0-4 0,-5 7 0,-3 4 75,-1 6 1,5 3-299,-1 1 1,6 1-1,-4-1 1,3 1-1,2 1 1,2 2-390,2 1 79,0 1 0,0 0 0,0-1 0,2-1 0,3-1 0,6-5-558,2-2 1,3 1 0,-1-7 0,1-2-214,-1-1 0,1-7 0,-1-2 1,1-2 210,-1-3 816,1-1 0,6-10 0,2-1 0</inkml:trace>
  <inkml:trace contextRef="#ctx0" brushRef="#br0" timeOffset="152">1534 7689 8439,'-10'10'2298,"0"0"0,6-5 0,-1 6-1741,3 1 1,2-4 0,0 4 0,2 4-116,3 3 0,4 8 0,5-2 0,-2 2-7,-2 4 1,0-3 0,4 8-1,-2-3-357,-1-2 0,-6-2 1,3-2-1,-1-2-732,-3-3 0,-3-7 188,-1-4 1,0-10 0,0-1-1,0-8-588,0-6 0,-5-8 0,-2-4 0,0-3 807,1-2 1,-5 0-1,6 0 1,0 0 356,-2 0 0,5 0 0,-3 1 0,3 3 220,2 1 0,0 5 0,0-3 0,0 2 45,0 3 1,2 7-1,3 3 1,6 2 408,2 4 0,-2 1 0,-1 2 1,4 0-359,5 0 1,-2 5 0,4 2 0,-4 2-332,-2 3 0,-1 2 1,-2-1-1,-1-1 3,1-1 0,-6-1 0,0 6 1,-5-1-187,-1 1 0,0-1 0,0 1 0,-1-1-168,-5 1 0,-2-1 0,-8 1 0,1-3-424,-1-2 1,1 1 0,-2-7 0,-2-2-388,-2-1 1,6-2 0,4-2 0,1-3 29,1-5 1037,2-4 0,7-1 0,0-1 0</inkml:trace>
  <inkml:trace contextRef="#ctx0" brushRef="#br0" timeOffset="153">1968 7658 8674,'-5'10'0,"-2"0"1976,-1 2 0,4-3 0,-3 0-1215,0-3 0,6 6 0,-4-1-255,3 3 1,2-4 0,0 0-18,0 2 1,0 2 0,0 2-161,0-1 0,5 1 0,2-3 0,0-1-36,0-1 0,0-8 1,-4 4-1,4-2 431,2 0 1,1 1 0,5-6-140,1 0 1,-1-2-1,1-2-255,-1-1 0,-1-7 0,-2 4 1,-3-3 78,-2 1 0,5 0-1100,-2-6 1,-1 1 0,-1-1-2458,-1 1 0,-2 4 0,-5 1 3148,0-2 0,0-2 0,0-1 0</inkml:trace>
  <inkml:trace contextRef="#ctx0" brushRef="#br0" timeOffset="154">2790 7441 9020,'-9'0'4239,"2"0"-2435,7 0-1263,0 0-343,0 6 1,0 3 0,2 8-1,1 4 1,3 5 0,-1 3 0,0 2 605,0 0-699,0 0 0,0 0 0,1 0 0,-1-2 0,0-3 0,0-5-2041,-1-4-257,-3-1 1920,-1-8 1,0-8 0,0-10 193,0-4 0,-1-1 1,-5-1 48,-4 1 1,1-1-1,1 1 1,-1 1 143,1 3 0,2-1 1,-4 6-35,-2-3 1,3 5 0,-1-1 187,-2 4 1,3 1-1,1 1-83,1 4 1,-3 4 0,4 7 0,3-1 283,1 1 1,2 4-1,0 1 1,0-2-202,0-2 0,0-1 1,0-1-711,0 1 0,7-6 0,4-1-401,2-3 1,3 0 0,-1-6 137,1 0 0,-1-2 0,1-2 1,-1-2-537,1-3 0,-6 4 0,0-4 1241,3 2 0,0-5 0,3 4 0</inkml:trace>
  <inkml:trace contextRef="#ctx0" brushRef="#br0" timeOffset="155">3007 7751 12283,'10'-6'698,"0"1"0,-4 0 0,2 3 1,1-1-467,-1-2 0,-2-2-315,4 2 1,-5 1 0,4-6-686,-2-2 1,0 3 902,-2-1 0,-5 0 12,0-6 1,-2 7-1,-8 4-57,-2 4 0,3 1 1,-1 0-1,-2 0 209,-2 0 1,3 1 0,1 4-69,-2 6 1,0 3 0,0-1-1,3-1-133,2-1 0,-3-1 0,5 6 0,2-1-170,1 1 1,2-1 0,0 1-383,0-1 1,2-5 0,3 1-509,5 1 1,4-5-1,1-2 216,1-3 1,-1-2 0,1 0 0,-1 0-275,1 0 1020,-1 0 0,8 0 0,1 0 0</inkml:trace>
  <inkml:trace contextRef="#ctx0" brushRef="#br0" timeOffset="156">3456 7658 7744,'-15'0'1552,"4"0"1,1 1-1048,-2 4 1,-2-3 0,0 5 258,4 0 0,-4-5 0,4 5-390,-4-1 0,-1 1 0,-1 5-99,1-1 1,4-1-29,1 6 0,7-1 0,-3 1-317,5-1 0,1-5 0,0 1-536,0 1 0,7-4 0,3 1-213,4-2 0,1-2 0,1-5 0,-1 0-260,1 0 1,1-2 1078,4-3 0,-4-3 0,5-8 0</inkml:trace>
  <inkml:trace contextRef="#ctx0" brushRef="#br0" timeOffset="157">3534 7720 7745,'-11'0'1839,"1"1"-211,-2 4 0,5-1 1,0 5-1042,0-3 0,6 1 0,-6-2-439,0 6 1,5-3 0,-3 3-88,3 1 1,4 0 0,1 0-89,3-2 1,6-1 0,-2 1-123,4-5 1,-4-3-1,0-2 136,2 0 0,2 0 0,2-2 6,-1-3 0,-4-2 0,-3-5 44,-1 2 1,3 0-1,-4-6 110,-3 1 0,-1-1 0,-2 1 0,0-1-119,0 1 1,-2 4 0,-1 1-151,-3-2 1,-6 5-1,2 2 1,-4 3-1176,-1 2 0,-1 2 1,2 3-2103,4 5 3399,3-3 0,7 7 0,0-5 0</inkml:trace>
  <inkml:trace contextRef="#ctx0" brushRef="#br0" timeOffset="158">3890 7441 7809,'-15'5'2128,"-1"0"1,8 7-1,1-3-1324,0-1 0,5 6 1,-3-4-542,3 4 1,4 3 0,1 2-1,3 2 42,-3-2 1,4 3 0,0 1 0,0-1-93,0 0 0,3 1 1,-3-3-53,1 6 0,-4-8 0,3-3-1358,0-1-208,-6-7 0,6-2 896,-7-10 1,0-4-1,0-6 1,-1-1 476,-5 1 1,3-1 0,-6 1 0,1-1 108,-1 1 0,4 4 0,-5 3 412,-2 1 1,-2-4-1,-2 6-71,1 2 1,4 1 0,3 4 0,-1 1-98,1 2 0,4 7 0,-3-3 0,2 1-56,0 1 1,0-1 0,5 6 0,0-1-325,0 1 1,0-1 0,0 1-509,0-1 0,7-1 0,1-2 0,3-3-1198,-1-3 1,0 0-1,6-6 371,-1 0 1,1-6 1393,-1 1 0,1-7 0,-1 4 0</inkml:trace>
  <inkml:trace contextRef="#ctx0" brushRef="#br0" timeOffset="159">4014 7673 10922,'9'0'6499,"-1"0"-6060,-2 0 1,-3 0-1130,7 0-108,1 0 120,4 0 954,-6-7 0,-2-1 31,-7-8 0,-7 7 93,-4 4 0,-2 4-217,-3 1 1,6 0 0,1 1 0,2 4-23,4 6 1,-4-3 0,2 3 0,1 1-367,3 2 1,1 1 0,0 1-1550,0-1 0,0-5 0,1-1-631,5-2 1,2-2 2384,8-5 0,6-7 0,2-1 0</inkml:trace>
  <inkml:trace contextRef="#ctx0" brushRef="#br0" timeOffset="160">4371 7487 7812,'-16'0'1116,"6"0"0,0 0 0,-1 2-376,3 3 0,-4-2 1,5 6-1,0 0-426,0-1 0,-3-3 0,3 4-358,-2-2 1,6 0-354,-3-2 0,6-2 360,6 8 1,-3-8 0,7 2 0,1-1 302,-3 1 0,6-3 1,-4 3-1,4-2 67,2 2 0,-6-1 1,0 5-1,2-3 204,2-2 0,-3 4 1,-3 3-207,-1 3 0,3-4 1,-4 0-59,-3 2 1,-1 2 0,-4 0-123,-3-4 1,1 2 0,-6-7 0,-2-1-600,-2-2 1,-1 3 0,-3 0 0,0-2-1815,-3-1 1,5-7 2261,6 0 0,-7-7 0,-7 3 0</inkml:trace>
  <inkml:trace contextRef="#ctx0" brushRef="#br0" timeOffset="161">217 5580 9713,'0'-10'812,"0"0"0,-2 6 1,-1-3 2106,-2 1-1702,-1 4-1097,6-5 1,0 14 0,0 3 0,0 4 0,0 1 0,0 1-38,0-1 0,0 1 0,0-1 0,0 1-628,0-1 1,0 1 0,0-1-1990,0 1 1,2-6 1305,3 1 1,-3-6-381,3 5 1045,-3-6 563,-2 2 0,0-12 0,0-3 0</inkml:trace>
  <inkml:trace contextRef="#ctx0" brushRef="#br0" timeOffset="162">186 5425 8811,'-16'0'4005,"1"0"-3119,-1 0 0,6 0 87,0 0 1,5 0-502,-6 0 1,8 2-1,-4 3-188,0 6 0,5 2 0,-5 3 1,2-1-70,0 1 0,0 1 0,5 2 0,-2 3-130,-3 3 0,3 0 0,-3 6 0,3 0-207,2 0 1,6-5 0,1-2 0,1-1-232,4-4 1,2-2 0,1-3 0,1-2 46,-1-2 0,1-6 1,-1 1-1,1-4 275,-1-1 1,-2 0 0,-1-1 0,1-4 116,-1-6 1,-1 3-1,1-3 1,-2-3 28,2-4 0,-5 0 1,0-2-150,0 2 1,-5-2 0,3-3-1,-2 1 1,1 0 9,1 3 1,0-4-1,-5 3 1,0 1 56,0 1 1,0 3 0,0-1 0,-2 1 269,-3-1 0,2 6 0,-8 0 0,-1-1-145,-2 3 1,4-1-1,0 6 1,-2-2-53,-2 1 1,-2 2 0,1 2 0,-1 2-1378,1 3 1,-1-1 0,1 6-1,-1 0 1271,1-1 0,-1 12 0,1-4 0</inkml:trace>
  <inkml:trace contextRef="#ctx0" brushRef="#br0" timeOffset="163">108 6541 9981,'-8'0'1476,"1"0"0,9 0 0,3 0-762,5 0 0,-1 0 1,1 0 398,2 0-936,2 0 1,1 0-1,1 0 1,-1 2 139,1 3-216,-1 4 0,-4 1 0,-3 1 0,-1 1 0,-2 1 0,1 3 0,-1-1-174,-2 1 1,-1 1 0,-2 2 0,0 2-62,0-2 0,0 3 0,-2-1 1,-1-2-327,-2-2 0,-6-1 0,4-3 9,-1-2 0,3 1 0,-6-7-257,-1-2 1,5-3 0,0-5 523,1-5 1,4 1 0,-3-1 348,3-2 0,2 3 1,0-1 428,0-2 1,0 3-320,0-1 1,2 6 0,3-1 313,5 3 0,-1 2-472,1 0 0,-5 0-568,6 0 0,-6 6 0,3 1-991,-1 1 0,0-3-2417,-2 6 3859,-3-8 0,12 4 0,-6-7 0</inkml:trace>
  <inkml:trace contextRef="#ctx0" brushRef="#br0" timeOffset="164">217 6448 7867,'-16'-6'309,"6"4"1,0-5 521,-2 0 1,3 5 0,1-5 0,-1 2-180,0 0 0,6-2 0,-4 4 199,0-2 0,4-6-174,-8 6 1,6 0-405,-5 5 1,5 5-1,-4 2 1,0 2 44,1 3 0,3 7 0,-4 3 0,2 2-113,4 4 0,-4-4 1,2 2-1,1 1-18,2 2 0,2 2 0,0 0 1,0 2-403,0 3 1,7-8 0,4 3 0,4-2-503,6 1 1,-4-6 0,5-4 0,-1-2 385,0-3 1,5-6 0,-4-4 0,0-3 356,1-2 0,-1-4 0,-3-5 0,2-8 16,-2-5 1,-7 1-1,-4-5 1,1-3 76,0-5 1,-6 1-1,2-2 1,-3 6-95,-2 3 0,0 0 0,0-3 0,0 2 57,0 1 0,-7 7 0,-3-2 0,-4 4 79,-2 1 1,-4 1 0,-1-1 0,0 3-311,-1 2 0,5-1 1,-6 7-1,3 2-2310,-1 1 1,0 2 2458,6 0 0,-1 7 0,1 1 0</inkml:trace>
  <inkml:trace contextRef="#ctx0" brushRef="#br0" timeOffset="165">5053 7487 7805,'0'-9'6435,"0"3"-4206,0 6-1658,0 0 1,0 6 0,0 5 0,0 4-491,0 6 1,0-2-1,0 5 1,0 0-308,0 0 1,1 2 0,3 5-427,1 0 0,0-7 0,-5-3 0,0-4 0,0-1-1652,0-1 0,5-5 1564,0 1 0,2-13 0,-3 0-1020,1-5 1760,0-3 0,-5-12 0,0-2 0</inkml:trace>
  <inkml:trace contextRef="#ctx0" brushRef="#br0" timeOffset="166">5006 7379 7892,'-14'1'3966,"4"4"-2876,-4-3 0,11 5-462,-8-7 0,6 0-45,-5 0 0,5 0-310,-6 0 1,6 5 0,-3 2 25,1 2 1,0-4-200,2 5 0,-2 1 1,-3 4-1,4 1 1,3 1-189,-2 3 0,3-2 0,-3 4 0,3-1 36,2-1 0,0 6 1,0-3-1,0-1 29,0 0 1,0 4 0,0-5 0,2-2 16,3-2 0,-2-1 0,6-1 1,0 1-98,-1-1 0,3-5 1,4-1-1,1 0 51,-1-1 0,1-3 1,-1 4-1,1-2 24,-1-4 0,1-1 1,1-2-1,2 0 19,1 0 0,1-2 0,-5-3 1,1-5-71,4-4 1,-4-1-1,3-1 1,-2 1-50,-3-1 0,-5 1 0,-1-3 1,0-1-2,-1-1 1,-3-1-1,4 6 1,-2-1 23,-4 1 0,-1-1 0,0 1 0,1-1 205,2 1 1,1 4-1,-6 1 1,0-2 57,0-2 1,-6 4 0,0-1 0,-1-1-56,0-1 0,-4 2 1,5 1-1,-1-2 189,0-2 0,-4 4 1,5-1 7,-3-1 0,-1-1 0,-6-3 34,1 1 1,-1 4-1,1 3 1,-1-1-88,1 0 1,4 6-1,1-2 1,-2 3-22,-2 2 1,-1 0 0,-1 0 0,1 0-466,-1 0 0,1 0 1,-1 0-1,1 0-616,-1 0 0,6 5 1,1 2-1,1 2-880,-1 3 0,6-2 1,-3 4 1734,5 3 0,-6 9 0,-2-2 0</inkml:trace>
  <inkml:trace contextRef="#ctx0" brushRef="#br0" timeOffset="167">558 8386 5765,'0'9'0,"0"-2"0,0-7 0</inkml:trace>
  <inkml:trace contextRef="#ctx0" brushRef="#br0" timeOffset="168">511 8433 20330,'9'-7'2736,"0"3"-2519,-4-6 0,2 5 1,5-4-1,-2 2-126,0 2 0,1 5 0,-1 0 1,2 0-1,2 0 0,1 2 119,1 3 1,-2-2-19,-4 8 1,4-6 0,-6 5 0,3 2-1,-3 2 1,1 2 467,0-1-760,-6 1 1,4-1 0,-7 2 0,0 4 0,0 3 0,0 0-11,0-3 0,-2-4 0,-3-1-435,-5-1 1,1-5 0,-1-1-1,-2 0-121,-2-1 1,4-3 0,-1 6 0,-1-1 198,-2-1 1,-1 3-1,-1-5 122,1 1 1,-1-4 0,3 3-53,2 0 474,4-6 1,7 4-110,0-10 0,0 2 0,0-8 38,0-1 1,0 4 0,2-1-1,2 1-69,1-1 1,7 4 554,-2-6 1,4 8-1,1-2 252,1 3 1,-1 2 0,1 0-412,-1 0 0,1 5 0,-1 2 0,1 2-137,-1 3 1,-1-4 0,-2 3 0,-1-1-304,1-1 1,-4 3-1,3-5-730,1 1 0,-5-3 1,-1 4-792,1-2 0,-3-2-802,6-5 0,-6-2 68,1-3 2362,3 4 0,-6-13 0,5 5 0</inkml:trace>
  <inkml:trace contextRef="#ctx0" brushRef="#br0" timeOffset="169">992 8727 7806,'-16'2'2939,"1"3"0,5-2 622,-1 8 1,8-6-2247,-2 5 0,3-5-2474,2 6 0,2-8 1159,3 2 0,3-3 0,8-2 0</inkml:trace>
  <inkml:trace contextRef="#ctx0" brushRef="#br0" timeOffset="170">5564 7673 8890,'-7'9'4370,"6"-2"-3515,-6-7 0,8 0 1501,5 0-1468,-5 0 1,13 0 0,-4-2 0,4-2 1299,2-1-2142,-8 0 0,6 5 1,-4 0-1,4 0 1,2 0-208,-1 0 0,-5 0 0,1 0-1269,1 0 1,2 0 0,1 0-777,1 0 0,-1 0-2080,1 0 4286,-1 0 0,1-7 0,-1-1 0</inkml:trace>
  <inkml:trace contextRef="#ctx0" brushRef="#br0" timeOffset="171">5750 7518 7880,'-7'9'0,"4"-1"3687,-8-3-1987,8-3 1,-4 7-1435,7-4 1,7-3 0,3 3-137,4-3 1,2-2 0,-1 0 0,1 0-53,-1 0 0,-5 0 0,1 1 1,1 3 15,2 1 0,1 0 1,1-5-1,-1 0 45,1 0 1,-6 2 0,0 1 40,2 2 0,2 2 0,0-2 103,-4 6 1,-1-4 0,-6 0 27,2-1 0,1 3 1,-6 7-96,0-1 1,-2-5 0,-3 1 112,-6 1 0,3 0 0,-3 0 0,1-2-63,1 2 1,-4-3 0,2 1-310,-2 2 0,2-5 0,3 0 0,-1-2-1051,0 0 1,6 2 0,-4-3-4505,0 1 5598,5 0 0,-11-5 0,4 0 0</inkml:trace>
  <inkml:trace contextRef="#ctx0" brushRef="#br0" timeOffset="172">6277 7751 9003,'0'8'978,"0"-1"1,0-9 675,0-3-795,0 3-728,0-11 0,0 9 0,0-6 134,0-2-305,0-2 0,0-1 0,2 1 0,1 2 0,2 1 0,-1-1 1,-2-1 61,-2-3 1,1 1 0,3-1-1,1 1 17,-2-1 1,-1 1-1,-2-1 1,2 1 0,3-1 0,-3 1 1,3-1 106,-3 1 0,3 4 84,0 1 0,0 5 50,-5-6 0,2 8 1,1-1-189,2 8 1,2 5 0,-3 6 0,1 1-61,-2-1 1,4 1-1,0-1 1,0 1 53,0-1 0,0 1 0,-4-1 0,4 1-153,2-1 1,-6 1-1,2-1-823,-3 1-28,5-1 1,-4-1 483,8-4 1,-8-10 0,4-10 197,0-4 0,-5-3 0,5-4 319,-1-5 1,-4 9 0,3 2 0,-1 1 326,1 0 0,-3 4 656,3-1 0,3 8-677,3-2 1,-4 10 0,0 5-87,-1 4 0,-2 2 1,4-1-974,-1 1 1,0-1 0,-3 1-2039,1-1 0,2-5 2707,-2 1 0,4-1 0,6 6 0</inkml:trace>
  <inkml:trace contextRef="#ctx0" brushRef="#br0" timeOffset="173">6742 7720 8924,'-9'6'3580,"1"-4"-2017,3 3-1565,3-3 0,-3-4 0,8-3 106,2-5 0,2-4 0,-3-1 0,3-1 28,1 1 0,-4-3 1,3-1-1,-2-3-171,0-2 1,5 5 0,-3-2 0,0 4 12,0 2 1,-2-1 0,-3 2 0,1 2 81,2 2 0,1 5 0,-5-4 231,4 2 1,-3 4 0,5 8-13,0 5 1,-5 4 0,3 2 0,-3 1-125,-2 3 1,5-1 0,0 5 0,-2 1-27,-1-1 1,-2-5-1,0 1 1,0-2-134,0-3 1,0 1-2695,0-1 2447,7-6 1,-4-9 0,6-11 0,-2-4 47,-4-6 1,1 2 0,-1-5 0,4 0 235,2 0 0,-6 5 0,4-2 1,-2 4 354,0 2 1,2 4 0,-3 1 551,1-2 0,2 5-646,-2 2 0,-3 5 1,5 5-1,-2 5-224,0 4 1,0 2 0,-3-3 0,1-1-174,2-1 1,1-1 0,-6 6-1,0-1-342,0 1 0,1-3 0,3-1 1,1-1-1087,-2 1 1,-1-4 118,-2 3 0,0-6-570,0 5 1986,0-6 0,7 3 0,2-7 0</inkml:trace>
  <inkml:trace contextRef="#ctx0" brushRef="#br0" timeOffset="174">7176 7394 7856,'-5'10'2257,"0"1"0,0-6-645,5 5 1,-2 1 0,-2 4-1371,-1 1 1,0-4-1,5 3 13,0 7 0,0 1 1,0 1-1,2 0-30,3 0 1,-3-5 0,3 2 0,-2-4-406,2-1 1,-1-1 0,6 1 0,0-3 0,6-2 208,-1-6 1,1-5-1,-1-5 1,1-6-26,-1-2 1,1-5-1,-1-1 1,1-3 127,-1-2 0,-1 3 1,-2-3-1,-1 0 103,1 0 0,-5 5 1,-1-2-1,0 4-191,-1 2 0,0 4 1,-5 1-1,2 0-672,3 1 1,-3-5-24,3 4 0,-4 1 1,-2 1 650,-4 1 0,-4-5 0,-7 3 0</inkml:trace>
  <inkml:trace contextRef="#ctx0" brushRef="#br0" timeOffset="175">1255 8758 7011,'0'10'1297,"0"1"0,0-6-134,0 5 0,-1-6-40,-4 1 1,3-2 209,-3 3 0,5-5-618,5 4 1,-2-5-612,8-5 0,-6-3 0,3-10 0,1-1-327,0-1 0,-1-3 0,4 4 0,-3-3 29,-2-2 1,3 3 0,-3-5 0,0 1 47,0 1 0,3-1 0,-5 6 0,0 1 879,2 4-282,-5-2 0,5 16 0,-7 0-212,0 9 1,0 12-1,0 3 1,2 1-41,3 1 0,-3-2 0,3 4 0,-4-4-253,-1-2 1,2-1-1,2-5-791,1-1 0,2-5 509,-2 1 1,3-16 0,6-4 136,-3-8 1,1-6 0,-7 3 0,0-4 10,2 0 1,-5-6 0,4 6 0,0-2 260,-1 0 1,2 8 0,-4-3 0,2 4 419,-1 1 0,-1 8-81,2 2 0,-1 6 0,4 6-20,-1 4 1,0 4-1,-3 3 1,1 2-55,-2 1 1,4 3 0,-2-4 0,0 1-255,2-1 0,-5 4 1,3-3-1,-1 1-30,1 2 1,-4-6-1,5 3 1,-3-2-2100,2-3 0,-3 1-508,3-1 1,-1-6 558,1-4 1,-4-10 1993,5-6 0,-5-2 0,-1-3 0</inkml:trace>
  <inkml:trace contextRef="#ctx0" brushRef="#br0" timeOffset="176">1782 8727 7814,'-8'24'965,"3"-3"2070,3-4 0,0-8-2270,-3-4 1,5-5-629,0-5 0,0 1 0,7-6 0,-2-4-124,0-5 0,6 2 0,-5-5 0,1 1-111,0 0 0,4-5 0,-6 4 0,0 0 118,2-1 1,-6 1-1,6 3 1,-1-2 82,-1 2 0,0 2 0,-3 3 0,1 2 566,2 2-320,0 7 1,-5-3-190,0 12 0,2 7 0,2 8 0,1-2-70,-2-2 0,-1 0 0,-2 2 0,2 2-34,3-2 1,-4-2-1,5-1-179,-5-1 0,-1-5-282,0 1 1,2-3 225,3 3 0,-3-6 0,3-10 3,-3-6 0,3-2 0,0-3 0,0 1 19,2-1 1,-3-1 0,4-2-1,-1-2 213,-3 2 0,3 2 1,-1 2-1,1-1 339,0 1 0,4 4 0,-5 3-83,3 1 1,-4 3-1,4 10 123,-2 4 1,-2 5 0,-3 4 0,1 4-134,2 1 0,0-4 0,-5 5 0,0-1-92,0 0 1,0-4-1,0 5 1,0-3-850,0-3 0,0-2-1862,0-1 0,2-6 607,3 0 0,-3-8 0,3-2-1574,-3-9 3468,-2-4 0,7-3 0,1 1 0</inkml:trace>
  <inkml:trace contextRef="#ctx0" brushRef="#br0" timeOffset="177">2216 8495 15732,'0'8'3235,"0"6"-2566,0-4 1,0-1 0,0 1 0,0 2 202,0 2 1,0 2-1,0-1 1,0 1-604,0-1 0,0 1 1,2-1-1,2 1-549,1-1 1,2 1-1,-2-1 249,5 1 1,-1-6 0,1-1-554,2-3 0,2 0 0,1-6 379,1 0 0,1-2 0,0-3 1,2-4 337,0 1 0,-9-6 0,8 3 0,-3-4 159,-3-6 1,-1 4 0,1-4 0,-4 4-75,-1 2 1,3-3 0,-4-1-1,-3-3-150,-1-2 0,-2 5 1,0-2-1,0 4-114,0 2 1,0-1 0,0 1 0,0-1-100,0 1 0,0 4 12,0 1 0,-2 7-1663,-3-3 1796,3 5 0,-12 8 0,6 1 0</inkml:trace>
  <inkml:trace contextRef="#ctx0" brushRef="#br0" timeOffset="178">3084 8541 7852,'-10'0'2609,"1"2"262,2 3-1724,2-3-737,5 5 1,0-6 0,0 5 0,0 4 110,0 4 1,0 1 0,0 1-1,0-1-244,0 1 0,0-1 0,0 1 0,0-1-322,0 1 0,2-1 0,3-1-290,6-4 1,-3 2 0,2-7 101,3-1 0,0-4 1,3-4-1,-1-2 76,1-3 0,-1-3 1,1-7-1,-1-2-106,1 2 0,-6 2 1,-1 2-1,-1-1-415,1 1 0,-6-1-1639,3 1 1532,2-1 785,-6 8 0,-2-6 0,-9 5 0</inkml:trace>
  <inkml:trace contextRef="#ctx0" brushRef="#br0" timeOffset="179">3410 8479 8540,'-14'10'1172,"4"1"1,-4-3 0,5 4 0,-1-3-86,0-2 1,4 3 0,-2-3-576,1 2 0,3-6-655,10 2 0,-3 2 1,9-2-1,4 1-11,3 1 0,1-6 1,-4 4-1,-1-1 173,1 1 1,-1-3 0,-1 5 0,-2-2 330,-2 0 1,-1 7 183,1-2 1,-3 4-487,-7 2 1,-7-3 0,-3-1-1,-4-3-261,-1-2 0,-1 3 0,1-3 0,-1 0-780,1 0 1,-1 0-1572,1-2 0,1-5 2564,4 0 0,3-14 0,7-10 0</inkml:trace>
  <inkml:trace contextRef="#ctx0" brushRef="#br0" timeOffset="180">3534 8619 11082,'10'0'939,"0"-2"-1047,2-3 0,-3 3 1,1-5-253,2 0 1,2-1 505,2-8 1,-8 1 226,-2-1 1,-5 6 394,-1-1 0,-7 8-339,-3-2 1,-4 3 0,0 4-1,2 3 43,2 5 0,7-1 0,-4 1 0,2 2-131,-1 2 1,1 2-1,5-1 1,0 1-378,0-1 0,0-5 0,0 1-590,0 1 0,7-4 0,3 1-300,4-2 0,0 0 1,-2-4-1,-2 2-180,2-1 1,-3-2 0,1-2-507,2 0 1612,-5 0 0,7 0 0,-5 0 0</inkml:trace>
  <inkml:trace contextRef="#ctx0" brushRef="#br0" timeOffset="181">4293 8231 7875,'-8'0'2442,"-6"0"0,12 2-1523,-3 3 1,3 4-1,2 6 1,0 1-145,0-1 1,0 8 0,0 2 0,0 5-256,0 1 1,0 5-1,0 2 1,0 0-550,0-1 1,2 0 0,1-8 0,3-3-2070,-3-6 0,-1-2-1433,-2-3 1108,0-6 1,0-9 2422,0-11 0,-7-9 0,-2-4 0</inkml:trace>
  <inkml:trace contextRef="#ctx0" brushRef="#br0" timeOffset="182">4154 8479 11842,'1'-8'2322,"5"2"0,4 5-1725,4 1 1,1-6-1,1 1 1,1 0-607,4-2 0,-4 4 0,5-6 0,-1 1-1720,0-1 1,-1 4 0,-4-4 1728,-1 2 0,1-5 0,-1 4 0</inkml:trace>
  <inkml:trace contextRef="#ctx0" brushRef="#br0" timeOffset="183">4433 8309 9713,'0'15'522,"0"1"1,0-1 0,0 2 348,0 4 1,0-2 0,0 5 0,0 0 158,0 0 1,0 2-1,0 5 1,0-2-936,0-3 0,0 2 0,0-8 0,0-1-1836,0-1 1109,0-3 1,0-8-1,0-7 202,0-9 1,0-4 0,1-3 0,3-1 396,1-4 0,2 4 1,-2-4-1,4 4 292,-1 2 0,6-1 1,-4 2 122,4 4 0,-3 3 0,-1 7-37,2 0 0,0 2 1,0 3-1,-3 5-235,-2 4 0,-1 2 0,-2-1-1450,1 1 1,0-1-385,-5 1-586,0-8 0,7-1 2527,3-7 0,-1-2 0,1-1 226,2-2 0,-3-2 0,1 3-74,2-1 0,-3-5 1,1 5-1,1 0 268,-3-2 1,4 3 0,-5-4-735,2 1 1,-6-5-332,2 1 0,-3-2 373,-2-3 1,-7 2 0,-3 4 707,-4 5 0,4 3 0,0 4 307,-3 3 1,1 4 0,0 6 0,4 1-417,1-1 0,-3 1 1,4-1-1,3 1-417,1-1 1,2-3 0,2 2-386,3 3 0,-1 0 0,6-6 0,2-4-2311,2 0 2569,1-6 0,8 6 0,1-7 0</inkml:trace>
  <inkml:trace contextRef="#ctx0" brushRef="#br0" timeOffset="184">5301 8526 7837,'-9'10'2417,"4"0"99,3 2-2335,2-5 0,0 7 0,0-4 0,0 4 0,0 2 0,0-1 0,0 1 1003,0-1-1016,0 8 1,2-1 0,1 4 0,2-4 0,-1-1 0,-2-1-1853,-2-1 1,1-3 874,5-6 1,-5-6 0,4-13 331,-3-6 1,-2-11 0,0 0 0,0-5 262,0-5 0,0 3 1,0-3-1,0 3 85,0 2 1,0 0 0,2 2-1,1 1 782,2 2 0,2 8 0,-1-3 316,4 4 1,4 8 0,1 4-433,1 3 0,-1 9 0,1 3 1,-1 4-250,1 2 0,-6-1 0,-1 1 1,-3-1-179,-2 1 1,-2 1 0,-2 2 0,0 1 23,0-1 1,-2-1 0,-2-3 0,-2 1-148,-3-1 1,-1 1-1,-6-1 1,1 1-331,-1-1 1,1-6 0,-1-4-369,1-3 1,4-2-1,3-2 1,1-3-3366,3-6 4076,3-2 0,8-10 0,1-1 0</inkml:trace>
  <inkml:trace contextRef="#ctx0" brushRef="#br0" timeOffset="185">5704 8479 8345,'-21'7'0,"0"3"851,2 4 1,2-4-1,2-1 1,-1 0-244,1-1 1,4-3 0,3 6-493,1 1 0,2-4 0,5 3 0,1 1-408,5 2 0,-3-4 0,7 0 0,2 1 152,2-3 0,2 1 1,-1-6-1,1 2-277,-1-1 0,1-2 0,-1-4 0,1-3 59,-1-6 0,-5-2 0,-1-3 0,0 1 206,-1-1 0,-4 1 1,3-1-1,-2 1 221,0-1 0,0 6 0,-5-1 170,0-1 1,0 4 307,0-3 0,0 17 0,0 2 358,0 9 1,0 9 0,2-5-1,1 0-694,2 1 0,1-5 0,-5 4 1,3-4-1455,1-1 0,7-6 1,-2-1 1242,4-3 0,2-7 0,-1-8 0</inkml:trace>
  <inkml:trace contextRef="#ctx0" brushRef="#br0" timeOffset="186">5967 8479 7837,'-10'5'560,"1"2"1,1 2 757,-1 3 0,4-4 1,-4 3-895,2 1 1,2 2-1,5 1-250,0 1 1,0 1 0,0 2-93,0 1 1,7-1-1,2-7 1,1-3-944,0-2 1,1-2 0,4-5-1,1 0 455,-1 0 0,-5-7 0,-1-3 0,0-4 79,-1-1 1,-4-3 0,1-1-1,-3-1 219,-2 1 1,0 2 0,0 1 0,0 1 350,0-1 1,0 1-1,0-1 2019,0 1-1853,0 6 0,0 4 0,0 12 0,0 7 104,0 4 0,1 10 1,3-2-1,1 3-148,-2 2 1,4-3 0,-2-1 0,-1 3 90,-2-3 1,-2 1 0,0 1 0,0-2-309,0-1 1,0-7-1,-2 2 1,-2-4-699,-1-1 0,-7-8 0,2-3-807,-4-3 0,0-4 1,2-4 1356,2-10 0,0-6 0,-6-9 0</inkml:trace>
  <inkml:trace contextRef="#ctx0" brushRef="#br0" timeOffset="187">6107 8557 10856,'10'0'1474,"-1"-2"0,-1-2-1186,1-1 0,1-2 0,6 2-254,-1-5 0,1-4-343,-1-1 1,-5 1 0,-1 2 641,-2 1 0,-4 8 218,-8-2 1,2 5 0,-8 3 0,1 4-19,1 2 1,-3 6 0,6 6 0,-1-2-53,0-2 1,0-1 0,3-1-1,-1 1-553,2-1 0,1 1 0,2-1 0,0 1-560,0-1 1,5-5-1,2-1 0,2-2 209,3-4 1,-4-1 0,3-2 422,1 0 0,2-7 0,1-1 0</inkml:trace>
  <inkml:trace contextRef="#ctx0" brushRef="#br0" timeOffset="188">6649 8123 10072,'-9'10'779,"4"0"0,4 4 0,1 3 103,0 4 0,0 6 1,0 1-1,0 6-734,0 8 0,0-3 1,0 3-1,1 1-840,4 2 1,-3-9 0,5-3-546,0-4 1,-5 4 1236,3-8 0,-3-2 0,-2-1 0</inkml:trace>
  <inkml:trace contextRef="#ctx0" brushRef="#br0" timeOffset="189">6572 8510 15428,'15'0'-143,"1"0"0,-1 0 0,2 0 0,4 0-1134,5 0 1,3 0 0,0 0 1276,-3 0 0,10-7 0,-3-1 0</inkml:trace>
  <inkml:trace contextRef="#ctx0" brushRef="#br0" timeOffset="190">6897 8479 7835,'-15'7'906,"-1"0"0,2 5 0,2-3 106,2-3 0,5 7 0,-4-3-728,2 4 1,-3 1 0,5 1 0,1-1-396,3 1 1,1-6 0,0 0-371,0 2 1,1 0-1,4-1 60,6-6 1,3-3 0,1-4 98,1-3 1,-6-4 0,-2-6-1,1-1 125,0 1 1,-6 4-1,4 1 1,-2-2 484,0-2 1,1 4 0,-5 1 2292,4 2-1429,-3 2 1,7 5-746,-4 0 1,-3 7 0,3 3-1764,-3 4 1,3-4-2575,0 1 3930,0-8 0,2 11 0,2-5 0</inkml:trace>
  <inkml:trace contextRef="#ctx0" brushRef="#br0" timeOffset="191">7037 8200 7776,'-6'16'3278,"1"-1"-2183,2 1 0,1-1 1,2 1-1,0 1-746,0 4 0,0-3 0,0 8 0,0 2-145,0 1 1,0 2 0,0-2 0,2 1-39,3 1 0,-3-11 0,3 6 0,-3-5-1149,-2 0-180,0-11 1,1 4 0,3-16 559,1-3 0,2-4 0,-4-6 1,2-1 295,-1 1 1,4-6-1,1 0 1,1 2 137,1 2 1,-6 2 0,5 1 538,2 4 0,2 3 0,2 7 232,-1 0 1,-5 1 0,-1 5 0,-2 4-96,-4 4 0,1 6 0,-1 1 0,2-2-21,-1-2 1,-3-1 0,-1 1 0,-1 2-348,-4 1 1,-2-4 0,-5-6-1,1 2-437,-1 2 1,-1-5 0,-1-2-1,2-2-340,1 0 0,1 0 1,-5-5-637,-1 0 1,7-2 1273,4-3 0,-3-10 0,-1-9 0</inkml:trace>
  <inkml:trace contextRef="#ctx0" brushRef="#br0" timeOffset="192">7362 8216 7791,'-7'10'1078,"-3"0"1,1-1 0,1 3 0,1-2 136,3 2 1,2 2 0,2 2 0,0 1-1054,0 4 0,0-3 0,0 8 0,0 2-89,0 1 0,0 4 0,0 0 1,2-1-449,3-2 0,-3-5 1,3 1-1,-3-5-1790,-2-4 0,7-8 1105,3-4 1,-1-5 0,-1-5 361,-1-6 1,4-2 0,-4-1 0,1 2 697,4 1 0,-3 6 0,1-3 455,2 1 0,-3 0 0,1 3 123,2-1 1,2 0 0,1 5 110,1 0 0,-1-5 0,-1-2 0,-2 0-506,-1 0 1,-3-5 0,4 4-78,-1-1 1,-8-5 0,2 4 521,-3-4 1,-4 4-327,-3-1 1,-4 8 0,-8-2-1,-2 3 652,-1 2 0,-1 0 0,5 2-468,1 3 1,-1 2 0,3 5 0,1-2 35,1 2 1,8 2-1,-2 2 1,3-1-103,2 1 0,0 4 0,0 1 0,0-2-614,0-2 0,2-1 1,3-1-1,5 1-714,4-1 0,1-5 0,1-1 0,-1-2-443,1-4 1,5-3-1,-1-5 1,-1-5 1350,-2-4 0,-1-8 0,-1-2 0</inkml:trace>
  <inkml:trace contextRef="#ctx0" brushRef="#br0" timeOffset="193">8152 8154 8972,'-8'0'3392,"1"6"1,7 7-2830,0 5 1,0 1 0,0 7 0,0 4-291,0 4 1,0 6 0,2 8 0,1 2-240,2 1 1,0 1-1,-3-7-541,3-4 0,-3 1 0,3-11 0,-3-7-2713,-2-5 0,0-14 1445,0-10 1,0-6 1774,0-15 0,-7 1 0,-2-6 0</inkml:trace>
  <inkml:trace contextRef="#ctx0" brushRef="#br0" timeOffset="194">8028 8371 13798,'6'10'1872,"0"-1"-2191,3-3 1,1 5 0,8-6-1,1-2-590,1-1 0,8-2 0,-2 0 0,3 0-1483,2 0 2392,-7 0 0,12 0 0,-3 0 0</inkml:trace>
  <inkml:trace contextRef="#ctx0" brushRef="#br0" timeOffset="195">8354 8495 7891,'-16'17'0,"1"4"0,5-4 0,-1 3 0,-1-1 1114,-2 2 0,4-9 0,1 4 1,3-3-227,2 1 0,2-4 0,4 1-1031,3 1 1,0-5-1,11-2 66,6-3 0,-1-2 1,0 0-1,-4 0 64,-2 0 1,1-2-1,-1-2 1,1-2 80,-1-3 1,-4 0-1,-1-3 1,0 2 169,-1-2 0,-2 3 1,-7-1 24,0-2 1,0-2-1,-2-1-224,-3-1 1,-4 6-1,-6-1-598,-1-1 1,1 6 0,-1 0-1010,1 5 1,5 1 0,-1 0-1056,-1 0 2623,5 0 0,0-7 0,7-2 0</inkml:trace>
  <inkml:trace contextRef="#ctx0" brushRef="#br0" timeOffset="196">8881 8743 7873,'0'-11'2069,"0"1"1,0 5-1551,0-6 1,0 1 0,0-5 0,0-1-118,0 1 0,0-3 0,-2-1 1,-1-5-190,-2-5 1,-1 0 0,6-11-1,-1 1-172,-5-1 1,5 4 0,-4-4 0,3 2-178,2 4 0,0 1 1,0 4-769,0 3 0,2 5 73,3 11 0,3 3 0,10 9 201,2 3 0,-3-2 0,4 8 1,-4 1 629,-1 2 0,-1 1 0,1 1 0</inkml:trace>
  <inkml:trace contextRef="#ctx0" brushRef="#br0" timeOffset="197">8772 8448 14156,'16'0'-284,"-1"0"1,1 2 0,-1 1 0,3 2-710,2-1 1,-3-2-1,6-1 1,-2 3 992,-1 1 0,8 7 0,-4-3 0</inkml:trace>
  <inkml:trace contextRef="#ctx0" brushRef="#br0" timeOffset="198">9067 8588 7873,'0'10'336,"2"0"1208,3 2 0,-4-3 0,5 1-534,-5 2 1,-1-3 51,0 1 1,0-5-1789,0 6 0,6-9 1,-1-2-831,-2-9 1,-1-7 0,-2-3 0,0-3 1555,0-2 0,7-2 0,1-5 0</inkml:trace>
  <inkml:trace contextRef="#ctx0" brushRef="#br0" timeOffset="199">9098 8402 13927,'2'10'-352,"3"0"1,3-6-1,8 3 1</inkml:trace>
  <inkml:trace contextRef="#ctx0" brushRef="#br0" timeOffset="200">9268 8650 7855,'-1'15'-2,"-5"1"0,3-3 5242,-7-2-4742,6-4 0,-1-13 0,9 0 0,1-3-483,-2-3 0,4-2 0,0 0 0,0 2-171,0 2 1,3 5 0,-3-4 53,2 2 0,1 2 799,5 5 0,-1 7 0,-2 2 1,-3 1-323,-2 0 1,3 1-1,-5 4 1,0 1-1250,2-1 1,-5 1 0,5-3-1090,0-2 1963,-6 3 0,6-13 0,-7 6 0</inkml:trace>
  <inkml:trace contextRef="#ctx0" brushRef="#br0" timeOffset="201">9578 8185 10129,'-8'1'1944,"3"4"0,3-1 1,2 6-1673,0 2 1,0 7 0,2 4 0,1 1-62,2 3 0,7 3 0,-3 1 0,1 0-73,0 0 1,-4 0 0,2 0 0,1 0-330,-1 0 1,-4-7 0,1-4-660,-3-2 0,0-8-130,3 0 0,-4-8 1,5-2-1,-5-9 650,-1-4 1,-1 2 0,-3 1 0,-3-2 221,-1-2 0,2 0 0,-4 2-74,-2 2 0,3 7 1,-1-3 1649,-2 5 0,0 8 1,0 3-768,2 4 0,6-4 0,-1 0 1,3 2-439,2 2 0,0-4 0,0 1 1,0 1-79,0 2 1,2-4 0,2 0 0,2 1-427,3-3 1,-4 4 0,5-7-2654,3-1 1,0-2 2893,3-2 0,-1-7 0,1-2 0</inkml:trace>
  <inkml:trace contextRef="#ctx0" brushRef="#br0" timeOffset="202">10291 8340 8552,'-8'7'2095,"-6"-6"1,10 6-1628,-6-7 0,7 2 0,-4 1 63,0 2-351,5 8 1,-6-10 0,4 7 0,-3 2 0,0 2 0,0 2 469,4-1-880,1 8 0,2-6 0,0 5 0,0-1 0,0-1 0,0-1 0,0-1-950,0-3 1,7 1-1,5-3 107,7-2 1,-5-3 0,7-4 1072,3 1 0,-4-14 0,3-8 0</inkml:trace>
  <inkml:trace contextRef="#ctx0" brushRef="#br0" timeOffset="203">10446 8402 7798,'-15'15'2541,"-1"1"-1688,1-1 0,1 1 0,2-1 0,3 1-211,2-1 1,2-5 0,5 1-975,0 1 0,2-4 75,3 3 1,4-8 0,6 2 0,1-3 240,-1-2 1,1-2-1,-1-3 1,1-3-668,-1-1 0,1-5 924,-1 4 1,-1 1 0,-4-1 4,-4-2 1,-5 3-1,-1-1-235,0-2 1,0 3-1,-1 1-195,-5 1 0,3 0 0,-7 3-322,-2-1 1,3-2 0,-1 4-864,-2-2 1,3 0 305,-1 5 1063,6 0 0,-10-7 0,6-2 0</inkml:trace>
  <inkml:trace contextRef="#ctx0" brushRef="#br0" timeOffset="204">10570 8417 7798,'0'16'435,"2"-3"1,1-1-1,3-1 358,-3 1 0,-1 2 0,-2 1-21,0 1 1,5-6-1,0 0 314,-1 2 0,-3 2 76,-1 2-622,0-1-348,0 1 0,0-9 0,0-7 143,0-9 0,0-5 1,0-3-1,0-2-290,0-2 1,0-1 0,2 3 0,1-3-578,3-3 1,0 7 0,-2-3 0,1 4-779,-1 1 0,2 1 0,1 1 0,0 2 1310,0 1 0,5 1 0,-3-5 0</inkml:trace>
  <inkml:trace contextRef="#ctx0" brushRef="#br0" timeOffset="205">10772 8433 7798,'0'15'354,"0"-5"1,0 1 0,0 1 648,0 2 1,0-4-1,0 0-228,0 2 0,0-3-10,0 1 0,0-5 603,0 6-1118,0-8 0,0 2 0,1-8-53,5-2 1,-5-7 0,5 1 0,-5-2-231,-1-3 1,2 1 0,1-1-1,3 1-416,-3-1 1,4-5 0,-2 1 0,0 1-175,2 2 0,-3 3 0,4 2 1,-1 1-1563,-3-1 0,2 4 2185,0-3 0,6 1 0,-4-5 0</inkml:trace>
  <inkml:trace contextRef="#ctx0" brushRef="#br0" timeOffset="206">10989 8402 8203,'1'8'2241,"5"-3"1,-3 2-1534,7-2 0,1 1-836,4-6 1,-4-2 0,-3-3 118,-1-6 1,-2 3-1,-5-3-174,0-1 0,-1-1 246,-5-3 0,3 8 0,-7 2 391,-2 5 0,-2 1 1,-2 0-155,1 0 0,1 7 0,2 3 1,3 4-174,2 1 0,2 2 0,5 2 0,0 2-531,0-2 1,0 3 0,0-1 0,0-2-493,0-2 0,7-3 0,3-4 1,3-3-1963,-3 0 2858,4-5 0,1 5 0,9-7 0</inkml:trace>
  <inkml:trace contextRef="#ctx0" brushRef="#br0" timeOffset="207">11268 8324 8060,'-16'0'1105,"6"0"0,0 0-256,-3 0 0,5 0 0,-2 0-378,-3 0 1,5 2-580,-2 3 1,6-2 0,-1 8-135,3 1 0,4-4 0,1 3-53,3 1 0,6-4 0,-2 1 586,4-2 0,-1 5 0,0-3 0,-3 1-62,2 0 0,-3-5 1,-1 6 555,-1 1 1,3 2-1,-4 1-754,-3 1 1,-1-6-712,-2 0 0,-5-5 0,-2 4 0,-2-2-469,-3-4 1,-2-1 0,-1-4 1148,-1-3 0,1-3 0,-1-8 0</inkml:trace>
  <inkml:trace contextRef="#ctx0" brushRef="#br0" timeOffset="208">11392 8371 10589,'0'15'1655,"0"1"1,0-1-1,0 2-979,0 4 0,1 3 0,3 5 1,3-1-616,1-2 0,-4-2 1,1 2-1,-3-6-1002,-2-2 1,1-3-1983,5 1 2194,-5-8 1,1-3 0,-7-10-1,0-5 496,-2-4 0,5-7 0,-5 1 0,2-1 332,0-1 1,0-1-1,5-4 1,0 1-101,0-2 1,0-1-1,1 0 1,3 1 626,1 2 1,7 6 0,-2-3 0,4 4-93,2 6 1,1 2 0,2 1 0,2 5-126,-3 3 1,0 2 0,-3 2 0,1 5-119,-1 8 1,-4 2 0,-3 8 0,-1-1-34,-4 0 0,-1-5 0,-2 3 0,-2-1-358,-3-1 0,2 1 0,-7-5 0,-3-1-697,0 1 0,-3-6 0,1-1 0,-1-3-1546,1-2 1,-1-2 2342,1-2 0,-1-14 0,1-3 0</inkml:trace>
  <inkml:trace contextRef="#ctx0" brushRef="#br0" timeOffset="209">11748 8324 7798,'-7'10'1661,"-3"1"0,-4-3 0,-1 4-858,-1-1 1,6-3 0,1 4-407,2-1 1,2-1-1,5 6-220,0-1 1,2 1-1,3-3-37,5-2 0,-1 1 0,1-7 0,4-2 36,5-1 0,-5-2 0,5 0 0,0 0-101,-2 0 1,0-2 0,-3-3 0,-2-3-129,-2-1 1,-1-5 0,1 4 0,-3-2-175,0 2 1,-5-4 0,3 3 0,-3-2-50,-2-3 0,-5 6 0,-2 1 1,-2 1-136,-3-1 1,-2 6-1,-1-3 1,-1 3-637,1-2 0,4 3 0,1-3 1047,-2 3 0,-2 2 0,-1 0 0</inkml:trace>
  <inkml:trace contextRef="#ctx0" brushRef="#br0" timeOffset="210">12012 8309 8257,'0'15'697,"0"1"0,0-6 0,0 0 1,0 2 661,0 2 1,-6-2-1,1 2-154,2 3 1,1 2-2181,2-3 702,0-1 0,0-8 1,0-7-1,0-9 178,0-4 1,2-3-1,1-1 1,4-2 21,2-2 0,-4-5 0,4 6 0,-1 1 370,1 2 0,-4 3 1,4 2-1,-1 3 432,1 2 1,1 2 0,4 7-356,-4 3 0,4 4 0,-5 6 1,-1 2-430,-3 4 0,2 1 1,0 6-1,0-4-970,0-2 0,-2-1 0,-5-5-4287,0-1 5312,0 1 0,7-15 0,2-2 0</inkml:trace>
  <inkml:trace contextRef="#ctx0" brushRef="#br0" timeOffset="211">12353 8061 11708,'-9'6'1709,"0"-4"0,6 5-1160,-2 0 1,0-4 0,6 8 0,3 1-200,1 2 0,2 6 1,-4 3-1,4 1-110,2 3 0,-1 3 1,3 1-1,-4 0-276,0 0 0,-4-2 0,6-3 1,-3-4-500,-2 1 0,-2-11 1,-2 3-3272,0-1 3129,0-7 1,-7-2 0,-4-10 0,-2-6 469,-3-2 0,6-1 0,-1 2 1,-1 1 516,-1-1 0,2 6 0,1 0 846,-2 5 1,0 2-380,2 5 1,3 2 0,7 8-288,0-1 0,0 1 1,1-1-447,5 1 0,2-6 0,8-1-420,-1-3 1,1 0-1,-1-6 1,1 0-1361,-1 0 0,1-2 0,-1-3 1120,1-6 0,-1-2 1,-1-3-1,-2 2-206,-2 4 0,-5-4 0,6 4 822,1-4 0,0-1 0,0 1 1089,-2 4 0,1-4 0,-1 12 0,-1-1-42,-3 6 1,0 6 0,-6 6-730,0 1 0,1-3 0,3-1-1797,1-1-1518,0-1 2997,-5-1 0,7-2 0,2-7 0</inkml:trace>
  <inkml:trace contextRef="#ctx0" brushRef="#br0" timeOffset="212">12570 8107 7798,'-11'0'1402,"1"0"1159,-2 0 0,-2 0-2177,-1 0-1625,6 7 1,4 0-1,10 3 1241,5-5 0,4 4 0,2 0 0</inkml:trace>
  <inkml:trace contextRef="#ctx0" brushRef="#br0" timeOffset="213">12756 8479 7798,'0'12'1073,"-2"2"746,-3 3 0,3 2-635,-3-3-1005,3-8 1,2-3-1,0-10 71,0-5 0,0-9 1,0-2-1,2 1 370,3-3 0,-3 6 0,3-4 288,-3 4 0,3 2-444,0-1 0,2 6-355,-2-1 0,-2 8 0,6 0 0,0 6-321,-1 7 1,-4 4 0,1 2-1,-2-3-1164,2-2 1,-1 3-1,5-4-258,-3 4 1,1-4 421,-2 0 0,-1-6 1212,6 1 0,-6-3 0,3-2 0</inkml:trace>
  <inkml:trace contextRef="#ctx0" brushRef="#br0" timeOffset="214">13004 8355 8302,'-11'0'2356,"1"0"1,5 0 0,-4 2-1586,2 3 0,0 4 0,4 6 0,-2 2-731,1 4 1,3-4-1,1 6 1,1-3-597,4 1 0,-1 0 0,5-6-466,-3 1 0,6-8-262,-1-3 1,1-5 0,-2-5 946,-5-5 0,2-4 1,-2-1-1,-1-3 333,-2-2 0,-1 3 0,3-4 0,1 4 238,-2 1 1,-1 1 0,-2-1 0,0 1 235,0-1 1,0 6 964,0-1 1,2 8-758,3-2 0,-3 10 0,5 7 1,-2 5-191,0 4 1,2 7 0,-4-4 0,2 3-221,-1 4 1,3-3-1,-2 8 1,0-3-220,2-2 0,-5-4 1,3 1-1,-3 1 68,-2-1 1,0-1-1,0 2 1,0-1-14,0-2 1,0-7-1,0 1 1,-2-2 39,-3-3 1,-4 1-1,-6-3 1,-1-1-352,1-1 0,-6-8 0,0 2 0,1-3-1886,-3-2 0,1-7 0,-6-3 2093,2-4 0,1-8 0,-6-2 0</inkml:trace>
  <inkml:trace contextRef="#ctx0" brushRef="#br0" timeOffset="215">13732 8262 7818,'-9'0'1378,"3"0"1,6 2-1,0 3-1096,0 5 0,0 4 1,0 3-1,0 4 249,0 5-449,6 3 1,-2 7-1,4 2 1,-1-2 0,-3 1-1,-2-6 1,-1 0 453,4-4-1176,-3-13 0,5 3 0,-7-17-132,0-7 1,0-12 0,0-7 0,0-3 415,0-2 1,0 0 0,0 0 0,0 0 373,0 0 1,0 5 0,0 2-1,0 0 448,0 0 1,0 5 0,0-2-1,0 4-88,0 2 1,5 4 0,2 3 0,2-1-28,3 0 1,2 6 0,1-2 0,1 3 28,-1 2 1,1 0 0,-1 0-6,1 0 1,-1 0 0,-1 2 0,-4 3-172,-5 5 1,-3 4 0,-2 2-1,-2-1-457,-3 1 1,-3 1 0,-8 2 0,1 1-217,-1-1 0,1-1 0,-1-3 0,1 1 139,-1-1 0,1-6 330,-1-4 0,1-3 0,-1-2 0</inkml:trace>
  <inkml:trace contextRef="#ctx0" brushRef="#br0" timeOffset="216">14011 7999 7949,'0'15'966,"-5"1"0,0-1 254,1 1 1,3-1 0,1 2 0,0 2-621,0 2 1,5 1 0,2-3-1,1 2-284,4-2 1,-3 3 0,-1-1 0,-1 0-69,-3 1 0,3-5 1,-2 4-747,-2-4-1908,-1-1 1602,-2-8 1,0-8 0,0-10 469,0-4 0,0-1 0,0-3 212,0-2 0,5 2 0,2-2 0,2 3 192,3 1 1,-4 6 0,3 1 703,1 2 0,2 2 1,1 7-86,1 3 1,-3 4 0,-2 6 0,-4 1-485,-1-1 1,-4 6 0,3-1 0,-1-1-1056,1-1 1,-3-3 0,3 1-4365,-3-1 5214,-2-6 0,0-2 0,0-7 0</inkml:trace>
  <inkml:trace contextRef="#ctx0" brushRef="#br0" timeOffset="217">14398 8262 7865,'-13'16'678,"1"-3"1,3-1-1,2-1 665,4 1 1,1-4 0,2 3-1044,0 1 0,0-4 0,0 3-420,0 1 0,7-5 1,3 0-1,4-2 45,1 0 0,-4 0 0,-1-5 0,2 0-120,2 0 0,-4 0 0,1 0 177,1 0 1,-4 0 0,1-2 14,-2-3 0,3-3-208,-5-8 1,0 1 0,-3-1 0,2 1-165,1-1 1,0 6 0,-5-1 605,0-1 0,0 4 293,0-3 379,0 8 1,5-2-1,0 10-494,-1 5 0,3 6 1,0 3-1,-1 1-258,1-1 0,5 0 0,-3 0 0,1 2 36,1-2 1,-6 5-1,3 0 1,-1 0-16,-3-3 0,-3 1 1,-1-1-1,0 0-155,0 1 1,0-5 0,-1 4 0,-4-4-231,-6-1 1,-3-1-1,-1-1 1,-1-2-233,1-2 0,-1-5 1,1 4-1,-1-2-99,1-4 1,-1-1-1,1-4-872,-1-3 0,8-3 0,3-8 1416,3 1 0,-5-8 0,-2-1 0</inkml:trace>
  <inkml:trace contextRef="#ctx0" brushRef="#br0" timeOffset="218">14848 8231 7807,'-10'0'0,"-1"0"0,-1 0 1703,-2 0 1,4 0 0,0 2-1007,-2 3 1,3-3 0,-1 3-766,-2-3 1,5-1-1,0 3 50,0 1 1,5 2-62,-3-2 0,5 2 0,4 5 0,3-3 18,1-3 1,2 1 0,6-3 0,-1 3 196,1 1 1,1-3-1,2 4 1,2 0-16,-2-1 0,-7-3 0,-2 4 0,0 0 188,-1-1 0,3-3 0,-7 6-134,-1 1 1,-3-4-1,-2 1-371,-4-2 1,-4 3 0,-7-5-1,1-1-220,-1-2 0,1-2 0,-1 0 1,1 0-1406,-1 0 1,3-7 1820,2-4 0,-2-2 0,4-3 0</inkml:trace>
  <inkml:trace contextRef="#ctx0" brushRef="#br0" timeOffset="219">15080 8200 7807,'0'17'315,"0"2"1,0 2 821,0-2 0,0-2 0,0-1 0,0 1-705,0 4 0,0-4 0,2 3 0,2-2-833,1-3 0,5-5-1118,-5 1 0,2-8-700,-2 2 2219,-3-10 0,5-3 0,-7-8 0</inkml:trace>
  <inkml:trace contextRef="#ctx0" brushRef="#br0" timeOffset="220">15049 8138 8426,'-15'0'3016,"5"0"-1988,-1 0-1757,8 0 0,-4-2 729,7-3 0,14 3 0,3-4 0</inkml:trace>
  <inkml:trace contextRef="#ctx0" brushRef="#br0" timeOffset="221">15390 8231 7807,'-10'0'536,"0"0"796,-2 0 1,-2 0-1,-2 0-673,1 0 1,-1 0-160,1 0 0,5 2-22,-1 3 0,8 4 0,-2 6-146,3 1 1,2-1 0,0 1 0,0-1-591,0 1 1,0-1 0,2 1-1,3-3-970,5-2 0,-1 1 1,1-7 459,2-2 768,2-1 0,1-2 0,1 0 0</inkml:trace>
  <inkml:trace contextRef="#ctx0" brushRef="#br0" timeOffset="222">15561 8231 7807,'-16'0'1023,"6"0"1,0 0 156,-2 0 0,3 2 0,-1 1-822,-2 2 1,5 7 0,0-3-1,2 1-346,0 1 1,-1-1 0,6 6 0,0-1-270,0 1 0,0-6 1,0 0-1,2 1-506,3-3 1,-1 4 0,6-7 298,2-1 0,2-4 1,1-4 211,1-1 0,-7-7 0,-3 2 0,0-4-120,-1-1 0,2-1 0,-4 1 597,2-1 0,0 1 0,-3 1 1139,3 3 1,-3 3-683,3 3 0,-1 10 0,-1 0-223,2 7 1,0 4-1,-5-1 1,2 1-767,3-1 1,-3 1 0,5-1-1454,0 1 1541,-5-1 219,4-6 0,1-2 0,2-7 0</inkml:trace>
  <inkml:trace contextRef="#ctx0" brushRef="#br0" timeOffset="223">15716 7906 9919,'0'15'1192,"0"-3"1,0 2 0,0 3-515,0 0 0,2 7 0,1 2 1,4 4-284,2 1 0,-6 1 0,4 3 0,-2 1-326,0-2 0,6-1 0,-5-4 1,1-1-1406,0-2 1,-2-7-1,-3 0-4131,3-7 5467,-3-5 0,5-7 0,-7 0 0</inkml:trace>
  <inkml:trace contextRef="#ctx0" brushRef="#br0" timeOffset="224">16429 8107 7926,'-16'10'663,"1"1"0,5-6 0,-1 5 1,-1 1-1,0-1 0,0-1 511,2-3 1,5 0-1250,-6-6-145,8 6 0,-4-2 0,7 6 1,0 2-1,0 2 0,0 2-220,0-1 0,0 1 0,0-1 0,0 1-72,0-1 1,2-1 0,3-2 217,5-2 0,-1-6 0,1-1 0,0-6 7,-1-8 1,3-2-1,-5-3 1,2-1 131,3-4 0,-6 2 0,1-5 1,-1 2 70,-1 3 0,0 0 1,-3 2-1,1-1 1313,2 5 0,0 1 1771,-5-4-2518,0 7 0,0 4 0,0 10 0,0 6-163,0 3 1,0 1 0,0 2 0,2 2-217,3 2 0,-1 0 1,6-6-1,0 1-352,-1-1 0,3 1 0,-5-3 0,2-2-820,3-6 0,-4 2 0,3-2-1929,1-2 2998,-6-1 0,8-9 0,-5-1 0</inkml:trace>
  <inkml:trace contextRef="#ctx0" brushRef="#br0" timeOffset="225">16770 7875 7886,'-7'15'758,"-3"1"0,3-1 0,2 1 0,3-1 113,2 1 1,0 4 0,2 3 0,3 1-584,5 3 1,-1-3 0,1 1 0,0-1-68,-1 0 1,0-4-1,-6 5-550,2-3 1,2-3-728,-2-9 121,-3-3 1,3-7-1,-10 0 1,-4-2 637,1-3 0,-6-2 1,4-5-1,-4 4 431,-2 1 1,1-4 0,-1 6-1,-1 0 167,-4-2 1,9 5-1,-3-3 180,1 4 0,0 2-118,-1 4 1,6-1-1,4 6 1,3 2-61,2 2 1,7 0-1,4-2 1,2-2-239,3 2 1,-1-3 0,1 0 0,-1-3-388,1-2 1,-1-2 0,1-2-1,-1 0 224,1 0 98,-1 0 0,1-7 0,-1-2 0</inkml:trace>
  <inkml:trace contextRef="#ctx0" brushRef="#br0" timeOffset="226">17095 7828 7801,'-1'14'593,"-5"-4"1,5 4 0,-4-2 439,3 7 1,2 0-1,2 5 1,1 2-631,2 3 0,2-1 1,-4 8-1,4-3-108,2-2 0,-6 0 0,4 0 0,-2-2-92,1-3 1,1-6 0,-4-8-1925,2-1 0,0-10 1259,-5-1 0,0-1 1,0-10-1,-1-1 40,-5-1 0,3-3 1,-7 1-1,-1-1 198,3 1 1,-6 1 0,4 2 0,-4 1 65,-2-1 1,1 5 0,-1 2 1047,1 4 1,-1 1 0,3 1-5,2 4 1,3 4-1,4 7 1,-1-1-422,2 1 0,1-1 0,2 1 0,0-1-383,0 1 1,2-1-1,3 1 1,3-1-716,1 1 0,5-6 0,-4-1 0,4-3-823,1-2 0,1-2 0,-1-2 1456,1 0 0,6-7 0,2-2 0</inkml:trace>
  <inkml:trace contextRef="#ctx0" brushRef="#br0" timeOffset="227">17266 8185 7801,'7'15'0,"-6"1"0,6-1 1780,0 1 0,-5-6 0,3 0-685,-3 2 1,-2-3-791,0 1-88,0-6-34,0 3 1,0-9-1,0-3 53,0-6 0,-5 3 0,-1-3 0,3-1-307,1-1 1,2 1-1,0-2 23,0-3 1,0-2 0,2 3 0,1 1-518,3-1 0,1 2 0,-4 2-4952,2 2 5517,7 0 0,-3-6 0,6 1 0</inkml:trace>
  <inkml:trace contextRef="#ctx0" brushRef="#br0" timeOffset="228">17467 8200 7801,'16'0'56,"-1"0"0,1 0 0,-1 0 410,1 0 1,-6 0 0,-1-2-1,-1-1 15,1-2 0,-6-7 0,4 3 167,0 0 0,-5-4 0,3 2-597,-3-2 1,-2 2 0,-2 3-1,-1-1 204,-3 0 0,-6 6-24,2-2 0,-4 3 0,-1 2 1,-1 0 83,1 0 1,1 2-1,2 3 1,3 5 140,2 4 0,-3 2 0,3-1 0,0 1-330,0-1 1,2 1 0,5-1 0,0 1-331,0-1 0,0 1 0,0-1 0,0 1-14,0-1 0,5-5 0,2-1 0,2 0-1364,3-1 1,-3-4 0,1 1 563,2-3 1,2-2 0,1 0 226,1 0 1,-2-2 0,-2-2 790,-2-1 0,0-7 0,6 4 0</inkml:trace>
  <inkml:trace contextRef="#ctx0" brushRef="#br0" timeOffset="229">17855 8045 7801,'-16'0'286,"6"2"0,0 1 1,-2 2 1133,-2-1 0,3-2 1,1-2-1,0 1 406,1 4-2354,-5-3 0,13 7 658,-5-4 1,5-2-162,1 8 1,5-6-1,2 5 193,1 2 1,1 2-1,3 2 1,-2-3 96,2-2 1,-3 2 0,1-2-100,2 3 1,-5-4-1,0-1 1,-2-1-661,1 1 1,-1-4 196,-5 5 0,0-5 252,0 6 1,-7-8 0,-3 2-472,-4-3 1,3-2 0,1 0-380,-2 0 1,5-2 0,2-3 900,3-5 0,2-4 0,0-1 0</inkml:trace>
  <inkml:trace contextRef="#ctx0" brushRef="#br0" timeOffset="230">17948 8092 13815,'0'10'1001,"0"0"-442,0 2 0,1-3 0,3 1-250,1 2 0,2 2 1,-4 2-185,3-1 1,0 1 0,-2-1-1,1 1 102,-1-1 1,-3-5-1,1-1 1,1 0 198,3-1 1,-1-3-822,-5 6 0,0-6 1,-2 4-380,-3-3 1,1 0 0,-6-6 299,-2 0 474,5-7 0,-14-2 0,4-6 0</inkml:trace>
  <inkml:trace contextRef="#ctx0" brushRef="#br0" timeOffset="231">14941 1488 10108,'-10'0'1204,"-1"0"1,6 0 295,-5 0-68,6 0-1147,-3 7 1,7-4-1,0 8 1,0 1 0,0 2-1,0 1 1,0 1 957,0-1-1219,0 8 0,6-5 0,-1 7 1,-2-3-1,1-3 0,-1-2 0,2-1-97,-1-1 0,-3-5 0,1-1-1988,3-2 0,-3-4 1547,3-8 0,-3-9 0,-2-8 0,0-2 215,0-4 1,0-1-1,0 0 1,0 1 237,0 2 0,0 6 0,0-4 0,0 0 580,0-1 1,0 6-1,0-1 1,0 3 189,0 1 0,0 1 0,2-1-287,3 1 1,-2-1 0,8 2-1,1 2-78,1 2 0,3 6 0,-1-2 21,1-1 0,-1 5 1,1-3-1,-1 3 1,1 2 0,-6 5 1,-1 2-1,0 0-199,-1 0 1,-4 5-1,1-2 1,-2 4-125,2 2 1,-3-1 0,3 1 0,-3-1 2,-2 1 1,0 1 0,-2 2 0,-1 1-316,-2-1 0,-2-1 1,2-3-1,-4 1-222,0-1 0,-4-1 1,4-2-1,-1-3-493,-1-3 0,1 5 0,-6-6-38,1-2 0,5-1 0,-1-2-703,-1 0 1,5-7 1724,2-3 0,-3-4 0,-1-1 0</inkml:trace>
  <inkml:trace contextRef="#ctx0" brushRef="#br0" timeOffset="232">15313 1271 8751,'-9'0'2376,"2"7"1,7 3-2024,0 4 0,0 2 0,0 1 0,2 3 458,3 6-599,-3 4 0,10 6 1,-5 0-1,0-2 1,0-1-1,-4-2 0,1 0-745,1 0-7,-3-7 1,4-1-1,-6-8-2195,0 1 1,0-9-102,0-7 2836,0-7 0,0-9 0,0 1 0</inkml:trace>
  <inkml:trace contextRef="#ctx0" brushRef="#br0" timeOffset="233">15189 1380 8510,'-10'0'7523,"-1"0"-6728,8 0 1,8-6 0,12 0 167,6-3 1,-4 4 0,3-4 0,-1 2-734,-1 4 0,1-4 1,-4 2-1,2 0-589,2-2 1,-6 5 0,-4-3 0,1 3-794,1 2 0,-2 0 1,-1 0-4378,2 0 5529,-5 0 0,7 0 0,-6 0 0</inkml:trace>
  <inkml:trace contextRef="#ctx0" brushRef="#br0" timeOffset="234">15297 2155 7904,'-10'0'193,"0"0"0,-2 0 0,-2 0 1,-2-2 250,1-3 0,5 3 1,-1-3-1,-1 3-321,-2 2 1,-1-5-1,-1 0 1,1 1-52,-1 3 1,-1 1 0,-2-2 0,-5-2-255,-5-1 0,5 0 0,-11 5 0,-1 0-51,-2 0 0,-3 2 1,-6 1-1,1 2 64,-1-1 1,6 3-1,0 0 1,-2 1 154,-2 4 0,9 2 0,3 0 0,2 0 132,4 1 1,6-3 0,2 9 0,5-2-196,4 2 0,6-4 0,-1 5 1,4-1-92,1 0 1,1 1 0,4-3 0,6 3 95,3 2 1,1-3 0,0 3 0,3 0 15,2 0 1,-1-5 0,5 4-1,2-3 174,4 1 1,-6 0 0,10-6 0,2 1 65,2-1 0,5-4 0,7-3 0,5-1 13,6-4 0,-1-1 0,12-2 0,4-2-5,5-3 0,-5 2 1,3-7-1,-2-3-240,-3 0 1,0-3 0,2 1 0,-2-1-226,-1 1 0,-6-1 1,3 2-1,1 2 61,0 2 1,-16 5-1,-2-4 1,-5 1 43,-5-1 1,-7 6 0,-1-3 0,-6 3 123,-3-2 0,-5 1 1,3-4-1,-2-1 234,-3 1 1,-2 4 0,-3-3 0,-2 2-1,-1 0 1,-8-2 24,2 2 0,-5 3 0,-5-5 0,-5 2-31,-4 0 0,-9-2 1,-2 4-1,-6-4-286,-6-2 1,1 6-1,-7-4 1,-3 2 92,-2-1 1,-6-6 0,-13 4 0,-5-3-118,-4 1 1,-5 1-1,-5-3 1,38 7-1,-1 0 97,-3-1 0,-1 0 0,3-1 0,-1 0 0,-3 0 0,-1 0 0,1 1 0,0 0-6,-2 1 1,2 0-1,5 2 1,1 1 0,-7-2-1,-2-1 1,3 1 0,0 1-18,2 1 1,2 1 0,-26 1 0,6 3 0,11 2 51,9-1 0,-1 3 0,4-2 0,7-2 0,6-1 0</inkml:trace>
  <inkml:trace contextRef="#ctx0" brushRef="#br0" timeOffset="235">15855 2248 7794,'0'-9'4915,"0"2"0,0 5-2532,0-3 1,-1 2-880,-4-8-1146,3 8 1,-12-4-1,4 5 1,-4-1 0,-2-2-1,1 1 1512,-1 3-1763,1 1 1,-2-2 0,-2-2 0,-2-1 0,0 2 0,-1 1 0,-2 2-108,0 0 0,-5 0 0,4 2 0,0 1 0,-1 2 0,7 6 0,-4-4 0,3 1 0,-1 4 0,0-3 0,8 1 0,1 2 0,1 2 0,6 2 0,-4-1 0,3 1 0,2-1 0,2 1 0,2-1 0,0 2 0,0 4 0,2-2 0,3 7 0,6 1 0,2 3 0,-1-4 0,2-1 0,3 3 0,1 1 0,-1-3 0,-2-2 0,3-1 0,2-5 0,-1 0 0,5-5 0,0 0 0,1-3 0,0-2 0,5 3 0,-1-6 0,2-3 0,-2-2 0,11-2 0,-1-1 0,1-3 0,-4-6 0,4 2 0,-2-2 0,-4 2 0,-1-4 0,-4 3 0,-1-1 0,-2 2 0,-6-4 0,4 4 0,-1-4 0,-4-1 0,-2 3 0,-2-4 0,1-6 0,-2 1 0,-4 0 0,-3 2 0,0-1 0,-6 1 0,5-5 0,-5 0 0,-1 0 0,-1 5 0,-3-2 0,-3 2 0,-1-2 0,-3 2 0,-4-5 0,-1 2 0,1 3 0,-2 2 0,-4 3 0,-5 2 0,-3 1 0,-4 6 0,-1-3 0,-6 1 0,-5 3 0,7 3 0,-6 1 0,2 1-606,3 5 1,3-5 0,-4 6-1,2-2-2116,4 0 0,6 2 1,4-3 2721,2 1 0,-6 14 0,4-2 0</inkml:trace>
  <inkml:trace contextRef="#ctx0" brushRef="#br0" timeOffset="236">18707 7410 12943,'-7'8'2324,"6"-1"0,-11 0-1884,6 3 0,-4-1 1,3 1-1,0 2 1,-1 2 785,-1 2-1106,-1-1 0,-4 6 1,2-1-1,2 1 1,-3 1-1,0 3 1,-3 0 550,1 1-1176,-1-7 1,2 9-1,2-8 1,2-1 0,0-1-1,-1-5 1,3-1-5161,1-1 4154,2-8 1,-2 9 0,-4-8-971,-2-6 2481,4-5 0,-12-8 0,4-1 0</inkml:trace>
  <inkml:trace contextRef="#ctx0" brushRef="#br0" timeOffset="237">18289 7596 8379,'-9'6'3420,"-5"-2"-663,4 6-2382,3-6 1,0 4-1,7-3 125,0 6 1,0-3 0,0 3-148,0 1 0,0 2 0,0 1 0,0 1 0,0-1 165,0 1 0,0 4 0,0 1 0,0 0-294,0 1 0,0-5 0,0 4 1,0-4-642,0-1 0,2-1-90,3 1 0,4-8 0,6-3 1,2-3 52,4-2 0,-2-7 0,5-1 0,0-3-33,0 1 1,-3 0 0,3-6-1,-1 2-1091,-5 4 0,0-4 1,-3 4 1577,1-4 0,-1-8 0,1-2 0</inkml:trace>
  <inkml:trace contextRef="#ctx0" brushRef="#br0" timeOffset="238">19002 6836 7998,'0'-10'434,"0"-1"-434,0-1 2246,0 5 1,0-1 1531,0 3-2946,0-4 0,-7 0-416,-4 4 0,3 5 0,-2 5 0,-1 6-170,3 2 1,-6 3-1,3 1 1,-1 4 0,0 5-118,2 3 1,1-3 0,-1 0 0,3 1-210,0 3 0,6-5 0,-5-1 0,6-1-297,6-4 1,-3-2 0,7-3 0,4-2 142,5-2 1,-2-6 0,6 1 0,-3-3-43,1-2 1,5-6 0,-5-2 0,-1-4 140,3-6 0,-6-2 1,3 1-1,-2-4 71,-3-1 1,-6-1-1,-2-5 1,-2 3 19,0 1 1,0-2 0,-5-4 0,0-1 49,0 4 0,-7 1 0,-3-1 0,-4 1-218,-1 2 1,-1 13 0,1-1 0,-1 5 97,1 6 1,-1 1-1,1 4 114,-1 3 0,1 3 0,-1 8 0</inkml:trace>
  <inkml:trace contextRef="#ctx0" brushRef="#br0" timeOffset="239">19203 6898 16375,'16'0'771,"-1"2"0,1 1 0,1 4 181,4 2 1,-3-4-1,7 3 1,-3 1-595,-3 0 0,3-1 0,-1 4-623,-2-1 1,-2-6-1,-1 3 1,-3 1-528,-2 0 1,3-4-4787,-4 5 5578,-3-6 0,0 3 0,-7-7 0</inkml:trace>
  <inkml:trace contextRef="#ctx0" brushRef="#br0" timeOffset="240">19513 6774 9604,'-15'0'1336,"-1"0"0,6 5 0,1 2-639,2 2 0,-3-4 0,5 5 0,1 4 557,3 5 1,-1 0 0,-2 7 0,-2 1-797,-3 3 1,4 2 0,-6 3 0,1 1-463,2-2 1,-5-1 0,8-4 0,2-3-2174,1-5 1,2-4 442,0-1 0,0-10 1,2-6 1733,3-8 0,11-13 0,8-3 0</inkml:trace>
  <inkml:trace contextRef="#ctx0" brushRef="#br0" timeOffset="241">19684 6681 7815,'-16'0'2583,"2"2"2789,4 3-4809,3-3 1,9 4-231,3-6 0,4-1 0,6-3 149,1-1 0,-1-2 0,1 4 0,-1-2 137,1 1 1,-1 1 0,1-1-420,-1-1 1,-5 0-1,1 5-75,1 0 1,2 0 356,1 0 0,-5 0-297,1 0 0,-8 2 0,2 3-159,-3 5 1,-4 4 0,-1 1 0,-4 1 21,-2-1 1,4 8 0,-5 1 0,-2 2 145,-2 0 0,-1 0 0,1 3 0,2-2-27,1-1 1,1-2-1,-5 4 1,1-4-1448,4-2 1,-3-1-5065,8-5 4724,0-8 1,7-3 0,3-12 0,5-6-1694,4-6 3313,2-2 0,6-1 0,2-2 0</inkml:trace>
  <inkml:trace contextRef="#ctx0" brushRef="#br0" timeOffset="242">20056 6789 7815,'8'-6'0,"-1"2"5203,-7-6-212,0 6-4099,0-3 1,0 9 0,-2 3-502,-3 6 1,2 4 0,-8 6 0,1 3-35,1 0 1,-3 5 0,7-4-1,0 0-282,-2 1 1,5-5-1,-3 3 1,4-2-306,1-3 1,1-1 0,4-3 0,6-1 51,3-4 1,1-3 0,2-7 0,2 0-254,2 0 1,6-7 0,-2-3-1,0-4 68,1-1 0,-2-1 0,2 1 0,-3-3 336,-1-2 1,-5 2-1,2-2 1,-5 3 245,-4 1 0,-1-1 1,1-2-1,-3-2 74,0 2 0,-5-3 0,3-1 0,-3 1 214,-2 0 0,-7-1 1,-4 4-1,-2-1 92,-3 1 1,1 7 0,-3 3 0,-1 2-260,-1 4 1,-8 1 0,2 2 0,-3 2-710,-2 3 0,0-2 1,2 8-1,3 1-3445,5 1 1,2-2 3813,-1-1 0,2 7 0,-4 7 0</inkml:trace>
  <inkml:trace contextRef="#ctx0" brushRef="#br0" timeOffset="243">372 9285 7806,'0'11'2001,"0"-1"455,0-7 336,0 4 2115,0-7 3802,0 0-8709,7-7 0,1 6 0,8-5 0,-1 5 0,-4 1 0,-1 0 0,2 0 0,2 0 0,1 0 0,1 0 0,-1 0 0,1 0 0,-6 0 0,1 1 0,1 5 0,-4-5 0,1 6 0,-2 0 0,-2 2 0,-5 6 0,0 1 0,-2-6 0,-3 0 0,-4 2 0,1 2 0,-6-3 0,4-1 0,-4 2 0,-2 0 0,1 0 0,-1-2 0,3-4 0,1 2 0,1-1 0,6-2 0,-5-5-236,6 0 1,-1 0 336,10 0 1,4 0 0,6 0 0,1 0-86,-1 0 0,1 0 0,-1 2 0,3 1-16,2 3 0,-2 0 0,2-2 0,-4 3 0,-6 1 0,4-2 0,-4 4 0,4 2 0,-4 0 0,-1 0 0,-2-2 0,-4 2 0,-1-3 0,-4 1 0,-3 2 0,2-3 0,-8 0 0,-1-2 0,-2 3 0,-1-5 0,-1-2 0,1-1 0,-1-2 0,1 0-1755,-1 0 1,1 0-3098,-1 0-2297,1 0 2713,6 0 4436,2-7 0,14 6 0,2-6 0</inkml:trace>
  <inkml:trace contextRef="#ctx0" brushRef="#br0" timeOffset="244">914 9642 28671,'0'15'0,"0"1"0,0-1 0,0 1 0,0-1 0,0 1-520,0-1 1,0-4-2666,0-1 3185,0-7 0,7-10 0,2-10 0</inkml:trace>
  <inkml:trace contextRef="#ctx0" brushRef="#br0" timeOffset="245">1395 9347 9172,'0'-8'2072,"2"1"0,1 5 2924,2-3-2490,0 3-2073,-5-5 0,-1 7 0,-4 2 103,-6 3-662,-3 4 0,4 1 1,1 0-1,1 2 1,1 2-587,0 2 0,2-6 0,5 0-40,0 2 0,2 2 879,3 2 1,3-3 0,8 0 0,-1-3-12,1 2 1,-1-3 0,1 1 655,-1 2 0,-4 0 1,-1 0-442,2-2 0,-5-4 0,-2 4-154,-3 2 1,-2-3-1,-2 1-493,-3 2 0,2-5 0,-8-2 0,1-2-556,1 3 1,-4-5 0,2 4-1081,-3-3 1,-1-2 0,-1 0-13,1 0 0,1-2 1964,4-3 0,-4-3 0,5-8 0</inkml:trace>
  <inkml:trace contextRef="#ctx0" brushRef="#br0" timeOffset="246">1612 9502 12966,'10'0'1363,"1"0"0,1 0-973,1 0 1,3 0 0,-1 0-279,1 0 1,-1 0-1,1-2-489,-1-3 1,1-3 644,-1-8 1,-6 1-6,-4-1 0,-5 2 1,-5 2 72,-5 2 1,-4 7 0,-2-3-116,1 5 1,-1 1 0,1 0 0,-1 0-6,1 0 0,-1 1 0,1 5 79,-1 4 0,1 4 0,1 1 1,4 1-22,5-1 1,1 2 0,1 2-1,-2 4-354,1 1 1,2-3 0,4 3 0,3-2 5,6-3 0,4-2 0,4-1 0,2-3-1763,-2-2 0,0-4 0,1-7 0,6-2-3212,3-3 5049,-5-4 0,6-13 0,-6-2 0</inkml:trace>
  <inkml:trace contextRef="#ctx0" brushRef="#br0" timeOffset="247">1999 9409 10321,'-10'5'1519,"0"1"1,5 0-1,-6-2-521,-1 1 0,4 5 0,-1-3-753,2 2 0,-3-4 0,3 5 1,0 2-209,0 2 0,-3 2 0,5-1 0,1 1-26,2-1 0,2 2 1,0 2-217,0 2 0,2 0 0,3-8 0,6-2-580,2-6 0,3-3 1,-1-6-1,1-4 311,-1-8 0,-1-3 1,-2 2-1,-3-2 245,-2-2 0,3-1 0,-5 3 0,0-3 133,2-2 0,-5 8 703,3-5 1,-3 8-1,-2-8 1542,0 4 0,0 10-1513,0 7 1,0 7 0,0 10 0,0 2-336,0 2 1,0 4 0,0-2 0,0-1-364,0 1 1,2 2-1,1-4 1,2-2-1120,-1-2 0,3-6 1,-1-3-1472,3-1 0,0-4 0,3-8 2652,-2-5 0,0-11 0,6-3 0</inkml:trace>
  <inkml:trace contextRef="#ctx0" brushRef="#br0" timeOffset="248">2201 9456 9059,'0'17'737,"0"2"1,0 2 623,0-3 1,0 0 0,0-3 98,0 1 0,2-1 0,1 1-198,2-1 0,0-4 141,-5-1-1808,0 0 243,0-1 0,0-9 0,0-12 426,0-7 0,0 0 1,0-5-1,0 0-236,0 0 0,2 3 1,2-3-1,2 1-493,3 4 1,-4-3 0,6 1-835,1 2 1,-6 2-1,1 3 1,0 4-1327,4 5 0,-3 3 2625,3 2 0,-1 0 0,5 0 0</inkml:trace>
  <inkml:trace contextRef="#ctx0" brushRef="#br0" timeOffset="249">2557 9471 11617,'-7'-8'2597,"6"-1"-1920,-4 4 0,-4 3-294,-1-3 1,-4 3 0,-2 2 164,1 0 1,4 0 0,3 2-1,-1 3 27,1 5 1,-1 4 0,-1 2 0,5-1-467,3 1 0,2-1 1,0 1-1,0-1-136,0 1 0,2-3 0,3 0 0,5-5-1746,4-1 0,1-2 1,1-5-1,-1 0-945,1 0 1,-1-2 2717,1-3 0,-1-3 0,1-8 0</inkml:trace>
  <inkml:trace contextRef="#ctx0" brushRef="#br0" timeOffset="250">2774 9068 7614,'-5'21'0,"0"-2"0,2 0 1903,1-2 0,2 2 1,0 2-1,0 4-750,0 5 0,2 2 0,3 3 0,3 3-661,1 1 1,3-2 0,-7 2 0,0 1-427,2-1 0,-5-9 1,3-1-1,-3-5-752,-2-5 0,5-7-331,0-2 1,0-8 0,-5-2 657,0-9 0,0-4 0,0-3 418,0 1 1,0-6-1,0 0 1,0 2 47,0 2 0,0 2 0,0-1 0,2 1-117,3-1 0,-1 6 1,4 0-1,1-1-5,-1 3 1,-2-6 0,4 5 288,2 1 1,-3 1 0,1 7 517,2 0 1,-3 1 0,-1 6-1,1 7-254,-1 5 1,-2 3 0,2-3 0,-1 2-1896,-3-2 0,-3 0 0,-1 0-1413,0 2 2770,0-1 0,0-4 0,0-1 0</inkml:trace>
  <inkml:trace contextRef="#ctx0" brushRef="#br0" timeOffset="251">3735 9115 8633,'-8'15'2050,"2"1"0,5 1 0,1 2-1815,0 2 0,0 8 1,0 0-1,1 7 1,3 4-2,1 3 0,5-3 0,-4-1 1,-3-3-427,-1-6 1,3-1 0,0-8-3331,-1-3 1947,-3 0 0,-2-17 0,-5-6 1575,-4-7 0,-4-10 0,-1-2 0</inkml:trace>
  <inkml:trace contextRef="#ctx0" brushRef="#br0" timeOffset="252">3627 9378 9120,'1'-14'1894,"5"4"1,2-2-1,9 7 1,2 1-1768,2 3 1,5 1 0,-4 0-1,2 0-228,4 0 0,-4 0 1,0 0-1,-1-2-4785,-4-3 4886,-2 3 0,5-12 0,2 6 0</inkml:trace>
  <inkml:trace contextRef="#ctx0" brushRef="#br0" timeOffset="253">3983 9161 7795,'-10'16'2165,"0"-1"0,6 2 1,-1 4-1168,3 5 0,2-2 0,0 2 0,0 0-645,0-2 1,5 3-1,2-4 1,0 1-189,0 3 0,-2-2 0,-5-1 0,0 0-84,0 0 0,0-5 0,0 1 0,0-2-181,0-3 0,0 1 0,-2-3-883,-3-2 0,4-6 367,-5-10 0,5-4 0,1-6 0,1-3 402,5-2 0,-3-3 0,6-4 0,-1 1 43,1-2 1,1 4-1,6 2 1,-1 1 379,1 2 1,-6 11 0,0-6-1,2 4 403,2 1 1,2 6-1,-1-3 1,1 6-18,-1 6 1,1 4-1,-1 9 1,-1 3-385,-4 2 0,2-3 0,-6 5 0,-3 0-434,-1-2 1,-2 0-1,0-5-1557,0 2 0,-2-3-2702,-3-7 4482,3-4 0,-12-14 0,6-2 0</inkml:trace>
  <inkml:trace contextRef="#ctx0" brushRef="#br0" timeOffset="254">4324 9456 7795,'0'15'0,"-2"1"613,-3-1 0,4 1 0,-5-1 0,5 1 1335,1-1 0,0 1 0,0-1-740,0 1 0,0-1-667,0 1-455,0-8 0,0-3 0,1-10 1,3-5 426,1-4 1,0-1-1,-5-1 1,2 1-522,3-1 0,-3-1 0,5-2 0,-2-2-978,0 2 0,2 2 1,-4 2-1,3-1-2054,-3 1 0,4 4 3040,-2 1 0,7 0 0,-3-6 0</inkml:trace>
  <inkml:trace contextRef="#ctx0" brushRef="#br0" timeOffset="255">4619 9440 8810,'-16'5'1550,"1"1"0,-1-1-599,1 2 0,4-6 1,1 6 264,-2 0 1,3-5-621,-1 3 0,7 4-268,-3 1 1,5-1 0,1 1 0,0 2-127,0 2 1,0 1-1,0 1 1,0-1-129,0 1 0,7-1 0,3-1-83,4-4 0,1-3 1,1-7-1,-1 0-531,1 0 0,-1-2 0,1-3 0,-3-5 246,-2-4 0,1-1 0,-7-1 0,0 1 96,2-1 1,-5 1 0,3-1-1,-3 1 355,-2-1 1,-2 6-1,-1 0 1,-4-1-252,-2 3 1,4-1 0,-5 6-1694,-3-3 1,5 1 1786,-2 5 0,-1 7 0,-4 2 0</inkml:trace>
  <inkml:trace contextRef="#ctx0" brushRef="#br0" timeOffset="256">4882 9487 7825,'-15'5'0,"-1"2"881,1 1 1,-1 3 0,2 4 825,4 1 0,3-1 0,7 1 0,0-1-1210,0 1 0,0-6 1,2-1-1,3-1-438,5 1 0,-1-4 0,1 4 0,2-2 1,2-4 0,-4-1 1,1-4-1,1-1 139,2-3 1,-4-4 0,-1 3 0,-1-1-122,1-5 1,-4 5 0,4-2-840,-3-3 1,1 0 0,-3-3-816,1 1 0,0 4 0,-5 1 1576,0-2 0,7-9 0,2-3 0</inkml:trace>
  <inkml:trace contextRef="#ctx0" brushRef="#br0" timeOffset="257">5223 9425 8596,'-15'10'0,"-3"0"1358,-2 2 1,3-3-1,-4 1 1,4 1 241,1-3 1,6 6-1459,-1-4 1,8 4 0,-2 2-485,3-1 1,9-4 0,3-3-1,4 1 78,2-1 1,-1 1 0,1 1-80,-1-5 1,1-3-1,-1-2 137,1 0 0,-6 0 0,-1-2 1,-1-1-26,1-2 1,-6-7 0,2 1 0,-1-2-190,1-3 0,-3 1 0,3-1 0,-3 1 288,-2-1 0,0 1 0,0-1 575,0 1 0,0 4 205,0 1 1,1 7 0,3-1-1,1 8 394,-2 6 1,1 5 0,-1 8-1,4 6-641,2 6 1,-4 6 0,4-3-1,-1 1-80,1 4 0,-6 2 0,2-2 1,-3-3-46,-2-4 0,0-12 0,0 5 0,-2-4-370,-3-6 1,0-7-1,-9-4 1,-3-1-61,0-3 1,-6-10 0,3-4 0,1-4-1684,2-1 1,-1-8-1,1-2 1,0-5-2473,3-1 4309,9 0 0,-9-7 0,6-1 0</inkml:trace>
  <inkml:trace contextRef="#ctx0" brushRef="#br0" timeOffset="258">5363 9130 8754,'0'11'2114,"0"-1"0,0 0 1,1 6-1,3 1-1615,1 4 1,5 3 0,-3 7 0,0 0-100,0 0 0,0 5 0,-4 0 1,2 0-342,-1 2 0,-2-10 0,-1 1 1,3-5-26,1-5 0,0-2-1522,-5-1 0,0-9 921,0-7 1,0-7 0,0-9 0,2 1 420,3-1 1,-2 1 0,6-3 0,-2 0 97,-4-3 1,6 0-1,0 6 1,1-1 290,0 1 0,1 1 0,4 2 656,1 2 1,-6 6-1,0-1 1,2 5-329,2 5 1,2 4 0,-3 8-1,-1 2-281,-1 2 0,-6 4 0,4-4 0,-1 0-278,1 1 0,-6-5 1,2 4-2805,-3-4 1,-2-6 2791,0-1 0,0-7 0,0 4 0</inkml:trace>
  <inkml:trace contextRef="#ctx0" brushRef="#br0" timeOffset="259">6386 9006 7907,'-9'7'3461,"0"-4"0,6 8-1224,-2 1-2105,0 2 1,5 3-1,1 2 1,3 3-1,3 4 1,-1 5-1,3 5-82,0 4-154,-6-6 1,6 9 0,-6-5 0,2-2 0,-1-1 0,-2-8 0,-2-1-1595,0-2 1,0-10-1,-2 0 366,-3-5 1,1-4 0,-6-7-398,-2-3 1729,5-4 0,-7-13 0,6-2 0</inkml:trace>
  <inkml:trace contextRef="#ctx0" brushRef="#br0" timeOffset="260">6277 9301 8316,'-7'-9'2664,"5"-5"1,-3 13-1868,10-5 0,9 5 0,7 1 1,0 0-1144,1 0 0,2 0 1,5 0-1,-1-2-1023,-2-3 0,-2 3 1,3-3 1368,-1 3 0,-7-5 0,4-1 0</inkml:trace>
  <inkml:trace contextRef="#ctx0" brushRef="#br0" timeOffset="261">6649 9084 7897,'-2'10'1665,"-1"0"-32,-2 2 1,-2 2 0,3 3-1134,-1 4 1,0-2 0,5 7 0,0 1-303,0 3 1,0 1 0,0 1 0,0 3-135,0 1 1,5-2 0,0-8 0,-1-3-547,-2-1 1,-2-10-502,0 4 1,0-13 689,0-3 0,0-7 1,0-8-1,0-1 105,0 1 0,6-6 0,3-1 0,1-1 33,1 1 1,-1-1 0,6 5 756,-1-3 0,1 2 1,-1 9-106,1 4 1,-1 5-1,-1 2 1,-2 6 107,-2 9 0,-5 1 0,4 7 0,-2 0-360,-4 0 1,-1-3-1,-2 3 1,0-1-2232,0-5 0,0 0-3886,0-3 5872,0-6 0,0-2 0,0-7 0</inkml:trace>
  <inkml:trace contextRef="#ctx0" brushRef="#br0" timeOffset="262">6959 9456 7844,'16'0'1933,"-1"0"0,1 0 0,-1-2-1681,1-3 1,-3 1 0,-1-6-417,-1-2 1,-3-2 0,3-1-1,-4 1 57,-1 4 0,-4-4 505,3 3 0,-5-1 277,-5 2 0,-3 3 0,-8 7 0,1 0-245,-1 0 1,6 0 0,-1 2 0,-1 3-211,-1 5 1,-3-1 0,2 1-1,2 2 11,2 2 0,5 2 0,-4-1 0,2 1-134,4-1 1,1 1 0,2-1 0,0 1-1236,0-1 0,0 1 0,2-1 747,3 1 0,4-8 0,6-1 391,1 0 0,-1-5 0,1 5 0</inkml:trace>
  <inkml:trace contextRef="#ctx0" brushRef="#br0" timeOffset="263">7920 9316 7889,'0'-10'436,"-2"1"639,-3 2 1,2 2-1,-8 5 1,-1 0 35,-2 0 0,4 0 0,0 2-526,-2 3 0,-2 4 0,-2 6-243,1 1 1,1 1 0,2 2 0,4 3-55,1 2 0,-4-3 0,6 3 0,0 0-585,-2 0 0,5-5 1,-3 2-1,3-4-550,2-1 0,6-6 0,1-1 0,1-2 403,4-4 1,7-3 0,2-5 0,-2-6-664,-2-2 1,-2-5-1,1 0 1,-1-5 452,1-1 0,-2 3 0,-2-3 1,-2 0 501,2 0 0,-5 5 0,0-2 1,-2 4 70,0 2 1,0 4 0,-5 1 963,0-2 2651,0 5-2408,0 0 1,0 9-753,0 3 0,0 4 0,-1 6 26,-4 1 0,3-6 1,-3 0-1,3 2 171,2 2 0,0-3 1,-2-1-1,-1 2-265,-2 2 0,-1 1 0,6 1 1,0-1-474,0 1 0,0-6 1,0 0-647,0 2 1,0 2-277,0 2 1,2-8 628,3-3 1,4-3 424,6-2 1,-4 0 0,-3-2 0,1-3-89,0-5 1,-6 1-1,4-1-78,0-2 0,-5-2 0,4 0 1,0 2 229,-1 2 1,0 5 0,-5-5 272,0-3 0,0 5 240,0-2 0,0-1 442,0-4 0,0 4-754,0 1 0,-2 7-69,-3-3 615,3-2 1033,-5 6-1167,7-5 1,0 9-527,0 3 1,0 4 0,2 4 0,2 0 98,1-3 0,7 0 1,-2 6-274,4-1 0,1-4 0,1-1-36,-1 2 0,1 2 0,-1-1 0,1 0-279,-1-3 1,1-5-1,-1 4-1640,1-2-2911,-1 5 4924,1-11 0,-14-1 0,-4-8 0</inkml:trace>
  <inkml:trace contextRef="#ctx0" brushRef="#br0" timeOffset="264">8447 9316 8562,'-16'-2'2053,"1"-1"-1513,-1-2 0,6 0 0,0 3 1199,-2-3 0,-2 3-1392,-2-3 1,6 3 0,0 2 76,-2 0 0,3 0 0,0 2 58,3 3 0,-5 4 0,4 6 0,0 1-32,1-1 0,-1 1 1,3 1-1,-1 2-580,2 2 0,1-1 1,2-4-1,0-1-350,0 1 0,5-1 1,2-1-1,3-2-71,8-2 1,-3-4 0,6 2 0,-2-1-570,1-4 1,-2-1-1,2-4 1,-1-1-108,2-2 0,-4-7 0,4 1 1227,-4-2 0,-2-3 0,1 1 0</inkml:trace>
  <inkml:trace contextRef="#ctx0" brushRef="#br0" timeOffset="265">8571 9115 17865,'0'15'502,"0"1"0,0 1 0,0 4 1,0 4-78,0 5 1,0 2-1,0 5 1,2 2-166,3 1 1,-3-2 0,3-9 0,-4-1 140,-1-3 0,0-6-2274,0 2 0,0-12 983,0-9 0,6-7 0,-1-11 0,0 0 548,2-3 1,0-2 0,3 5 0,-3-3 481,0 2 0,-4 7 0,6 2 0,-1-1 1422,1 3 0,-4 1-789,6 7 1,-3 7 0,4 3 0,-3 4-637,-2 1 0,0 6 0,-4 0 1,2-3-885,-1 0 1,-3-3 0,1 1-2092,3-1 0,-3-4-697,3-1 3535,-3-7 0,-2 4 0,0-7 0</inkml:trace>
  <inkml:trace contextRef="#ctx0" brushRef="#br0" timeOffset="266">8834 9487 8395,'11'0'3635,"-1"0"1,0-2-3418,6-3 1,-1 1 0,-1-6 0,-2 0-440,-1 1 1,-3-5 0,4 4 0,-3-4 216,-2-1 0,3-1 0,-5 1 270,-1-1 1,-3 1 801,-1-1 0,-1 8 0,-5 2-466,-4 5 0,-4 1 1,-1 1-391,-1 5 1,1 2 0,1 8 0,2-1 104,2 1 0,6 1 0,-1 2 0,3 2 128,2-3 1,0 1 0,0 0 0,0 2-277,0-2 1,0-2 0,2-1-1738,3-1 1,4-1 0,6-4-642,1-5 1,-1-3 2208,1-2 0,-1-7 0,1-1 0</inkml:trace>
  <inkml:trace contextRef="#ctx0" brushRef="#br0" timeOffset="267">9795 9487 8792,'0'15'3647,"-5"1"-2081,0-1-188,0-6-294,5-2-748,0-7 0,0-7 0,0-4 0,0-4 0,0-4 1,0-3 274,0-2 1,0-4 0,0-6 0,0-4-446,0-2 1,0 4-1,0-5 1,2-3 36,3 0 1,-4 2 0,5 3-1,-5 1-544,-1 3 1,2 3 0,3 1-1433,6 0 1,-3 13 1395,2 8 1,1 8 0,4 8 0,1 4 57,-1 4 1,1 1 0,-1 1 0,1-1-71,-1 1 1,1-1 0,-2 1 0,-2-1-3671,-2 1 4059,-7-1 0,4 1 0,-7-1 0</inkml:trace>
  <inkml:trace contextRef="#ctx0" brushRef="#br0" timeOffset="268">9718 9254 7945,'-2'9'2415,"-1"-2"296,-3 0-2441,1-6 0,7 6 0,3-7 0,6 0-105,2 0 0,3 0 0,1 0 0,2 0-1132,2 0 1,6 0 0,-3 0-1,2-2 577,0-3 1,-5 4-1,3-5 1,-2 5 69,-3 1 1,-7 0-1,-3 1 1,-2 5 580,-4 4 1,-1 4-1,-4 3 1,-3 2 356,-5 2 1,-2 1 0,-1-3 0,3 2 313,-2-3 1,5 0 0,2-3 0,3 1-784,2-1 1,0-4 0,2-3 0,3-1-14,6-4 1,4-1 0,4-2-1,3 0 67,2 0 0,-3-7 0,3-3 0,-1-4 201,-4-1 0,-4 4 1,-3 1-1,-3-2 3,-2-2 0,-2 4 1,-5 0-388,0-3 0,-5 0 1,-2-1-1,-4 2-232,-6 2 1,2 1 0,-6-1 0,4 3-163,1 0 1,1 5-1,-1-3 1,3 1-2491,2-1 0,-3 4 276,4-5 2588,3 5 0,0 1 0,7 0 0</inkml:trace>
  <inkml:trace contextRef="#ctx0" brushRef="#br0" timeOffset="269">10322 9363 8457,'0'20'0,"0"1"1123,0-2 1,0-2 0,0 0-1,0 2 11,0 2 0,0-5 1,0-6 1042,0 2-1151,0 2 0,0-7-764,0-7 1,0-9 0,0-10-50,0-2 0,0-1 1,0 3-1,0-3 0,0-2 0,2 3 1,1-3-1,4 0-244,2 0 0,-4 5 0,5-2 0,2 4-665,2 1 0,2 6 0,-1 0-1223,1-3 0,-1 7 1,1 0 1918,-1 5 0,1 1 0,-1 0 0</inkml:trace>
  <inkml:trace contextRef="#ctx0" brushRef="#br0" timeOffset="270">11314 9347 14573,'-10'0'950,"0"0"1,4 2 0,-4 1-1,0 4-814,1 2 0,-3 1 0,5 6 0,0-1-313,0 1-550,2-1 1,0 1 0,0-1 0,1 1 0,4-3 0,6 0-2144,4-3 2778,4-7 0,-4 2 0,0-10 0,2-5 0,2-6 0,2-2 0,-3-5-218,-2-1 1,3 0 0,-6-4 0,1 4 258,-4 2 1,2 1 0,-2 6 0,-2-1 1540,-1 1-829,-2 6 0,0 4 0,0 12 0,0 8-227,0 9 0,0 1 1,0 0-1,0 3-176,0 1 1,5-3 0,2 0 0,2 0-675,3-2 1,-3-2-1,1-6 1,2-3-868,2-2 1,1-4 0,1-7 1282,-1 0 0,1-7 0,-1-2 0</inkml:trace>
  <inkml:trace contextRef="#ctx0" brushRef="#br0" timeOffset="271">11841 8975 10729,'-14'10'0,"2"-1"759,2-2 1,7 5 0,-4-2 0,2 6-61,-1 5 1,1-3-1,5 8 1,0 4-256,0 4 1,5 1-1,2 6 1,0 2-140,0 2 0,0-9 0,-4-2 0,3-1-819,-3-5-1357,-1-4 1144,-2-16 0,0-8 1,0-10-1,0-4 219,0-1 1,-7-1 0,-2 1 0,-1-1 259,0 1 1,-1 4 0,-4 1 0,-1 0 475,1 1 0,-3 2 1,0 7-1,-5 0 913,-1 0 0,9 0 0,-6 2-522,-3 3 1,8 4 0,2 6 0,6 1-338,4-1 1,3 6-1,1 0 1,1-3-308,5 0 1,4-3-1,9-1 1,3-2-760,2-2 1,-3-6-1,5 1 1,0-3-441,-2-2 0,3-2 1,-4-1-1,-1-4 1224,1-2 0,4-1 0,-3-6 0</inkml:trace>
  <inkml:trace contextRef="#ctx0" brushRef="#br0" timeOffset="272">11981 9084 7776,'-11'0'6514,"1"0"-5885,7 0 0,-4 1 0,7 5 0,1 4-131,5 4 0,0 3 1,6 4-1,-1 4-255,1 5 0,-4 2 0,3 1 0,-1 0-295,-1-4 0,3-3 1,-7 0-1,-2-4-1310,-1 1 0,3-11 646,0 3 0,1-11 41,-6-4 0,-6-2 0,0-7 0,-3 1 668,-3-1 1,-2 6-1,-1-3 1,-1 3 236,1-2 0,-1 3 1,1-3-1,-1 3 143,1 2 1,4 5 0,1 2 0,0 2 197,1 3 1,0-3-1,6 1 1,-2 2-743,1 2 1,3-4 0,2-1 0,3-1-355,1 1 1,7-6-1,-2 2 1,4-3 19,2-2 1,-1 0 0,1 0 0,-1-2-540,1-3 0,-3 2 0,-1-6 0,-1 2 314,1 4 0,-4 1 0,3 2 719,1 0 1,2 0-58,1 0 0,-5 0 703,1 0 0,-6 0 3900,5 0-3079,-6 7 0,4 0-637,-2 3 1,-5-1 196,4-4-783,-3-3 1,-2-2 0,0-11 0,0-2-497,0-3 0,0 1 1,0-1-1,0-1-460,0-4 0,0 2 0,0-5 0,0 2-348,0 3 0,0-3 1071,0 1 0,7-7 0,2 4 0</inkml:trace>
  <inkml:trace contextRef="#ctx0" brushRef="#br0" timeOffset="273">12275 9378 7776,'9'11'1375,"-2"-3"0,0 1-706,3-1 0,-2-4 1,3 1-1,1-3-407,2-2 0,1-7 0,1-4-370,-1-2 1,-5-3-1,-1 1 1,-2-1 7,-4 1 1,-1 4 0,-2 1 921,0-2 1,0-2-155,0-1 1,-7 6-1,-3 4-401,-4 3 1,4 2-1,-1 2 1,1 3-356,2 5 0,-5 6 0,7 5 0,-1 3 87,0 0 1,2 5-1,5-5 1,0 2-334,0 0 1,0-5 0,0 3-1,0-2-228,0-3 0,5-7 0,2-3 1,1-2-743,4-4 0,-3-1 1,1-2-1,1-2 1304,-3-3 0,6-4 0,-5-6 0</inkml:trace>
  <inkml:trace contextRef="#ctx0" brushRef="#br0" timeOffset="274">12740 9239 8688,'-21'13'0,"-3"0"1854,-5-3 1,5-5 0,-9 4-858,4-2 0,-2 3 0,9-5 0,-1-2 0,3 1 159,6 1 0,3-3-1476,6 3 1,5-3 0,0-2 50,9 0 1,5 5 0,1 2 0,1 0 148,-1 0 1,1 3 0,-1-3 0,1 1-83,-1 4 0,1-3 0,-1 0 1,1-1 541,-1 1 0,1-6 0,-1 4 1,1-2 36,-1 1 1,-5-1 0,-1-4 582,-2 5-997,-2-5 1,-7 11 0,-3-5 0,-5 0-306,-4 0 0,-1 0 0,-1-4 0,1 3-1765,-1-3 1,1-1 0,-1-2-2986,1 0 5092,6 0 0,-5-7 0,6-2 0</inkml:trace>
  <inkml:trace contextRef="#ctx0" brushRef="#br0" timeOffset="275">12942 9239 8757,'-16'8'1891,"1"1"0,-1-4-667,1 5 0,1-1 0,2 0 0,1-2-865,-1-4 1,4 6-626,-3 1 1,8-1 0,-2 1-153,3 2 0,4-3 1,3 1 370,5 2 0,-1-3 0,1-1 0,2 1 421,2-1 1,2-2 0,-1 4 785,1 2 0,-1-3 97,1 1 0,-3 0-557,-2 6 0,-4-1 1,-9 1-358,-3-1 0,-4 1 0,-6-1 1,-3 1-76,-2-1 0,1 1 0,-5-3 0,1 0-620,4-3 0,0-5 0,0 4-1680,-1-2 0,6-4 1,9-8-1,3-6 2032,2-2 0,0-10 0,0-1 0</inkml:trace>
  <inkml:trace contextRef="#ctx0" brushRef="#br0" timeOffset="276">13701 9208 7836,'0'-16'1524,"0"1"0,0 4 1475,0 1-1133,0 0 1,0-1-544,0 1 0,-2 7-805,-3-3 0,2 5 1,-6 2-301,2 5 1,0 0-1,4 7-362,-2-3 0,0 5 1,5 6-1,0 0 0,0-1-317,0 1 1,0 1 0,0-3 0,1 4 62,4 1 0,2-5 1,5 1-1,-1-2 220,1-3 0,2-4 1,-1-1-1,-1 0 151,-1-1 0,-1-2 0,6-7 0,-1 0 10,1 0 1,-1-2 0,1-3-1,-1-6-184,1-2 1,-6-5 0,0-2 0,2-4 9,2 0 0,-4-4 0,-1 6 0,-2-1 280,-4 1 0,-1-4 0,-2 5 0,0 1 486,0-3 0,-2 6 0,-1-4 0,-4 6 108,-2 5 0,-1-4 1,-5 5-698,-1 1 0,1 1 1,-1 7-1,1 0-330,-1 0 0,1 0 0,-1 0-25,1 0 0,-1 5 0,2 2 0,2 0-5986,2-1 6355,6 7 0,-2-5 0,6 8 0</inkml:trace>
  <inkml:trace contextRef="#ctx0" brushRef="#br0" timeOffset="277">14197 9254 8806,'7'9'2568,"2"-2"0,6-6 1,1 3-1158,-1 1 1,1 5 0,-1-3-871,1 2 0,4 1 1,1 7-1,-2 2 1,-2 2-198,-2-2 0,-4 0 0,-1 0 1,0 2-1968,-1-3 0,3-5-2573,-7-3 1,0-8 4195,-5-2 0,0-7 0,0-9 0</inkml:trace>
  <inkml:trace contextRef="#ctx0" brushRef="#br0" timeOffset="278">14429 9192 8457,'-15'0'1962,"5"0"1,-1 0-703,-1 0 0,4 2-164,-3 3 0,3-1 0,-4 4 0,3 1-382,2-1 0,-3 3 0,3 4 1,-2 1-146,-3-1 1,2 8-1,-2 1 1,-2 2-253,2-1 0,0 1 0,-3 5 1,1 0-1031,3 0 0,3-10 0,4-2-1873,-1 0 0,7-7 0,10-9-2951,7-6 5537,-2-13 0,12-8 0,-4-7 0</inkml:trace>
  <inkml:trace contextRef="#ctx0" brushRef="#br0" timeOffset="279">14553 9022 12325,'-6'0'1188,"6"0"1,6 0 0,10 0 0,1 0-913,4 0 0,-2-6 1,5 1-1,-2 0-113,-3-2 0,4 4 1,-1-6-1,0 2 82,1 4 0,-3-1 1,-4 1 424,-1-2 0,1 0-282,-1 5 0,-6 7 0,-4 3 0,-3 4-229,-2 1 1,-7 1 0,-3-1-1,-4 1 95,-2-1 0,1 6 0,-1 0 1,1-1-3,-1 3 0,-1-4 1,0 5-1,-2 0-77,0 0 1,11-3 0,-8 4 0,4 1-538,3-2 0,-3 4 0,7-7-5586,2-3 4761,1 0 0,4-10 1,1-4 510,2-8 676,7 3 0,-3-20 0,6 4 0</inkml:trace>
  <inkml:trace contextRef="#ctx0" brushRef="#br0" timeOffset="280">15158 8975 7877,'-16'0'4763,"6"0"976,0 0-4629,-1 0 1,-2 2-274,2 3 1,3-2 0,4 8 0,-1 1-218,2 2 0,-4 6 0,2 3 1,-1 1-106,0 3 1,4 3 0,-3 1 0,3 0-472,2 0 0,0 0 0,0-2 0,2-1-60,3-3 0,3-6 0,8 0 0,-1-5-803,1-4 0,1-6 1,2 1-1,3-3 608,3-2 1,-6 0-1,1 0 1,-1-2 99,2-3 1,-4-4-1,4-6 1,-4-3 67,-2-2 1,1 1-1,-2-5 1,-2 0-64,-2 0 0,-5 5 0,4-2 0,-2 2 239,-4-2 1,1 2 0,-1-5 0,2 0 129,-1 0 1,-4 5 0,-4-3 0,-3 1-92,-1 0 0,-3-1 1,-4 5-1,-1-1 136,1 5 0,-1 1 0,1-2 0,-2 4-482,-4 4 1,2 5 0,-5 1 0,2 0-1096,3 0 0,1 5 0,3 2 1,-1 0-2431,1-1 3699,6 7 0,-11-5 0,2 8 0</inkml:trace>
  <inkml:trace contextRef="#ctx0" brushRef="#br0" timeOffset="281">12911 6572 8205,'-9'9'2999,"4"-4"-2632,10-10 0,-2 2 1,8-8 2,1-1 1,2 4 0,1-3-106,1-1 0,-1 4 0,2-1 1,2 0 96,2 1 1,1 3 0,-1-6 0,7 1-64,6 1 1,0-4-1,8 2 1,1-3-99,2-1 0,6-1 0,3-1 1,-1-2-112,0-1 1,1-1 0,-6 5-1,2-1-143,0-3 0,-11 2 0,6-2 1,-2 2-219,2 3 1,-5-2 0,11-2 0,3-2 41,-1 2 0,2 0 0,-7 0 0,2-3-153,0-2 1,-10 3 0,3-1 0,-7 1 158,-7 2 1,-6 10 0,1-6 0,-2 3-83,-3 3 0,-8 1 453,-6 3 32,-4 3-390,-1-5 147,0 7 1,0 2-69,0 3-638,0-3-1909,0 4 39,0-6 2639,0 0 0,0 7 0,0 2 0</inkml:trace>
  <inkml:trace contextRef="#ctx0" brushRef="#br0" timeOffset="282">12911 6603 9208,'0'11'1443,"1"-3"-106,4-1-1027,-3 5 1,12-10 0,-2 5 0,5-2 0,7 2 0,4 2 0,8 3 738,7 1 1,2 1-829,12-3 1,1 4 0,8-1 0,3 5 0,1 0 0,4-2 798,2-1-966,-5-1 0,3 1 0,-7-1 0,-2-1 1,1-4-1,-1-3 0,4-2-265,2 0 1,-6 1 0,1-6 0,-6 0-622,-3 0 1,-13 0 0,-1 0 0,-6 1 7,-8 4 0,-7-1 0,2 4-23,-1-1 1,-3 4 246,-4-6 0,-7 2 600,-4-2 0,-10-3 0,-4 5 0</inkml:trace>
  <inkml:trace contextRef="#ctx0" brushRef="#br0" timeOffset="283">13298 6464 11984,'9'15'376,"-2"1"0,-6 1 0,4 4 3,6 5-494,3 10 0,1 5 0,2 9 0,2 2 1,2-2-1,0-4 0,-1-3-1032,1-1 1,0-13 0,-6-1-108,1-10 1254,-1-5 0,7-13 0,3 0 0</inkml:trace>
  <inkml:trace contextRef="#ctx0" brushRef="#br0" timeOffset="284">13903 6309 8196,'0'-9'1273,"0"2"1,0 9 0,0 3-1,1 7-1054,4 7 1,-1 0-1,4 7 1,1 3-202,0 6 1,-4-1 0,5 6 0,1 0-290,-3-1 1,4-3-1,-5 4 0,0-2-484,0-4 0,5 1 0,-3-3 0,1 1-651,0-4 1,-5-11 1405,6 2 0,-1-6 0,6 9 0</inkml:trace>
  <inkml:trace contextRef="#ctx0" brushRef="#br0" timeOffset="285">14321 6076 10342,'10'9'928,"-1"7"0,0 9 190,-1 10-989,-4 4 1,9 22 0,-2 6 0,1 7 0,0 5 0,-4 2 0,1 2-970,0-2 470,-6-9 0,6-6 0,-6-13 0,4-10 0,0-9 370,0-9 0,5-6 0,-4-4 0</inkml:trace>
  <inkml:trace contextRef="#ctx0" brushRef="#br0" timeOffset="286">14600 5921 9421,'9'-6'585,"4"4"1,-1-3-1,7 3 736,7 2-973,3 0 1,15 2 0,5 1-1,8 2 1,9-1 0,3-3-1,6-1 669,6 0-1045,-8 0 1,-30-2 0,1-2-1,36-7 1,1-3 0,3-1 0,-3-1-1,5 3-149,-42 8 0,0-1 70,35-7 1,-34 11-1,0 2 1,29-5 0,-7 5-1,-5 3 1,-9 4-1,-3 2-72,-7 3 0,-8 0 0,-11 0 0,-2-2 144,-3 2 1,-7 0-1,-3 0-35,-2-1 16,-2-8 0,-7 4-647,-3-7 2,3 0 79,-5 0 392,7 0 348,0 0 129,0 7 0,0 1-204,0 8 1,0-1 0,2 1-1,2 1-57,1 4 1,0-2-1,-5 8 1,2 4-125,3 4 1,-2 8 0,6-2 0,-1 6 54,1 4 0,-6-1 0,4 5 0,-1-1-13,-1-4 0,2-7 1,-4-4-1,2-1-12,-1-3 1,-3-8-1,1-4 1,2-3-427,1-1 1,0-10 259,-5 6 1,2-9-30,3-1 445,-4 3 1,6-4 0,-8 4-66,-5-1 1,-2 4 0,-8-6 0,1 0-67,-1 2 0,-1-5 0,-2 3 0,-5-2-68,-5 2 0,0-3 0,-13 3 0,-3-3-38,-5-2 1,-6 0 0,-13 0 0,-10 0 38,34 0 0,-2 0 0,-3 0 0,-1 0 0,-4 0 0,-1 0 0,1 0 0,-1 0-78,-1 0 1,2 0-1,4 1 1,0 0 0,-3 0-1,-1 1 1,1 1 0,0 1-3,-2 0 0,0 1 1,6-1-1,0 2 0,0 1 1,0 2-1,3-2 1,1 1-42,-38 8 0,10 4 1,12 1 174,14-2 0,3-4 0,24-1 0,9 2 0,7 3 0</inkml:trace>
  <inkml:trace contextRef="#ctx0" brushRef="#br0" timeOffset="287">12957 6293 8262,'-10'0'2323,"1"2"-1189,2 3-868,-5-3 0,9 7 0,-8-6 0,1 4-26,1 2 0,-3 1 1,6 4-1,-1-2-41,0-2 1,0 0-1,3 6 1,-1-1-46,2 1 0,1 5 1,2 1-1,0 2-143,0 4 1,0 1 0,0 2 0,0 2-14,0 3 0,5-7 1,2 6-1,2-1-18,3-1 1,2-6 0,1-3-1,1-1-58,-1-4 0,2-2 1,2-3-1,2-4 132,-2-5 0,0-3 1,0-4-1,3-3 26,2-5 1,-3-4 0,3-1 0,-2-1-110,-3 1 0,4-6 1,-3 0-1,-1 2-28,-1 2 1,-8 1 0,-1 1 0,-1-1 42,1 1 0,-6-1 0,2 1 1,-3-1 9,-2 1 0,-2-1 0,-3 1 0,-5-2 130,-4-4 1,-1 4-1,-3-6 1,-1 1 130,-1-4 0,-3 2 0,4 0 0,-3 0-17,-2 0 1,3 3 0,-3-3 0,2 2-153,3 3 1,2 1 0,1 5-764,1 2 1,-1 4-1433,1 7 0,1 2 2107,3 3 0,-2 11 0,4 8 0</inkml:trace>
  <inkml:trace contextRef="#ctx0" brushRef="#br0" timeOffset="288">11841 6526 7872,'-7'9'43,"6"4"1577,-5-2-552,5-4 1,1 1-1,0-3 969,0 6-1416,0-4 0,0 1 232,0-3 1,0-5-702,0 0 1,-2-1 0,-1-10 0,-4-1-175,-2-2 1,4-3-1,-5-2 1,-3-3 10,0-2 1,2 0 0,1-4-1,-2 2-39,-2-1 1,-1 3-1,1-2 1,2 0-39,2 2 0,4 0 1,-2 5-1,1-2-21,3 2 0,3 2 1,1 1-344,0 1 1,1 5 0,5 1 0,4 2 119,4 4 1,3-1 0,2 1 0,2-2-226,-3 1 1,0 2 0,-3 2 152,1 0 0,-6 0 0,0 2 0,1 3-1084,-3 6 1,-1 2 1487,-7 3 0,0-1 0,0 1 0</inkml:trace>
  <inkml:trace contextRef="#ctx0" brushRef="#br0" timeOffset="289">11624 6402 8151,'-15'7'1472,"-1"3"1,8-1 1286,2 1-2509,5-6 1,8 2 0,3-6 0,4 0-465,1 0 1,6-1-1,1-3 1,2-1-486,4 2 1,-4-4 0,2 0 0,0 0-270,-2 0 0,5 0 1,-5 4-1,2-2 968,0 1 0,-7-4 0,3-1 0</inkml:trace>
  <inkml:trace contextRef="#ctx0" brushRef="#br0" timeOffset="290">11981 6386 10624,'-11'7'584,"1"4"1,7-3 0,-3 3-313,5 1 0,-4 1 0,-1 3-319,3-1 0,1-4 0,2-1 1,2 0-222,3-1 0,-1-2 0,6-7-8,2 0 0,-4 0 0,3 0 165,1 0 1,-5-7-1,-2-3 1,-2-4-41,3-2 0,-5 6 0,4 0 1,-3-2 131,-2-2 1,2 4 0,1-1 140,2-1 0,1 4 3011,-6-3-2361,0 8 1,0 8-1545,0 11 0,1-3-372,5-2 0,2-3 1144,8 3 0,-8-5 0,-1-6 0</inkml:trace>
  <inkml:trace contextRef="#ctx0" brushRef="#br0" timeOffset="291">12182 6278 8863,'-15'0'1247,"-1"2"1,1 1-282,-1 2 1,2 2 0,2-3-606,2 1-734,7 0 1,-3-5 119,12 0 0,-3 5 0,7 0 0,2-1 463,2-3 1,2 6 0,-1 2 166,1 0 1,-1-1-1,1-4 189,-1 1 0,-6 2 0,-2-4-294,0 2 1,-4 6 0,6-4-273,-3 1 0,0-3 0,-8 6-519,-3 1 1,-2 1 0,-5 1 0,1-2 155,-1-1 1,0-6 0,0 3 0,4 1-862,1 0 1,-5-6-1909,1 2 3132,5-10 0,-8-10 0,5-10 0</inkml:trace>
  <inkml:trace contextRef="#ctx0" brushRef="#br0" timeOffset="292">12182 6107 16788,'2'11'989,"3"-1"0,4 2-842,-1 2 1,6 3-1,-4 4 1,4 3-345,2 0 0,-1 5 0,1-3 0,-3 2-838,-2-2 1,3 1-1,-6-6-3724,1-2 4759,-2-2 0,-7-2 0,0 1 0</inkml:trace>
  <inkml:trace contextRef="#ctx0" brushRef="#br0" timeOffset="293">12198 6278 9680,'0'-9'2546,"5"1"0,2 4 0,1-1-2708,4 2 0,2 1 1,2 2-1,-1 0-448,1 0 1,-1 0 609,1 0 0,-1 0 0,1 0 0</inkml:trace>
  <inkml:trace contextRef="#ctx0" brushRef="#br0" timeOffset="294">11841 6929 7786,'-15'0'3029,"4"0"-1847,1 0 0,0 2-866,-6 3 1,6-3 0,0 3-93,-3-3 0,5-1 0,-1 4-353,2 6 0,-3-3-129,5 3 0,0-6 212,5 5 0,1-6 0,5 1 270,4-3 0,5-2 0,4 1 0,2 3 42,-2 1 0,0 0 0,0-5 0,2 0-244,-3 0 0,0 0 0,-5 2 1,0 1-47,-3 2 1,-5 1-1,4-5 255,-2 4 0,-2-1 0,-5 6 161,0 2 1,-2-3 0,-3 1-81,-6 2 1,-2-5 0,-1 0 0,2-2-81,2 0 0,-1 1 0,-4-5-196,-1 4 1,1-3-3164,-1 3-1686,1-3 2495,6-2 2318,2-7 0,7-1 0,0-8 0</inkml:trace>
  <inkml:trace contextRef="#ctx0" brushRef="#br0" timeOffset="295">11981 6929 7808,'-7'16'2094,"5"-1"1,-3 1-969,3-1 0,2 1-880,0-1 1,5 1-1,2-1-175,2 1 0,-6-6 0,4-2-557,0-1-234,-5 5 0,5-12 498,-7 0 0,0-1 0,0-10 0,0-1 14,0-1 0,0-5 0,0-1 0,0-3 190,0-2 0,0 5 0,1-2 0,3 4 383,1 2 0,0-1 0,-3 2 395,3 4 0,-2 3-315,8 7 1,-6 7 0,4 3 0,-3 4-322,-2 2 0,-1-1 0,1 1-744,1-1 1,0 1-1670,-5-1 1913,7-6 0,-5-9 0,5-11 323,0-2 0,-6-3 49,4 1 0,4 1 966,1 3 0,-3 6 0,0 9 1,-2 3-174,0 1 1,1 3 0,-5 2 0,3-1-1038,1-1 1,0-6 0,-5 5-655,0 2 0,2-5 902,3-2 0,-3-10 0,5-3 0</inkml:trace>
  <inkml:trace contextRef="#ctx0" brushRef="#br0" timeOffset="296">12275 6852 7808,'-10'13'1127,"-1"-2"0,6 1 0,-3-5 0,-1-1 357,0 1 0,6 5-1402,-2-1 0,3-3 1,2 3-19,0 1 0,0 2 1,0 1-59,0 1 1,0-6 0,2-2 0,1 1-904,2 0 1,8-6-1,-3 2 367,4-3 0,-4-4 0,-1-3 0,-1-5 199,1-4 1,-6-1 0,4-1 0,-2 1 115,0-1 1,1 1-1,-6-1 1,0 1 496,0-1 0,0 1 0,0-1 1495,0 1 0,0 4-27,0 1 1,0 8-1377,0 2 1,1 7-1,3 9 1,1-1-545,-2 1 0,6-1 0,0 1-1137,-1-1 1,4 1 0,-5-3-859,2-2 0,-4-4 2165,5-7 0,-6 0 0,3 0 0</inkml:trace>
  <inkml:trace contextRef="#ctx0" brushRef="#br0" timeOffset="297">12399 6588 10031,'0'10'1161,"0"1"0,0-6 0,2 5-955,3 2 0,-2 2 1,6 1-1,0 1 146,-1-1 0,-3 1 1,6 1-1,1 2-187,2 2 1,-4 1 0,-1-3-1,-1 2-774,1-2 0,-4-2 0,4-1-1391,-3-1 0,1-6 2000,-1-4 0,-5-3 0,6-2 0</inkml:trace>
  <inkml:trace contextRef="#ctx0" brushRef="#br0" timeOffset="298">12539 6603 7808,'0'11'761,"0"-1"474,0 2 1,1 2 0,3 1 0,1 1-695,-2-1 1,1-2 0,-1 0 0,4 5-45,2-1 0,-4 2 1,5 0-1,1 3-533,-3 2 0,6-5 0,-5 2 0,1-2-1524,0 1 1,-5-8 1559,6 4 0,-1-4 0,6 4 0</inkml:trace>
  <inkml:trace contextRef="#ctx0" brushRef="#br0" timeOffset="299">15545 7084 9544,'0'-10'2133,"0"-1"1,2 8-1006,3-2 1,-1 3-62,6 2-900,-6 0 0,9 0 1,-4 2-1,1 3 0,1 5-136,1 4-850,-5 2 0,6 6 0,-2 2 0,1 0-4761,-2-3 5580,4-4 0,-6-8 0,8-2 0</inkml:trace>
  <inkml:trace contextRef="#ctx0" brushRef="#br0" timeOffset="300">15499 7224 6827,'2'8'6084,"3"-3"-4599,-3-3-978,4-2 1,-4 5-103,3 0 1,-1 2-1,6-2 390,2 6 1,-3-3-677,1 3 1,0-6 0,6 3-191,-1-1 0,-4-1 1,-1-6-207,2 0 0,2 0-14,1 0 1,1 0 188,-1 0 1,-4 0-1,-3-2 81,-1-3 1,5 3 69,-1-3 0,-3-2 105,3 2 1,-8-2 0,4 3 0,-2-3 67,0-1 1,0 3 0,-3-4-231,3 2 1,-3 0 0,3 2-177,-3-5 1,-2 1-1769,0-1 166,0 6 0,0-4-1944,0 3 3730,0 3 0,0-5 0,0 7 0</inkml:trace>
  <inkml:trace contextRef="#ctx0" brushRef="#br0" timeOffset="301">15809 7425 11695,'9'0'3517,"3"7"-3225,-7 3 1,5-1 0,-3 1 142,2 2-512,-6-5 1,4 7 0,-5-5 0,1 1-1,2 0-739,-1 2 470,4-5 1,-6 7-380,3-4 1003,-3-3 1,-2-2-336,0-10 0,0-3 0,-2-8-63,-3 1 1,3-6 0,-5 0-1,2 2 123,0 2 1,0 2 0,5-1-1,0 1 152,0-1 1,0 1-1,0-1 459,0 1 1,0-1-250,0 1 1,2 1 0,3 3-209,5 6 1,-1 4 0,1 1-1,2 0-202,2 0 0,1 0 1,-1 1-1,-2 3-123,-1 1 1,-1 5 0,4-3 12,-4 2 1,-1-4 0,-6 5-52,2 2 1,0-3 0,-5 1-134,0 2 1,-5-3 0,-2-1 0,-1 1 16,-4 0 1,3-6 0,-1 4 238,-2 0 0,-2-4 525,-2 8 1,6-8 1047,0 2-1083,6-3 1,-1 3-1,10 2-103,6 2 1,2-4 0,3 3-476,-1-1 0,-1 0 1,-2-3-1,-1 1-975,1-2 0,1-1 0,3-2-2512,-1 0 3658,-6 0 0,5 0 0,-6 0 0</inkml:trace>
  <inkml:trace contextRef="#ctx0" brushRef="#br0" timeOffset="302">16212 7472 7843,'-9'6'3129,"1"-4"-1790,2 3-1343,5-3 0,-6-4 249,7-3 0,0-3 0,0-8 47,0 1 0,0-1 1,0 1-1,0-1-175,0 1 0,0-1 1,0 1-1,0-1-70,0 1 1,0 4-1,0 1 68,0-2 0,0 3-157,0-1 0,2 6 201,3-1 1,-2 4 0,6 2-5,-2 4 1,-2-1 0,-3 6-159,3 2 0,-2 2 0,6 2 0,-2-1 45,-4 1 0,6-1 0,-1 1-10,1-1 1,0 1 0,-6-1-1,4-1-103,2-4 0,-6 4 0,4-5 0,-2 1-18,0 0 1,0-5 0,-3 4-541,3-2 1,-3 0 0,5-4-1595,0 2 1226,-6 1 0,8-6-1274,-4 0 2271,-3 0 0,5-7 0,-7-2 0</inkml:trace>
  <inkml:trace contextRef="#ctx0" brushRef="#br0" timeOffset="303">16212 7410 8484,'0'8'2851,"0"1"-3197,0-4 1,2-3-613,3 3 1,3-5 957,8-5 0,-1-4 0,1-6 0</inkml:trace>
  <inkml:trace contextRef="#ctx0" brushRef="#br0" timeOffset="304">16460 7456 13982,'0'-15'264,"0"-1"0,0 1 0,0-1 0,0 1-184,0-1 1,0-5-1,0 1 1,0 1-230,0 2 0,0 1 0,0 1 1,0-1 33,0 1 1,0 4 0,0 1 105,0-2 1,2 5 372,3 2 0,-2 5-81,8 5 0,-8 4 0,4 6 0,-2 1-77,0-1 1,6 2-1,-5 2 1,1 2-101,0-2 1,4-2-1,-6-1 1,0-3-830,2-2 0,-4 2-44,8-2 1,-6-4 438,5-2 1,-7-5 0,3-5 105,-5-6 0,1-2 0,2-3 1,1 1 448,-2-1 1,-1 1-1,-2-1 1,0 1 43,0-1 1,0 1 0,0-1 16,0 1 1,2 6 616,3 4 0,-2 3-504,8 2 0,-3 2 1,4 3-1,-1 5-35,1 4 1,-4 3 0,3 2 0,1 2-220,1-2 0,-2-2 1,-1-3-1,0-2-509,-1-2 0,5-1 0,-6 3 1,3-4-387,-1-1 0,-5-1 748,5-6 0,-6 0 0,3 0 0</inkml:trace>
  <inkml:trace contextRef="#ctx0" brushRef="#br0" timeOffset="305">14306 6045 7896,'6'-8'217,"-4"-6"1,5 4 0,-2-4 819,0-2 0,1 6-298,-6 0-274,0 6 0,-2-3-81,-3 7 0,1 0 0,-6 0-217,-2 0 1,0 2 0,0 2-82,1 1 0,1 2 0,-5-4 0,1 4 0,2 0-32,1 0 1,1 3-1,-5-3 1,-1 0-65,1 0 1,-1 5-1,1-2 1,-1 2-62,1-1 1,4 2 0,1-2 0,-2 2 42,-2 3 0,0 1 0,2 2 1,2 2 62,-2-2 1,3 3 0,1 1-1,-1-1 7,0 0 0,6 6 0,-2-2 0,1 5 59,-1 5 0,3-2 0,-3 6 0,4 0 173,1-1 1,0 2 0,0 6-1,0 1-64,0 4 1,5-7 0,2 3 0,1-2 32,4-3 0,2-5 1,3 0-1,2-3-166,2-6 1,5-3 0,-4 0 0,2-6-14,4-2 0,-4-10 0,2-3 0,1-3-50,3-2 1,-5-2-1,-1-3 1,1-5-36,-1-4 1,-4-1 0,4-1 0,-1 1 36,-4-1 0,0-1 1,0-2-1,0-2-57,-6 2 1,3-3 0,-6-1 0,4-1-59,1-3 0,-1-2 0,-2-2 0,-1 0-46,1-1 0,-4 0 1,1-3-1,-2-1-21,-4 2 1,4-1-1,-2 1 1,-1-4 63,-3-2 1,-1 4 0,0-3 0,-1-1 223,-4 0 0,3 4 1,-5-5-1,2-1-140,0 3 1,-2-6-1,3 5 1,-3-1-10,-1 0 0,4 6 0,-3-1 0,1 3 144,-5 2 1,3 6 0,-3 0 0,-1 3 72,-2 3 1,2 7-1,-3 2 55,-7-2 0,1 5 1,0 2-1,2 3-190,-1 2 1,1 0-1,-5 0 1,-1 0-162,1 0 0,4 7 0,-4 3 1,-1 4-30,1 1 1,-1 6 0,-6 1 0,1 3-152,4 2 0,-3 2 0,5 4 0,-2 2 238,0 1 1,7 7 0,-1-2-1,3 6 7,1 4 1,2-1-1,2 5 1,4 2 19,1 4 0,2-12 0,5 10 0,0-2 79,0-5 0,6 3 0,5-4 1,4-1-22,6-1 1,-2-5-1,5-2 1,0-6-160,0-3 0,4-13 0,6-3 0,2-1-37,-1-4 0,-1-7 0,-1 0 0,1-3 62,1-2 1,-6-2 0,7-1 0,-3-4 275,-2-2 0,0-3 0,-2-7 0,-1-1-172,-2 1 1,-6-5 0,3 0 0,-3-4-180,-1-3 1,-10 7 0,6-11 0,-3-1-44,-3-2 1,3 2 0,-7-3 0,0-3 37,2-3 1,-5 1 0,3-10-1,-3 3 69,-2 1 0,0 3 0,0-10 0,0 0 71,0 2 0,-5 0 0,-2 7 0,-2-2-19,-3 0 0,-2 5 0,-1-5 1,-1 7 88,1 7 0,-2 5 1,-2 5-1,-4 4 22,-1 0 0,4 11 0,-6 1 0,-2 6-304,-1 4 0,-4 0 0,-1 2 0,-6 5-663,-5 9 1,8 1 911,-10 9 0,4-1 0,-3 6 0</inkml:trace>
  <inkml:trace contextRef="#ctx0" brushRef="#br0" timeOffset="306">387 10246 6995,'0'-15'-169,"0"4"0,0 1 435,0-2 0,0 3 1,0-1-1,0-2 610,0-2-280,0 6 0,0-1 1161,0 4 104,0 3 1382,0-5-113,0 7-1756,0 0-986,0 7 1,0 2 0,0 6-85,0 1 0,0-6 0,0 0-304,0 2 1,0 2 0,0 2-307,0-1 1,0 1 179,0-1 0,2 1-1017,3-1 1,-3-4 453,3-1 0,-1-7 389,1 3 1,3-5 196,8-1 1,-6 0-1,1-1 132,1-5 1,1 5-1,1-6 1,-2 2 211,-1-1 1,-1 1 0,5 5-437,1 0 0,-6-5 1,1 0-146,1 1 1,1 3-1512,3 1 0,-1 0 26,1 0 0,-6 0 514,1 0 0,-8-2 1311,2-3 0,-3 3 0,-2-5 0</inkml:trace>
  <inkml:trace contextRef="#ctx0" brushRef="#br0" timeOffset="307">573 10122 8865,'-15'7'3160,"6"-5"0,1 5-2338,3-7 1,3 1 0,-3 5-137,3 4 0,4-1 1,1 1-1,2 2-205,-1 2 1,-3-2 0,-1 2 0,2 3-58,3 0 1,-3 0 0,3-1 0,-3-1-587,-2 1 1,0-1 0,2 1-972,3-1 0,-3 1-1737,3-1-567,3-6 0,-4-2 1111,6-7 2326,-6 0 0,9-7 0,-4-2 0</inkml:trace>
  <inkml:trace contextRef="#ctx0" brushRef="#br0" timeOffset="308">883 10308 8043,'-6'11'391,"-3"-1"1,-1 0 1551,-1-1 0,6 3 0,-4-5-839,3 1 1,0-2-1525,6 4 1,0-5-933,0 5-2023,0-6 3375,0 3 0,0-7 0</inkml:trace>
  <inkml:trace contextRef="#ctx0" brushRef="#br0" timeOffset="309">1364 10200 9369,'-16'0'3582,"6"1"-2034,0 5-1252,6-5 1,-3 8 0,7-4 0,0 5 0,0 4 871,0 2 0,0-1-1000,0 1 1,0-1 0,0 1-1,0-1 1,2-1 0,2-2 258,1-2 0,0-4-176,-5 4 0,2-5-99,3 5-286,-3-6 1,4-4 110,-6-10 0,0-4 1,0-2-1,0 1 42,0-1 0,2-4 0,2-3 0,2 1-91,3-1 1,-4-4-1,6 3 1,-1-2-373,-1 0 0,4 5 1,-2-3-1,2 2-571,3 3 1,-2 2 0,-2 1-1,-2 2-40,2 4 1,-3 3 0,1 7 0,2 4-624,2 6 1678,-5 0 0,4 27 0,-4-5 0</inkml:trace>
  <inkml:trace contextRef="#ctx0" brushRef="#br0" timeOffset="310">1658 10277 8662,'0'9'7909,"2"3"-7467,3-7 0,-1 0-505,6-5 1,0 0 0,4-1-300,-4-5 1,4 3 293,-3-7 0,-5 4 0,1-2 0,-1-1 238,-1 1 1,0 2 41,-5-4 0,-2 1 0,-3-3-112,-5 2 1,1 7-1,-1-3 1,-1 3-30,3-2 0,-6 3 1,4-3-16,-4 3 1,-2 2 0,3 2 0,1 3 38,1 5 1,6-1 0,-4 1-1,1 2 206,-1 2 1,6 2-1,-2-1 1,3 1-212,2-1 1,0 1-1,0-1 1,2 1-150,3-1 1,3 1 0,8-2-1,-1-2-688,1-2 0,-1-5 0,3 4-784,2-2 0,-6-2 0,5-5 182,0 0 1,0 0 0,-4-2 1348,1-3 0,-1-11 0,1-8 0</inkml:trace>
  <inkml:trace contextRef="#ctx0" brushRef="#br0" timeOffset="311">1999 9936 7833,'-13'16'0,"1"-1"1722,1 1 0,3-6 1,-3 0-1,4 2-652,0 2 0,6-3 0,-4-1 0,3 4-750,2 5 0,0-2 0,0 5 0,2 1-85,3 2 0,-2 6 0,6 4 0,-1 3-364,1 1 0,0-4 1,3 1-1,-4-3-195,-1-2 0,0-5 1,-3-2-3931,1-2 2462,0-8 0,-5-9 0,0-12 1792,0-8 0,-7-1 0,-2-6 0</inkml:trace>
  <inkml:trace contextRef="#ctx0" brushRef="#br0" timeOffset="312">1891 10231 18546,'2'8'444,"3"-2"0,5-5-1251,4-1 0,1 0 0,1 0 0,-1 0-2,1 0 0,1 0 0,2 0 809,2 0 0,6 0 0,-3 0 0</inkml:trace>
  <inkml:trace contextRef="#ctx0" brushRef="#br0" timeOffset="313">2170 10401 7971,'0'23'126,"0"-6"0,0 4 1,-2-3 917,-3 3 0,3-9 1277,-3 4 0,3-13-1928,2-3 1,0-7-1,0-10 1,0-2-61,0-2 0,0-1 1,0 1-1,0-3-99,0 0 1,0-5 0,0 5 0,0 0-904,0 3 0,0-1 1,0 1-1,0 2-1179,0 2 1,6 1 0,0 2 95,3 4 1,1 2 1751,6 2 0,-1 5 0,1-6 0</inkml:trace>
  <inkml:trace contextRef="#ctx0" brushRef="#br0" timeOffset="314">2356 10277 7833,'0'16'0,"0"-6"0,0 0 0,0 2 1305,0 2 1,0-3 0,0-1-1,0 2-352,0 2 0,0 3 0,2 2 0,1 2-635,2-2 1,0-2 0,-3-2-1586,3 1 1,-3-6-415,3 0 0,-3-8 1681,-2-2 0,0-14 0,0-10 0</inkml:trace>
  <inkml:trace contextRef="#ctx0" brushRef="#br0" timeOffset="315">2356 10107 9658,'-16'0'7399,"1"0"-9908,6 7 2509,2 1 0,7 8 0,0-1 0</inkml:trace>
  <inkml:trace contextRef="#ctx0" brushRef="#br0" timeOffset="316">2588 10293 7798,'0'15'2197,"0"-4"1,0-1-1501,0 2 0,2-3 0,3-1-61,6-1 1,2-2 0,3-6-1092,-1-5 0,-4 3 0,-3-7-205,-1-2 0,3-2 1,-4-2 378,-3 1 1,-6-1 0,-4 2 0,0 2 410,0 2 0,-5 5 1,2-4-1,-4 2 419,-2 4 0,6 1 1,0 2-1,-2 0 89,-2 0 1,-2 2 0,3 3 0,0 5-326,3 4 0,5 2 0,-4 1 0,2 2 55,4 2 1,1 4-1,2-2 1,0-1-509,0 1 0,2-3 1,3-4-1,6-1-865,2 1 1,-2-6 0,-1-1-1,2-1-416,2 1 1,1-6-1,1 3 372,-1-5 0,-1-2 0,-2-3 1049,-2-1 0,1-7 0,4 3 0</inkml:trace>
  <inkml:trace contextRef="#ctx0" brushRef="#br0" timeOffset="317">2759 10231 12587,'0'10'1887,"0"0"0,0-4 1,0 4-1295,0 2 0,0 2 0,2 1 0,1 2-168,2 4 0,2-4 0,-4 4-365,3-4 1,1-1 0,-4-1 0,2 1 0,0-2-626,2-4 1,-5 4-175,3-4 964,4-3 0,-2-7 1,3-10-1,-5-4-74,-3-2 0,3 1 0,2-1 0,0-1 134,0-4 1,0 4 0,-4-4 0,4 3-1323,1-3 1,-2 4 0,2-4 0,1 4-1171,-1 1 1,-2 6 0,2 0 247,-1-2 1,3 3 1958,-4-1 0,6 6 0,-4-3 0</inkml:trace>
  <inkml:trace contextRef="#ctx0" brushRef="#br0" timeOffset="318">3022 10246 7981,'5'11'2256,"1"-1"1,4-5-1413,-5 5 0,7-6-578,-1 1 0,2-3 0,3-2-275,-1 0 0,-4 0 1,-1 0 38,2 0 0,-3-5 0,-1-2-67,-1-2 1,-2 4 0,-5-5-16,0-2 0,0-2 1,-1 0 196,-5 4 0,3-2 0,-7 6 0,-2 3 134,-2 1 1,-2 2 0,1 0 0,-1 0 146,1 0 1,1 2-1,2 3 1,2 5 352,-2 4 1,3 3-1,0 2 1,2 4-346,4 1 1,1 2-1,2 3 1,0-1-383,0-3 0,2-6 0,3 2 0,6-4-1082,2-1 1,3-8-1,-1-2 1,3-5-2869,2-1 3898,-3 0 0,6-7 0,-8-1 0</inkml:trace>
  <inkml:trace contextRef="#ctx0" brushRef="#br0" timeOffset="319">3828 9998 8402,'0'9'2579,"0"-2"0,-1-2-2056,-5 0 0,5 2 0,-5-2 1,5 5 845,1 4-1187,0 9 1,5 1-1,0 7 1,-1 1-1,-3 5 1,1 2-1,1 3 279,3-1-900,-1-7 1,-5 3-1,0-10 1,0-3-1,0-1-2859,0-4 0,0-11 2480,0-8 0,0-7 0,-2-8 0,-1-2 818,-3-4 0,-6 4 0,4-6 0,-3 3-42,1-1 0,5 0 1,-4 6-1,2-1-79,4 1 1,0-1-1,-1 1 1158,-1-1 0,0 6 0,5 0 299,0-2 1,7 5 0,3 1-1,4 5-920,1 1 0,1 0 0,1 0 0,4 0-648,4 0 0,0 0 1,-1 0-1,-2 0 120,-3 0 1,3 0-1,-3-2 1,-3-1-2152,-4-3 1,-4 0 2262,3 0 0,3-2 0,-6-8 0</inkml:trace>
  <inkml:trace contextRef="#ctx0" brushRef="#br0" timeOffset="320">4045 10029 12665,'9'9'1846,"-2"6"0,-2 9-1048,0 6 1,0 2-1,-5 3 1,2 3-464,3 1 0,-3 1 1,3 1-1,-3-4-261,-2-5 0,0-2 1,0-5-1,0-4-1871,0-4 756,0-8 0,0-9 1,0-10-1,0-4 562,0-2 0,0-6 1,1-2-1,3-2 380,1 0 0,7 5 0,-2-3 421,4 2 1,0 1-1,-2 7 1,-2 4 265,2 5 1,-3 3-1,1 4 1,2 3-12,2 5 0,-3 6 0,-3 5 0,1 3-308,-1 0 1,-4 3-1,1-6 1,-2-2-2221,3-2 0,-5-1-343,4-1 0,-1-8 0,-1-7 2294,3-8 0,6-6 0,-4-2 0</inkml:trace>
  <inkml:trace contextRef="#ctx0" brushRef="#br0" timeOffset="321">4371 10293 10226,'-9'1'3486,"2"5"-3014,0 4 1,4 4 0,-6 1 0,2 1-168,4-1 0,-1 1 0,1-1 0,-2 1-6,1-1 0,3-4 0,1-1 1,1 0-424,5-1 1,-3-2-1,7-7 243,2 0 0,2 0 0,0-2 0,-2-3-239,-2-5 0,-1 1 0,3-1 0,-3-2-21,-2-2 1,3 3-1,-5 1 23,-2-2 1,-1-2-49,-2-1 1,-2 1-1,-3 4-824,-5 4 0,1 3 0,-1 0-343,-2-3 1333,5 1 0,-7 5 0,6 0 0</inkml:trace>
  <inkml:trace contextRef="#ctx0" brushRef="#br0" timeOffset="322">4634 10246 7864,'-5'11'1863,"-2"-3"1,0 1-490,0-1 1,-5-4-1,4 3-773,-1 0 1,-5-6-1868,4 5 1272,3 2 1,2-4 0,10 4 0,5-1 355,4-3 1,2 2 0,-1 1-1,1 0 227,-1 0 1,1 5 0,-1-3-1,-1 1-101,-4 0 0,2 1 1,-6 4-624,-3 1 0,-1-6 0,-4 0 0,-3 1-530,-6-3 0,-2 1 1,-3-6-1,1 3-470,-1-3 1,1-1-1,-1-2 1,1 0-1300,-1 0 2434,1-7 0,6-2 0,2-6 0</inkml:trace>
  <inkml:trace contextRef="#ctx0" brushRef="#br0" timeOffset="323">4820 10355 7854,'16'0'857,"-6"0"0,0 0 512,2 0 0,2 0 0,2 0-1168,-1 0 1,1 0-1,-3-2 1,-1-3-241,-1-5 0,-6 1 1,4-1-1,-3-2 104,-2-2 1,-2 3 0,-2 1-1,0-2 28,0-2 0,-2 4 0,-3 1 0,-6 2 482,-2 4 0,-3 1 1,1 2-1,-1 0 222,1 0 0,-1 2 1,1 3-1,-1 5-159,1 4 0,-1 2 0,2-1 1,2 2-431,2 4 1,7-4 0,-3 4 0,5-4-662,1-1 0,1-1 0,5 1 0,4-2-917,4-4 0,3-2 0,2-4 0,3 1-2346,2-1 3716,2-10 0,5-9 0,0-9 0</inkml:trace>
  <inkml:trace contextRef="#ctx0" brushRef="#br0" timeOffset="324">5657 9998 8461,'-15'16'2379,"4"-6"1,3 0-1541,1 2 1,3 2-1,9 2 1,4 1-106,0 4 1,3-2 0,-5 5 0,0 0-308,-1 0 1,5 2-1,-6 5 1,0 0-129,2 0 1,-5-5-1,3-2 1,-3-2-845,-2-3 0,0-2 308,0-1 0,0-9-1020,0-7 0,1-9 0,4-10 0,4-3 1095,0-2 0,4 3 1,-2-3-1,3 0 247,1 0 1,1 10 0,-3-2 0,-1 3 555,-1-1 0,-1 5 1,6 4-1,-1 3-16,1 2 1,-6 0 0,-1 2 0,-3 3-203,-2 5 1,-2 9-1,-2 2 1,0 0-231,0 1 0,-6-5 1,0 4-1,-3-2-2,-3 2 1,-4-9-1,-3 3 1,-1-1-880,1 0 0,7-6 1,1-2-1,-1-5-2825,-1-1 1,-1-1-1761,3-5 5273,5-2 0,6-15 0,0-1 0</inkml:trace>
  <inkml:trace contextRef="#ctx0" brushRef="#br0" timeOffset="325">6029 10277 7943,'-7'16'387,"4"-6"0,-6 0 1,1 2 962,-1 2 1,5-3 0,-1-1 0,4 2-657,1 2 0,0 1 0,0 1-864,0-1 1,6-6-1,5-4 1,3-3 153,1-2 0,1 0 0,-1-2 0,2-3-332,4-5 0,-6 1 0,3-1 1,-6-1 55,0 3 0,-5-6 0,0 5 0,-2-1 202,0 0 1,0-1 0,-5-4 166,0-1 0,0 6 2747,0 0-2135,0 6 1,0-1 0,0 10 0,0 5-251,0 4 1,0 2-1,0-1 1,0 2 64,0 4 1,0-2-1,0 7 1,0 0-107,0-2 0,0 5 0,0-5 1,0 2-222,0 0 1,-5-5 0,-2 3 0,-2-2-197,-3-3 0,0-7 0,0-3 0,2-2-1261,-2-4 0,-2-1 0,-1-4-665,-1-3 1,2-4 0,4-8 0,3-4 1944,0-4 0,5-12 0,-4-2 0</inkml:trace>
  <inkml:trace contextRef="#ctx0" brushRef="#br0" timeOffset="326">6324 9874 12916,'0'16'2086,"0"1"1,0 4 0,0 6-1180,0 8 0,0 4 1,1 8-1,3 1-740,1 4 1,0-4 0,-5 2-1,0-7-727,0-7 0,0-8 0,0-4-4966,0-2 5526,0-8 0,0-14 0,0-9 0</inkml:trace>
  <inkml:trace contextRef="#ctx0" brushRef="#br0" timeOffset="327">6262 10231 7917,'-9'8'3113,"4"1"0,10-6 0,7 3-2223,7-3 0,-2-1 0,6-4 0,-3-1-1592,1-3 1,5 0-1,-6 2 1,1-1-743,1 1 0,-4-2 0,2 0 0,-2 3 302,-3 1 1,-5 2 0,1 0 424,1 0 1,0 2 0,0 1 1922,-2 3 1,-6 0 555,1 0 1,-2-5-338,2 5 1,-1-5-1108,6-1-33,-6 0 0,3-1 138,-7-5 1,-2 5-1,-3-5 1,-6 6 202,-2 6 0,-3-3 0,1 7 0,-1 2-22,1 2 0,-1 2 0,1-1 1,1 1-253,3-1 1,-1 1 0,7-1 0,0 1-1032,-2-1 1,5-4 0,-3-1 0,5 0 172,5-1 0,1-2 0,7-7 0,6 0-3018,4 0 1,-3-2 3523,6-3 0,0-11 0,5-8 0</inkml:trace>
  <inkml:trace contextRef="#ctx0" brushRef="#br0" timeOffset="328">6789 10200 7893,'-16'7'1260,"2"-4"0,2 6 1159,2-2 1,1-1-3087,-1 0 433,3-5 0,9 6 0,3-7 0,4 2-26,-1 3 0,6-3 1,-4 3-1,4-3 335,2-2 1,-1 5-1,1 0 1,-1 0 400,1 2 1,-1-3 0,1 4 0,-1 1-66,1-1 1,-1 3 0,1 3 0,-3-2 295,-2-2 1,2 0 0,-4 6 130,0-1 0,-2 1 0,-7-1-274,0 1 0,-7-2 0,-4-2 1,-2-4-709,-3-1 0,-1 3 0,-2-4 0,-2-3-1447,2-1 1,-3-2 1590,1 0 0,-6-7 0,3-2 0</inkml:trace>
  <inkml:trace contextRef="#ctx0" brushRef="#br0" timeOffset="329">14646 5720 8622,'-6'9'3820,"2"-1"0,-6-4 956,-2 1-3866,5 7 0,5-17 0,11-1 1,3-7-67,5-8 0,4 2 0,-2-7 0,3-1-690,2-3 0,2-2 0,5-3 0,0-3-154,0-1 0,2 3 0,3-4 0,3 0 0,1 1 0,3 4 0,-7-1 0,-1 3 0,-3 2 0,-2 7 0,-4 4 0,-6 4 0,-3 6 0,-8 3 0,-2 9 0,-7 3 0,-5 3-714,0 8 1,-6-6-3665,6 1 116,0-8 1,3 4 4261,-3-7 0,-4-7 0,-6-2 0</inkml:trace>
  <inkml:trace contextRef="#ctx0" brushRef="#br0" timeOffset="330">15080 5038 8647,'-10'5'1177,"0"0"1,5 0 2862,-6-5-3073,8 0 0,-2-1 0,10-3 0,5-3 45,4-1 0,7-3 1,-1-2-1,1 1-512,1 1 0,-4 1 1,4-4-1,-1 2 220,-1 2 0,1 6 1,-6-3-1,1 2-305,-1 0 0,1 0-415,-1 5 0,-4 0 0,-3 2 0,-1 3 0,0-2 0,-3 8 0,1 1 0,-2 1 0,-1 5 0,-2 1 0,-2 3 0,-3 2 0,2-3 0,-6 5 0,0 3 0,1 5 0,3-6 0,-4 1 0,0-5 0,1-5 0,4-2 0,-3-1-9831,1-1 9756,4-6 0,2-9 0,8-9 0</inkml:trace>
  <inkml:trace contextRef="#ctx0" brushRef="#br0" timeOffset="331">15561 4495 7987,'-16'5'760,"1"1"0,5 1 1,-1-2-1,1 5-26,1 4 1,2-4 0,7 1 0,0 1 0,0 1-420,0 3 1,0 1 0,0 2 0,2 3-106,3 3 0,-1 0 1,6 5-1,2-5-150,2-4 1,-4-2 0,1-2-205,1-1 0,1 1 0,3-10 0,-1 0 0,1 0-29,-1-4 1,-4-1-1,-1-2 1,0-2 101,-1-3 1,0 2 0,-6-8 0,4-1 50,2-2 1,-6-3 0,2-2-1,-3-1 268,-2 1 1,0-4 0,0 1 0,0-1-25,0 1 0,-2-6 1,-3 4-1,-4-1-14,1-1 1,-4 7 0,5-2 0,-2 4-30,-3 1 0,4 1 1,-3-1-801,-1 1 0,4 6 1,-3 4-487,-1 3 1,4 9-1,-1 4 497,2 2 1,2 3 607,5-1 0,0 8 0,0 1 0</inkml:trace>
  <inkml:trace contextRef="#ctx0" brushRef="#br0" timeOffset="332">15840 4681 14329,'0'11'1525,"0"-1"1,7-1-1,3 3 1,6-2-1191,4 2 1,-2 2 0,4 1 0,-1-1-920,-1-4 0,1 4 0,-6-5 0,1 1-1570,-1 1 0,1-8 0,-1 4-1215,1 0 3369,-8-6 0,6-1 0,-5-8 0</inkml:trace>
  <inkml:trace contextRef="#ctx0" brushRef="#br0" timeOffset="333">16072 4619 8554,'-15'0'2085,"5"0"0,1 2-1147,2 3 1,-3-1 0,3 4 190,-2-1 1,1 5 0,-4-1 0,3 2-647,2 3 0,-5 1 0,3 4 0,-1 3-593,0 0 1,5 5 0,-4-5 0,2 2 27,4 0 0,1-7 0,2 2-4010,0-4 1,2-9 4091,3-2 0,3-12 0,8-2 0</inkml:trace>
  <inkml:trace contextRef="#ctx0" brushRef="#br0" timeOffset="334">16119 4588 7825,'-10'6'0,"-1"-1"0,6 5 0,-4-3 2366,3 2 1,2-6-1,9 2-1879,6-3 1,2-2-1,5-2 1,1-1-456,1-2 1,3-6 0,-4 6 0,1 0-62,-1-2 1,-2 5 0,-1-5 0,-1 2-24,1 0 1,-6 0-1,1 3 597,1-3 263,-6 3 1,1-3-1,-7 10-513,0 6 1,-1-3 0,-5 3 0,-4 2-156,-4 6 1,4-2 0,0 6 0,-2-2-87,-2-1 0,-2 3 0,1-4 1,-1 3-520,1 2 0,5-3 0,-1 5-960,-1 1 1,5-10-1,2-1-4161,3-2 5586,2-8 0,7-6 0,2-8 0</inkml:trace>
  <inkml:trace contextRef="#ctx0" brushRef="#br0" timeOffset="335">16506 4619 7825,'-15'2'1627,"-1"3"1,6-1-1,0 4 1,-2 1-460,-2 0 0,4-1 0,1 4 0,0-1-902,1 1 0,4-4 0,-1 3 0,3 1-279,2 1 1,0 3-1,0-1 1,0 3-27,0 2 0,7-3 0,4 4-77,2-4 1,3-3 0,-1-2 0,3-3-115,2-2 1,-3-2 0,4-5 0,-2 0 2,2 0 1,-4-2-1,4-3 1,-4-5 66,-2-4 0,1-2 1,-1 1-1,-1-1 356,-4 1 0,3-1 0,-8 1 0,-2-2 32,-1-4 1,-2 4 0,0-4 0,-2 4 125,-3 1 0,-4 3 1,-6 1-1,-1 1-125,1-1 0,-1 5 1,1 2-1,-2 3-263,-4 2 0,2 0 1,-5 2-1,2 2 407,3 1-373,1 7 0,3-4 0,-1 8 0</inkml:trace>
  <inkml:trace contextRef="#ctx0" brushRef="#br0" timeOffset="336">17126 4867 12123,'-8'0'3756,"1"-1"-2771,7-5 0,-2 5 351,-3-4-613,3 3 0,-6 2-49,2 0-555,-2 0 1,-1 2-1,2 3 1,2 5-1048,0 4 753,0 1 1,5 1 0,0-1-1,2 3 1,3 1 0,3 1-1,3-1-165,-1-2 0,0-3 0,6-2 1,-1-1 236,1 1 0,1-6 0,2 0 0,2-5 82,-2-1 1,3-1-1,-1-5 1,-2-4-82,-2-4 1,-2-3 0,-1-2-1,-2-1 37,-2 1 0,-4 1 0,2 3 1,-1-1 298,-3 1 0,-3-1 0,-2 1 35,-5-1 0,0 6 0,-7 1 0,3 1-90,-2-1 0,-2 6 0,-1-2 0,-1 3-531,1 2 0,-1 0 0,1 0 0,-1 0-558,1 0 1,4 0-622,1 0-1209,0 0 2740,1 0 0,2 7 0,7 1 0</inkml:trace>
  <inkml:trace contextRef="#ctx0" brushRef="#br0" timeOffset="337">17576 4929 8073,'-9'0'2683,"2"0"1,7-1-2224,0-5 0,-1 5 145,-5-4-3764,5 3 695,-6 2 2464,7 0 0,0-7 0,0-2 0</inkml:trace>
  <inkml:trace contextRef="#ctx0" brushRef="#br0" timeOffset="338">16832 4774 7860,'-11'0'1646,"1"0"-143,0 0 856,1 0-1301,2 0 0,9 0-378,3 0 1,4 0 0,6 2-508,1 3 0,-1-3 0,1 3-945,-1-3 0,1 3-356,-1 0 1,1 6-487,-1-6 0,-1 2 0,-2-4 1614,-2 2 0,1 7 0,4-3 0</inkml:trace>
  <inkml:trace contextRef="#ctx0" brushRef="#br0" timeOffset="339">17560 4960 13433,'-8'0'2314,"-1"0"1,6 2-1755,-3 3 0,0-3 1,2 5 90,-1 0-599,-7-6 1,10 13 0,-3-3-1,2 1 1,-1 0 0,-1-2-132,2 2-292,1 2 1,4 1 0,3 1 0,3-1 0,3-1-99,-1-4 0,0-1 0,6-5 1,-1 1 457,1-2 0,-1-1 0,1-2 150,-1 0 1,1-7-1,-2-3-143,-4-4 0,2-2 0,-7 1 1,-1-1 118,-3 1 1,-1-2-1,0-2 1,0-2 48,0 2 0,-1 2 0,-3 1 1,-3 1-104,-1-1 0,-1 6 1,-3 1-1,2 1-357,-2-1 1,3 6 0,-1-2-930,-2 3 0,3 2 1,0 2-1,1 1-1419,-1 2 2644,6 7 0,-4-3 0,7 6 0</inkml:trace>
  <inkml:trace contextRef="#ctx0" brushRef="#br0" timeOffset="340">17855 5053 7967,'-11'0'758,"1"0"0,-2 0 0,-2 0 889,-1 0 0,-1 0-864,1 0 1,6 2 0,2 2-192,0 1 0,6 2 0,-5-2-332,5 5 1,1 4-1,0 1 1,1 1-40,5-1 1,-3-3 0,7 0 0,2 2-293,2-2 1,-3-1 0,-1 1 0,2-2-172,2 2 1,1-5 0,1-2 7,-1-3 0,1 3 0,-1 0 196,1-1 0,-6-8 0,-1-3 0,-1 0 83,1 1 0,-4-7 0,4 3 0,-2-4 99,-4-1 0,0 1 1,1 2-1,1 2-38,-1-2 0,-3 3 0,-1-1 1,0-2-9,0-2 0,0 4 0,-1 1 1,-3 0-1,-1 1 1,-2 3-1,2-4-355,-5 2 1,1 0 0,-1 4-988,-2-2 0,-2-1-841,-2 6 0,2 2-393,4 3 2478,3 4 0,7 6 0,0 1 0</inkml:trace>
  <inkml:trace contextRef="#ctx0" brushRef="#br0" timeOffset="341">18134 5146 10001,'-16'0'3695,"6"2"-2140,0 3 0,4-3-1079,-4 3 1,5-1 0,-4 1-110,2 5 1,2-1-1,5 1 1,0 2-229,0 2 0,0 1 1,0 1-1,2-1-81,3 1 0,-1-6 0,6 1-101,2 1 0,2 0 0,1-2 0,1-5-627,-1-3 1,1-2-1,-1 0 1,1 0 390,-1 0 0,-4-5 1,-3-2-1,1-2 360,-1-3 1,-2-2 0,2-1 0,-1-1 410,-3 1 1,-3-1 0,-1 1-352,0-1 0,-7 1-583,-3-1 1,-4 6 0,-1 1-725,-1 3 0,1 0 0,-1 6 1166,1 0 0,-1-7 0,1-1 0</inkml:trace>
  <inkml:trace contextRef="#ctx0" brushRef="#br0" timeOffset="342">18800 5208 8480,'9'-7'2402,"-2"6"-1270,-7-6 1,0 5 338,0-3-167,0 3-78,0-5-974,0 7 1,-2 0 279,-3 0 1,1 0-641,-6 0 1,5 0-1,-4 2 2,2 3 1,2-1 0,5 6 0,0 2-9,0 2 0,-5-4 1,0 1-1,1 1-86,3 1 1,1-2-1,0-1 1,1 0 5,5-1 0,-3 3 1,7-5 12,2 2 0,-3-6 0,1 2 90,2-3 1,2-2 0,2 0 56,-1 0 0,1-5 1,-3-2 80,-2-2 1,1-1 0,-5-6 137,1 1 0,-4 5 0,1-1 0,-3-1 85,-2-2 0,0 4 1,-2 0-428,-3-2 1,1 3-1,-6-1-557,-2-2 1,3 5 0,1 0-664,1 0 0,-5 5 1377,1-3 0,5 3 0,-1 2 0</inkml:trace>
  <inkml:trace contextRef="#ctx0" brushRef="#br0" timeOffset="343">19095 5069 14833,'-9'2'1183,"4"3"1,3-2-1,2 8-452,0 1 1,0 1-1,0 5 1,0 1-56,0 1 1,2 8-1,1-2 1,3 3-396,-3 2 0,-1-5 1,-2 0-1,-2-1-580,-3 0 1,3-3 0,-3-7 0,3 1-1927,2-1 0,-2-4 1037,-3-1 1,4-8 0,-3 0 1187,8-6 0,4-15 0,8 2 0</inkml:trace>
  <inkml:trace contextRef="#ctx0" brushRef="#br0" timeOffset="344">19296 5224 14743,'-8'0'1856,"-5"2"0,8 3-1344,2 5 0,1 4 1,2 1-186,0 1 1,0-1 0,0 1-1,0-1-287,0 1 1,0-6-1,0 1 1,2-1-133,3-1 0,-2-1 0,8-4-196,1 1 1,2 0-1,1-5 1,1 0 59,-1 0 1,-5 0-1,1-2 405,1-3 1,0-4-1,0-6 25,-2-1 0,-6 1 0,1-1 395,-3 1 0,-2-1 0,-2 1-491,-3-1 1,-2 6 0,-5 1 0,1 1-719,-1-1 1,4 6 0,-3-2-343,-1 3 0,-1 2-4593,-3 0 5547,1 0 0,6 0 0,2 0 0</inkml:trace>
  <inkml:trace contextRef="#ctx0" brushRef="#br0" timeOffset="345">19637 5084 21159,'0'21'0,"0"1"791,0 3 1,0 0-1,0 6 1,0 2-539,0 3 1,0-1-1,0 3 1,0-2-1294,0-2 0,0-10 1,0 7-1257,0-1 0,2-15 2296,3-5 0,4 1 0,6-3 0</inkml:trace>
  <inkml:trace contextRef="#ctx0" brushRef="#br0" timeOffset="346">7749 10293 7855,'-8'0'5953,"-4"1"-4825,7 5 1,-2-5-465,2 5 0,1-3-69,-6 2-479,-1-3 0,3 6 1,1-4-1,2 3 1,-2 0-1,-2 1 370,-3 1-645,5-6 0,-1 11 0,4-4 0,-1 4 1,2 2-1,1-1-165,2 1 1,0-1 0,2-1 0,1-2 96,2-2 1,7-1-1,-1 1 1,2-4-115,3-5 1,-1-1 0,1-1 147,-1-5 0,1-2 1,-2-8-1,-2-1 23,-2-4 0,-6 2 0,1-5 0,-2 2 32,2 3 0,-3-3 1,3 1-1,-3 2 138,-2 2 0,0 1 1,0 1-1,0-1 915,0 1 0,-5 4 418,0 1 1,-1 8-802,6 2 0,0 9 1,0 10-1,0 2-344,0-2 1,0 3-1,0-1 1,2-2-669,3-2 0,-1-2 0,4 1-1297,-1-1 1,0-6-1,-3-2 512,1 0 0,7-7 1,-4 0-156,1-9 0,-2-5 1420,-7-1 0,7-1 0,1 1 0</inkml:trace>
  <inkml:trace contextRef="#ctx0" brushRef="#br0" timeOffset="347">7920 10246 7829,'0'16'941,"0"-6"1,0 0 0,0 2 122,0 2 1,0 2 0,0-1-1,0 1-192,0-1 0,0 1 1,0-1-153,0 1 1,0-1-1942,0 1 1004,0-8 1,0-8 0,0-10 0,0-4-22,0-1 1,5-2 0,0-4 415,-1-5 0,3 9 1,0 3-1,-1 4 298,1 1 0,0 6 0,-2-3 230,6 5 0,2 2 1,3 5-826,-1 4 1,-4 2 0,-3 0-413,-1-2 0,4 1 1,-5 3-5235,3-4 2294,-5 4 3471,2-13 0,1 6 0,2-7 0</inkml:trace>
  <inkml:trace contextRef="#ctx0" brushRef="#br0" timeOffset="348">8369 9921 7855,'-15'7'2513,"-1"1"0,3 9-745,2 4 0,4-2 0,7 7 0,0 1-1172,0 3 1,2 6-1,2 2 1,2 0-435,3 0 1,-4-2 0,6-5 0,1-2-288,1-3 1,1-4 0,-2-8 0,-3-2-2814,-2-2 2133,5-6 1,-10 1-1,3-10 616,-4-5 1,-2-4 0,-4 0-1,-6 2 108,-3 2 1,-1-1 0,-1-4 0,1-1 287,-1 1 1,1 4-1,-1 3 478,1 1 1,-1 2 0,1 5-209,-1 0 0,6 1 0,1 5 0,3 4-69,2 4 0,2 1 1,2 1-1,0 1-231,0 4 0,2-4 0,3 4 0,4-4-847,0-2 0,4-4 1,-2-3-1,2-1-541,3-3 0,1-3 0,2-1 0,2 0-1386,-2 0 2597,-2 0 0,12-14 0,4-3 0</inkml:trace>
  <inkml:trace contextRef="#ctx0" brushRef="#br0" timeOffset="349">9067 10153 7855,'-31'7'576,"2"3"1,1 3 1348,2-3 1,6 4-1,-5-6 1,3 3-563,3-1 1,2-5-1226,1 5 1,8-4-545,3 4 1,5-7-1,5 3 284,5-5 0,4 4 0,1 2 0,1 0-237,-1 0 0,3 3 0,1-3 0,1 2 593,-1 3 1,0-3 0,0-1-1,2 1 268,-2-1 0,-2-2 0,-3 4 271,-4 2 0,2 2-577,-7 1 0,-7-4 0,-8-3 0,-5 1-257,-6-1 1,2-4 0,-5 1 0,0-2-854,0 3 1,5-5 0,-2 5 0,4-5-108,1-1 0,6-7 0,1-3 1021,3-4 0,0-8 0,6-2 0</inkml:trace>
  <inkml:trace contextRef="#ctx0" brushRef="#br0" timeOffset="350">9222 10246 7855,'-5'11'0,"-2"-3"1705,-2-1 1,4 3-1,-5-3 309,-2 2 1,5 1 0,2 6-1516,3-1 0,2-4 1,0-1-367,0 2 1,5 2-1,2 0 1,2-2 20,3-2 0,-4-7 0,3 4 0,1-2 266,1 1 1,-2-1-1,-1-5 1,2 0 4,2 0 0,-4 0 0,1 0-440,1 0 0,1-5 1,1-2-1,-2-2-360,-1-3 1,-3 3 0,4-1 0,-3-2-1191,-2-2 1,3 4 0,-3 0 1564,2-2 0,1-2 0,5-2 0</inkml:trace>
  <inkml:trace contextRef="#ctx0" brushRef="#br0" timeOffset="351">9563 10277 8925,'-14'21'0,"4"0"1821,5-2 0,1-1 0,1 1 1,-2 2-284,1-2 1,2-2 0,2-1-793,0-1 1,0-4-548,0-1 1,2-7 0,2 1 97,1-8 1,0-4-1,-5-8 1,0-1 181,0-4 1,0 2-1,0-5 1,0 0-167,0 0 0,2 3 1,1-3-1,2 0-1465,-1 0 1,-1 9-1,1-4-1020,1 0 1,2 1-1,-4 6 1,4 4-3827,1 1 5998,-4 2 0,17 5 0,-4 0 0</inkml:trace>
  <inkml:trace contextRef="#ctx0" brushRef="#br0" timeOffset="352">9671 10246 8847,'0'16'0,"0"-1"723,0 1 1,0-1-1,0 1 1,0-1-194,0 1 0,0-1 1,0 1-1,0-1 129,0 1 0,5-1 1,1 1 685,-3-1 0,-1 1 0,0-2 2088,3-4-2643,-4-3 0,6-9 0,-7-3-486,0-5 1,0-4-1,0-2 1,0-1-52,0-4 1,0 2-1,0-5 1,0 0-1075,0 0 1,0 5 0,2-2 0,1 4-1023,3 2 1,-1 4 0,-3 3 0,1-1-2094,2 1 3936,7 4 0,-3-10 0,6 6 0</inkml:trace>
  <inkml:trace contextRef="#ctx0" brushRef="#br0" timeOffset="353">9966 10293 7855,'-17'15'0,"-2"1"1309,-2-1 0,0-1 1,8-2 3029,2-2 0,4-4-3492,7 4 1,0 0-776,0 6 0,7-1 0,4 1 14,2-1 0,3-4 0,-1-3 219,1-1 0,-1 3 0,1-4 0,-1-3 60,1-1 0,-6-2 1,0-2-1,3-3-297,0-5 1,-4 1 0,-2-1 0,-2-2-335,0-2 0,0-2 0,-5 1 0,0-1-364,0 1 1,-1 1 0,-3 2 0,-3 2-1221,-1-2 0,-3 5 0,-2 0 1850,2 0 0,-3 5 0,6-5 0</inkml:trace>
  <inkml:trace contextRef="#ctx0" brushRef="#br0" timeOffset="354">10214 10324 7855,'-7'26'0,"-2"-2"0,1-2 1105,3-3 0,1-2 0,1-1 2872,-3-1 1,1-4-3740,5-1 0,2-14 0,1-1 0,3-7-428,-3-3 0,4-2 0,0-2 0,1-2 213,5 2 1,-5 0 0,1 0-1,-1-2 303,1 2 0,0 7 0,3 4 0,-2-1 227,2 1 0,-3 4 0,1-1-344,2 3 1,-3 9 0,-1 3 0,1 4-394,-1 2 0,-2-1 0,2 1 0,-1-1-708,-3 1 1,-3-6 0,1-1-4679,3-2 5570,-3-2 0,5-5 0,-7 0 0</inkml:trace>
  <inkml:trace contextRef="#ctx0" brushRef="#br0" timeOffset="355">10539 9936 14324,'0'16'1577,"0"1"1,0 4-462,0 4 0,2 6 0,1 4 0,3 3-684,-3 1 0,4-2 0,0 0 0,0 0-339,0-3 0,5-10 0,-4 5 67,1-4 0,-1-10-3143,-2-5 1,-5-8 1858,5-2 0,-6-7 0,-4-8 976,-1-1 0,-7 8 0,2 1 0,-4 2 63,-2-1 0,1 1 0,-1 5 1,1 0 406,-1 0 1,6 7 0,0 3 0,-1 4 980,3 2 1,-4 1 0,6 2-1,3 3-849,1 2 1,2-5 0,0 2 0,0-4-351,0-1 0,5-6 0,2-1 0,2-2 28,3-4 1,2-1-1,1-2 1,1-2-2473,-1-3 1,4-4 0,0-6 0,-2-1 2339,2 1 0,0-1 0,-3 1 0</inkml:trace>
  <inkml:trace contextRef="#ctx0" brushRef="#br0" timeOffset="356">10818 10293 7675,'7'-9'3276,"-5"2"1,5 14 0,-7 3-827,0 4 0,0 2 0,0 1-2473,0 4 1,0-9 0,0 3-1,0-1-3417,0 0 1,0-4-3831,0 0 7270,0-6 0,0 3 0,0-7 0</inkml:trace>
  <inkml:trace contextRef="#ctx0" brushRef="#br0" timeOffset="357">10803 10215 7843,'-16'-8'4587,"6"-4"-1927,0 6 0,4 1-4551,-4 5 1132,7 0 1,8 0 758,10 0 0,4 0 0,-3 0 0</inkml:trace>
  <inkml:trace contextRef="#ctx0" brushRef="#br0" timeOffset="358">10927 10370 7831,'0'17'0,"0"2"920,0 2 1,0 0-1,0-6 769,0 1 0,0-1-980,0 1 1,1-8-352,5-2 0,-5-6 0,5-6-235,-5-4 0,1 1 1,1-1-1,3-2-88,-3-2 0,-1-1 0,-1-1 0,3 1-200,1-1 1,2 1 0,-4-1 68,3 1 0,0 6 782,0 4-348,2 3 1,6 4 0,-2 1-803,-2 3 1,-6 6-1,3-4-831,0 1 1,-4-1-1,7-2 235,2 4 1,-3-3-1,1-2 1,2-2 508,2 3 0,2-5 1,-1 5-1,1-5 530,-1-1 0,1 0 1,-1 0-1,1-1-69,-1-5 0,1 3 0,-3-7 878,-2-2 0,-4 3 1,-7-1 1811,0-2 1,-2 3-1448,-3-1 1,-4 6-1,-6-1-966,-1 3 0,6 7 1,1 2-1,2 2-135,4 3 0,-4-3 0,2 1 1,1 2-149,3 2 1,1 1-1,0 1-635,0-1 0,0-4 0,1-3-612,5-1 1,-3-2 952,7-5 1,-4-1 0,2-5-1,-1-4 199,-4-4 1,4-3 0,-1-2 0,-3-2 252,-1 2 0,3 2 0,0 2 1,-2-1 646,-1 1 0,-2-1-7,0 1 1,2 6-295,3 4 0,-3 5 0,5 7 0,-2 7 221,0 5 0,0 8 0,-5-1 0,2 5 39,3 5 1,-3-1-1,3 4 1,-3 1-328,-2-1 1,5-2 0,0 2 0,-2-1 51,-1-3 0,-2-8 1,0-3-1,-2-1-154,-3-4 1,-2-7-1,-6-4 1,-1-1-844,-3-3 1,-4-3-1,2-1 1,-3 0-2284,-2 0 0,-2-7 2887,-5-3 0,0-11 0,0-3 0</inkml:trace>
  <inkml:trace contextRef="#ctx0" brushRef="#br0" timeOffset="359">11903 10339 9411,'0'-8'2857,"2"1"1,1 8-2602,3 5 0,-1 2 0,-4 9 0,3 2 0,1 4-138,-2 1 0,-1-3 0,0 3 0,1 0-435,3 0 1,-1-5-3053,-5 2 1266,0-4 1,0-12 2102,0-10 0,0-11 0,0-15 0</inkml:trace>
  <inkml:trace contextRef="#ctx0" brushRef="#br0" timeOffset="360">11888 10231 7833,'-7'-9'1146,"5"1"1,-5 4 65,0-1 1,6-2-829,-5 2-2520,5 3 2136,1-5 0,0 0 0,0-1 0</inkml:trace>
  <inkml:trace contextRef="#ctx0" brushRef="#br0" timeOffset="361">12074 10370 7833,'-2'24'1180,"-3"-3"1,1-4 0,-4-1 0,1-1 770,3 1 0,-3-1-138,2 1-2479,0-8 0,5-2 477,0-12 1,2-2 0,1-8-126,2 1 0,2-1 0,-3 1 1,3-1-246,1 1 1,-4 4 0,3 1 410,0-2 0,-6 3 0,6 1 1233,0 1 0,-4 2-789,8 5 0,-3 1 0,4 3-238,-1 1 1,-8 7 0,2-2-372,-3 4 0,3 2 1,0-1-1144,-1 1 1,-2-6 0,-2 0-2005,0 2 3460,0-5 0,0 0 0,0-7 0</inkml:trace>
  <inkml:trace contextRef="#ctx0" brushRef="#br0" timeOffset="362">12322 9967 10836,'-16'16'1493,"8"-1"1,2 1-1,5 3-940,1 7 1,1 1 0,5 13-463,4-2 1,4 8-1,-1-1 1,-1 0 0,-1-1-588,1-6 0,-4-5 0,1-7 0,-2-5-858,-4-4 1354,-1-9 0,-2 6 0,0-5 0</inkml:trace>
  <inkml:trace contextRef="#ctx0" brushRef="#br0" timeOffset="363">12260 10277 15763,'7'16'102,"3"-6"0,11-1 0,4-2-826,5-4 0,1 0 1,0 1-513,0 1 0,3 0 0,1-3 0,-4 1 513,-2 3 1,2 4-1,-11-3 1,-2 1 843,-6 4 0,-5-3 0,-9 1 0,-2 2 700,-1 2 0,-10 2 0,3-1 1,0-1 1176,-2-4 0,2 4-1982,2-4 1,4 4-253,12 2 1,4-8 0,9-2 0,1-5 502,-1-1 0,0-5 0,0-2 414,2-1 0,0 2 0,-6-4 198,1-2 0,-8 3 1,-1 1-682,0 1 1,-5-5-46,3 2 1,-9-4 0,-2 0 0,-3 2-154,-3 2 1,-2 6 0,-1-1-1,-1 3-644,1 2 1,-1 0-1,1 0 1,-1 0-3128,1 0 3771,-1 0 0,1 0 0,-1 0 0</inkml:trace>
  <inkml:trace contextRef="#ctx0" brushRef="#br0" timeOffset="364">13438 10153 8107,'-16'0'-293,"7"-7"708,4-3 0,5 3 0,4 0 0,3 2 3194,1 0-2631,-4 0 1,4 5-1,-4 1 1,1 5-1,0 6 1599,2 7-2350,-5 5 0,6 8 0,-4 3 0,1 3 0,-2 1 0,-1 3 0,0-1 97,3 0 1,-3-11 0,3-1-951,-3-5 0,-2-3 0,1-6 59,4 1 0,-3-9 1,5-7-1,-2-9 1,0-6 127,-1-6 1,3 2 0,-2-5-1,0 0 422,2 0 0,-4 5 1,6-4-1,0 3 405,-1-1 1,-3 0 175,6 6 1,-6 1-1,5 4-114,2 4 0,-3 12 1,-1 4-1,-1 5-57,-3 6 1,3-2 0,-2 5-1,0-1-579,2-4 0,-5-2 0,3-2-1273,-3 1 1,-1-1-1038,4 1 1,-3-9 2495,3-7 0,4-7 0,0-9 0</inkml:trace>
  <inkml:trace contextRef="#ctx0" brushRef="#br0" timeOffset="365">13779 10355 7843,'-11'14'1096,"3"-2"741,1-2 1,2-5-1,5 5 1,0 2-1185,0 2 1,0-2 0,1 2 0,3 3-486,1 1 0,5-1 0,-5-2 0,-1 1-1101,-2-1 0,3-4-1408,0-1 1,5-8 2340,-5-2 0,1-14 0,-6-10 0</inkml:trace>
  <inkml:trace contextRef="#ctx0" brushRef="#br0" timeOffset="366">13763 10153 7843,'-15'0'1865,"4"2"1,3 3-804,1 5 1,2-1 0,5 1-1945,0 2 0,0-3 0,1 1 882,4 2 0,4-5 0,7 0 0</inkml:trace>
  <inkml:trace contextRef="#ctx0" brushRef="#br0" timeOffset="367">14027 10370 8312,'-16'9'614,"1"5"0,-1-4 295,1 4 0,-1 1 0,1 1 138,-1-1 1,7 1 0,4-1-1046,4 1 0,1-1 1,1-1-1,4-2 26,6-2 0,3-1 0,1 1 0,1-4-144,-1-5 1,1-1-1,-1-1 1,-1-5-404,-4-4 1,4-4 0,-5-1 0,-1-1 308,-3 1 1,-1-1 0,-1 1 0,2-1 148,-1 1 0,-2-1 0,-2 1 0,0-1 78,0 1 0,0-1 1,0 1 504,0-1 1,-2 8 102,-3 2 1,3 6 0,-3 6 0,3 6-267,2 7 0,5 0 1,2 6-1,0 3 69,0 1 0,0-3 1,-4 0-1,2 1-60,-1 3 0,-1 1 0,1 0 0,1 0-52,-2 0 1,-3-5 0,-3-2 0,-4-2-307,-2-3 0,-1-2 1,-4-1-1,2-2-261,2-4-1,0-3 1,-6-7 0,1 0-983,-1 0 0,1-9 0,1-6 0,2-11-341,1-9 1575,8 3 0,-11-20 0,6 4 0</inkml:trace>
  <inkml:trace contextRef="#ctx0" brushRef="#br0" timeOffset="368">14182 10029 17738,'0'16'707,"0"-1"0,1 8 1,3 2-1,3 8 350,1 9 1,1-1-1,3 11-862,-2-4 1,-6-3-1,1-2 1,-2-6-576,2-4 0,-3 0 133,3-12 0,-3-9 1,-2-14-835,0-12 1,2-3 0,1-7 0,4 0 569,2 0 0,-4-2 0,3-4 1,1 5 720,0 4 0,-1 4 0,4 1 391,-1 1 0,-1 1 0,6 4 142,-1 4 0,-1 13 0,-2 9 0,-2 8 95,2 5 1,-5 2 0,-2 0 0,-1 0-680,1 0 1,-3 0 0,3-1 0,-4-3-2089,-1-1 1,0-12 232,0 1 0,0-13 1696,0-7 0,7-11 0,2-15 0</inkml:trace>
  <inkml:trace contextRef="#ctx0" brushRef="#br0" timeOffset="369">14538 10417 7899,'9'10'1366,"-3"-1"487,1-2 0,2-2 0,6-5-697,1 0 1,-1 0-1,1-2-982,-1-3 0,-1-4 0,-2-6-416,-1-1 1,-8 1 0,2-1 0,-3-1 135,-2-4 1,0 9-1,0-3 1,-2 1 26,-3 0 1,-2 4 0,-5 1 0,2 2 440,-2 4 0,-2 3 1,-2 5-1,1 5 183,-1 4 1,6 3 0,2 4 0,-1 3-142,0 0 1,6 4-1,-2-6 1,3 1-961,2-1 1,0-1 0,2-6-2037,3 1 1,3-8-1,8-2 2592,-1-5 0,1-1 0,-1 0 0</inkml:trace>
  <inkml:trace contextRef="#ctx0" brushRef="#br0" timeOffset="370">14832 10370 7881,'6'11'1533,"-1"-1"-716,-2 2 1,-1 2 0,0 1 0,1 1-466,2-1 0,0-4 1,-3-1-1,2 2 374,1 2 0,0-4 0,-5 0 294,0 2 0,2-5-488,3-1 0,-3-12 0,3-4 1,-4-5-369,-1-6 1,0 2-1,0-7 1,0-1-446,0-3 1,6 4-1,-1 2 1,-2 0-221,-1 0 0,3 5 501,0-2 0,7-3 0,-3 0 0</inkml:trace>
  <inkml:trace contextRef="#ctx0" brushRef="#br0" timeOffset="371">15716 10246 8245,'-7'-10'2005,"-3"0"1,1 6-1,-1-1-1535,-2 3 0,-2 2 0,-2 2 133,1 3 0,-1 4 1,1 6-1,1 1-29,4-1 0,-4 2 1,5 2-513,1 2 0,1 5 0,7-4 0,0 1-145,0-1 0,0-1 1,0-6-1,2 1 1,3-2-1635,5-4 0,6-2 0,3-4 1,3 1-3080,2-1 4796,-5-10 0,10-9 0,-5-9 0</inkml:trace>
  <inkml:trace contextRef="#ctx0" brushRef="#br0" timeOffset="372">16041 10200 8696,'-15'0'1073,"-1"0"1,6 0 0,0 0 0,-2 0 91,-2 0 0,-2 1 0,1 5-628,-1 4 1,1 4-1,1 3 1,4 2-685,5 2 1,1-1 0,1-4 0,-2-1-588,1 1 1,8-1-1,2-1 36,3-4 0,1-3 0,6-7 1,-1 0 211,1 0 0,-1-7 0,1-3 345,-1-4 0,-4-3 0,-3-2 0,1-2 118,0 2 0,-4 7 0,3 2 1,-1-2 397,-3-2 1,-1 4 1073,2 0 1,-1 8 0,4 2-884,-1 8 0,-2 11 1,-5 2-1,0-2-272,0-2 1,6-1 0,-1-1 0,0 1-1579,2-1 1,-4 1-1124,8-1 0,-1-6 2407,5-4 0,1-10 0,-1-4 0</inkml:trace>
  <inkml:trace contextRef="#ctx0" brushRef="#br0" timeOffset="373">16351 10184 7809,'-15'0'1123,"-1"0"630,1 0 1,-1 0-1,1 0-1151,-1 0 1,1 2-1,1 3 1,2 5-88,2 4 0,1 2 0,-3-1 1,3 2-122,3 4 0,0-4 1,6 6-1,0-3-40,0 1 1,0 0 0,2-6-410,3 1 1,4-8-1,5-1 1,-2-2-559,-2 1 0,0-1 1,6-7-1,-1-3-1560,1-5 1,-1 1 0,-1-1 2172,-4-2 0,4-9 0,-5-3 0</inkml:trace>
  <inkml:trace contextRef="#ctx0" brushRef="#br0" timeOffset="374">16444 9859 11478,'-8'15'1784,"1"-4"0,7-1 0,0 4-788,0 5 0,0 1 1,2 10-1,1 4-556,2 4 1,0 5 0,-3 7-1,2 3 252,1 2 0,0-10 1,-5 0-1,0-5-677,0-6 0,0-6-175,0-3 1,0-14 0,0-6-866,0-12 1,5-14-1,2-3 1,0-3-35,0-4 1,3 3 0,-3-8 0,2 3 1044,3 2 0,-4 0 1,1 2-1,-1 3 803,1 5 1,-4 6-1,6 5-166,1 4 1,-4 5 0,1 4 0,-2 8 94,-4 9 0,1 8 1,-1 3-1,2 0-232,-1 0 0,-3 0 0,1 0 0,2 0-480,1 0 1,0-7-1,-5-3 1,0-4-2534,0-2 1,0-4 489,0-1 1,5-14 0,2-1 2036,2-7 0,1-3 0,5-1 0</inkml:trace>
  <inkml:trace contextRef="#ctx0" brushRef="#br0" timeOffset="375">16801 10370 9696,'8'7'4177,"1"-5"-3735,-4 3 0,4-3 0,6-2-399,1 0 1,-1-5 0,1-2 16,-1-2 1,1 0 0,-2-3 0,-2 4 283,-2 1 1,-5-3 0,4 3 0,-1 0-208,1 0 1,-6 0-1,4 4 1,-2-4-178,1-2 0,1 0 0,-4-3 0,2 2-660,-1-2 0,-3 3 1,-1-1 619,0-2 1,0-2 724,0-1 0,-1 4 0,-5 3-361,-4 1 0,-4 2 0,-1 5 859,-1 0 0,1 5 0,-1 2-791,1 1 1,4 1-1,3 3 1,-1-2 119,1 2 1,2 2 0,-2 2 0,-1-1-134,1 1 0,4-1 0,-1 2 0,3 2-96,2 2 0,0 1 1,0-3-1,2 4-47,3 1 1,-1-5 0,6 2 0,2-4-309,2-2 0,-4-1 0,0-2 1,3-3-178,0-2 1,5-2 0,2-5-1389,6 0 0,-4-7 0,-1-3 0,-4-6-617,-1-5 1,-6 4 2293,0-4 0,8-3 0,6 0 0</inkml:trace>
  <inkml:trace contextRef="#ctx0" brushRef="#br0" timeOffset="376">465 10913 7824,'0'8'-2052,"0"-1"2049,0-7 1,2-5 2,3 0 668,-3 0 1,6 5 1316,-3 0 876,-3 0 797,12 0-390,-12 0-1713,4 0 2040,-6 0-1887,0 0-1623,-6 0 1,2-5 0,-6-1-23,-2 3 1,3 1-1,-1 1-273,-2-5 0,3 5-124,-1-4 0,-1-2 626,-4 1 1,5 1 0,-1 5 152,-1 0 1,4 0-276,-3 0 1,8 2 0,-2 3-67,3 6 1,2 2 0,0 3 0,0-1-40,0 1 0,0 1 1,0 2-1,0 2-221,0-2 0,0-7 0,2-2-388,3 2 1,-3-3-325,3 1 1,-2-1-813,2 1 1556,-3-3 0,7-7-162,-4 0 0,-2 0 316,8 0 0,-6 0 0,3-2 0,1-1 49,0-3 1,-4 1-1,5 5-70,2 0 0,2 2 1,1 1 18,1 3 1,-6 1-1,-1-2 1,0 3 233,-1 1 0,-3 5 0,6-4 136,1 4 0,-5-4 0,-2 0 23,-4 3 0,5-5 377,-1 2 0,-2-1 1,-8 1-627,-5-4 1,-2-3-1,0 0 1,1 3-173,-1-3 0,-2-1 0,-1 0 0,-1 3 0,1-4 0,-1 5-337,1-5 1,-1 1-2362,1 3 1,5-3-3971,-1 3 1887,8-3 4781,-4-2 0,14-7 0,1-2 0</inkml:trace>
  <inkml:trace contextRef="#ctx0" brushRef="#br0" timeOffset="377">899 11238 7824,'-10'2'5190,"1"3"-533,2 6 1,-3 2-2268,5 3 1,-1-6-830,6 0-1561,0-6-2625,0 3 0,0-9 1,0-3 2624,0-5 0,0-4 0,0-2 0</inkml:trace>
  <inkml:trace contextRef="#ctx0" brushRef="#br0" timeOffset="378">1333 11114 10169,'-9'0'4915,"2"0"0,7 2-3113,0 3 1,-1-3-480,-4 3-1260,3 4 1,-10-6 0,5 6 0,-2-1-1708,-3 1 625,5-6 1,-1 11 301,3-3 0,5 1 0,-2 0 373,5-2 1,9-7 0,-1 4 652,2 0 1,3-3 0,-1 4 0,-1 1-105,-3-1 1,2-2 0,-4 4 630,0 2 1,3 2-179,-7 1 0,0 1 1,-7-2-517,-3-4 0,2 2 0,-8-5-699,-1 2 1,-2-6 0,-1 2-515,-1-3 1,3-4 0,1-1 0,3-4-533,2-2 1,-3-1 0,5-6 0,1 1 1602,2-1 0,-4-6 0,-3-2 0</inkml:trace>
  <inkml:trace contextRef="#ctx0" brushRef="#br0" timeOffset="379">1550 10866 18829,'9'16'710,"-1"-1"0,-4 3 1,2 0-214,3 3 1,-4 12 0,4 0 0,-1 4-577,1 7 0,-6-1 0,3 0 1,-5-4-380,-1-1 0,6-3 0,-1-8-2658,-2-1-2952,-1-7 6068,-9-4 0,-2-15 0,-6-8 0</inkml:trace>
  <inkml:trace contextRef="#ctx0" brushRef="#br0" timeOffset="380">1519 11207 18569,'15'0'117,"1"0"0,1-5 0,2 0 0,2 2-728,-2 1 0,3 0 0,0-1 0,1-3-899,-1 3 1,4 1 0,-5 2-1,-1 0 830,3 0 0,-11 0 0,3 0 1124,-1 0 1,-7 2 0,-2 3-356,-3 6 0,-2 2 0,0 3 0,-2 1 1837,-3 4 0,3-2 1,-5 5-1,2 0-1118,0 0 0,0-5 0,3 2 0,-1-4-820,-2-2 1,-1-4-1,8-3 167,3-1 0,4-2 1,6-5 64,1 0 0,-2-7 0,-2-3 0,-2-4-182,2-1 1,-3-1 0,-1 1 0,-1-1 32,-3 1 0,3-1 1,-2-1-1,-2-2-7,-1-2 0,-2 1 0,0 4 0,0 1-317,0-1 0,-2 3 1,-1 0-1,-4 5-1107,-2 1 0,6 0 0,-4 4-4800,0-3 6160,5 1 0,-12 5 0,6 0 0</inkml:trace>
  <inkml:trace contextRef="#ctx0" brushRef="#br0" timeOffset="381">2046 11269 7736,'0'24'962,"0"-3"0,0 1 0,0-1 0,0-2 1302,0-2 0,0-6 0,0-1-281,0 2-1895,0-5 1,0-7 0,0-10 0,2-4-187,3-2 0,-4-1 1,5-2-1,-3-3-403,2-2 1,-3 3 0,5-3 0,-2 1-355,0 5 1,2-5-1,-2 2-310,6 3 1,-3 2 0,1 4-680,-2 2 0,5 6 1844,-2-1 0,4 3 0,1 2 0</inkml:trace>
  <inkml:trace contextRef="#ctx0" brushRef="#br0" timeOffset="382">2216 11192 7727,'16'8'536,"-6"4"0,1-5 453,1 2 1,-4-4 0,3 4-550,1-2 1,-4 3-1,3-5 1,-1 0-189,-2 2 0,6-5 0,-3 3-159,2-3 1,3-2-263,-1 0 0,-1-2 0,-2-1 243,-2-3 0,-6-6 1,1 2 377,-3-4 0,-2 4 1,-2 0 3,-3-2 0,1 5 0,-6 0-125,-2 0 0,-2 5 0,-1-3 0,-1 3-236,1 2 1,5 0-1,-1 0 1,-1 0-11,-2 0 0,4 7 0,0 2 0,-1 1 224,3 0 0,-1 1 1,6 4-1,-2 1 116,1-1 1,2 3-1,2 0 1,2 5 131,3 1 1,-1-3-1,8 3 1,3-2-507,4-3 0,2-2 1,-4-3-1,4-4-61,5-4 1,-2-5-1,0-2 1,0-5 9,0-4 0,2-17 0,5-6 0</inkml:trace>
  <inkml:trace contextRef="#ctx0" brushRef="#br0" timeOffset="383">3224 11083 7925,'0'-8'5112,"0"1"-4584,0 7 0,0 2 0,0 3-190,0 5 1,1 4-327,5 1 1,-5 3 0,5 0 0,-5 5 0,-1-1 0,0 2-178,0 0 0,0-3-68,0 5 0,5 0 0,1 3 0,-3-3 0,-1-5 0,-1-2-1101,5 1 256,-5-9 0,6 9-375,-7-9 1,0-6 1452,0-5 0,-7-7 0,-1-9 0</inkml:trace>
  <inkml:trace contextRef="#ctx0" brushRef="#br0" timeOffset="384">3146 11269 12321,'11'-1'1629,"1"-3"1,3-3-1589,4-1 1,9 2-1,-3-4 1,5-2-626,1-2 1,-5-1 0,-2 1 0,-2 2-915,-3 2 0,-2-1 0,-1-4 1498,-1-1 0,1 1 0,-1-1 0</inkml:trace>
  <inkml:trace contextRef="#ctx0" brushRef="#br0" timeOffset="385">3472 11052 12404,'0'18'392,"0"2"1,0-1 0,0 5 0,0 2-9,0 3 1,0-1 0,0 8-1,0-1-22,0 1 1,0-5 0,0 1 0,0-4-343,0 0 0,0-11 0,0-2-641,0-1 1,0-5 551,0 1 0,0-8 0,0-2 1,0-9-463,0-5 0,0-1 0,1-1 0,3 1 466,1-1 1,5 1 0,-3-1-1,0 1 857,0-1 1,5 1-209,-2-1 0,4 8 0,2 3-184,-1 3 0,-4 4 0,-3 3 1,1 5-227,-1 4 0,-4 1 0,1 3 0,-2 1-320,3 1 1,-5 1-1,5-6 1,-5 1-1213,-1-1 0,0 1-2110,0-1 3468,0 1 0,0-21 0,0-6 0</inkml:trace>
  <inkml:trace contextRef="#ctx0" brushRef="#br0" timeOffset="386">3828 11362 16668,'-10'2'734,"0"3"-339,-2 6-528,5-5 0,0 8 1,5-5-1,-1 1 1,-3 1-1,3 1-2573,1 1 2180,2-4 1,2 3-221,3-7 605,4 0 1,1-5 0,0 0 0,1-1 151,-3-5 0,4 3 0,-6-7 29,-3-2 0,0 3 0,1-1 68,1-2 1,0 3 0,-3-1 16,3-2 1,-3 3 1093,3-1 1,-3 5 442,-2-6-1172,0 8 0,0-2-294,0 10 1,0-2-1,1 8 1,3 1-267,1 1 0,2-2 0,-4-1 1,3 2-365,-3 2 1,0 1-1,1 1 1,1-1-148,-1 1 0,2-6 0,0 1-393,-3 1 0,0-6 0,1 1-946,1 0 1920,0-5 0,2-2 0,2-9 0</inkml:trace>
  <inkml:trace contextRef="#ctx0" brushRef="#br0" timeOffset="387">3983 11037 8926,'-2'-9'3716,"-3"4"-3244,4 3 0,-6 4 1,8 3-1,3 7-110,1 7 1,5 5 0,-3 9-1,0 3-17,0 6 0,0 2 1,-4 3-1,3-1-438,-3 1 0,4-8 1,-2-2-1,-2-6-4535,-1-6 4628,-2-2 0,0-15 0,0-1 0</inkml:trace>
  <inkml:trace contextRef="#ctx0" brushRef="#br0" timeOffset="388">3937 11238 9401,'-11'5'7701,"3"2"-6434,1 2 0,3-6 1,10 4-1,4-2-1391,4 1 0,3-1 0,2-5 0,3 0-3341,2 0 3465,-5 0 0,17-7 0,-3-2 0</inkml:trace>
  <inkml:trace contextRef="#ctx0" brushRef="#br0" timeOffset="389">4588 11037 7940,'-5'15'1576,"-1"1"0,1-6 0,5 0-1246,0 3 0,0 0 0,0 3 1,0-1 132,0 1 0,0 1 1,0 2-1,2 3-138,3 2 1,-3-3 0,3 5-1,-3 0-144,-2-2-240,0 5 1,0-12 0,0 4-1,0-4 1,0-1-1088,0-1 0,0-4 871,0-1 1,0-8-1,0-2 1,0-9 103,0-5 0,5-1 1,0-2-1,0-2 85,2-2 0,-3 0 0,6 6 0,0-1 104,-1 1 0,5 1 1,-4 2-1,4 3 34,1 2 0,1 2 1,-1 5-1,1 0 580,-1 0 1,1 0-1,-1 2-119,1 3 0,-3 4 1,-2 6-1,-6 1-54,-3-1 1,-2 1 0,-2-1 0,-3 3-214,-6 2 0,-2-3 0,-3 4 0,-1-4-153,-4-1 0,4-1 0,-4-1 0,4-2-1026,2-1 1,-1-6-1,1 3-1844,-1-1 1,2-3-274,4-10 3050,3-2 0,7-15 0,0-1 0</inkml:trace>
  <inkml:trace contextRef="#ctx0" brushRef="#br0" timeOffset="390">4960 11362 7933,'-7'9'762,"0"5"0,-5-6 0,3 3 2350,2-1 1,-3 0-2376,5 6 1,0-1 0,5 1-731,0-1 0,1-4 1,5-1-425,4 2 0,4-5 0,1-2 1,1-3 281,-1-2 1,1 0-1,-1 0 1,1-2-706,-1-3 0,-5 2 0,1-8 412,1-1 0,-4-2 1,1-1 343,-2-1 1,-2 6 0,-5 0 0,0-2 47,0-2 0,0 4 0,0-1 751,0-1 1,0 4 987,0-3-1280,-7 8 0,7-2 1,-1 10-1,6 5-10,3 4 0,1 1 1,3 3-1,-3 1-181,-3 1 0,5 3 1,-6-4-1,0 3-32,2 2 1,-5 0 0,3 4-1,-3-4-118,-2-2 1,-7 6 0,-2-4-1,-1 2-146,-1 0 1,-1-11 0,-7 2 0,-1-1-395,1-4 1,2-7 0,1 0 0,1-3-543,-1-2 0,1-2 1,1-5-1,2-7-200,1-4 0,3-10 0,-2 2 1200,4-3 0,-2-9 0,-1-2 0</inkml:trace>
  <inkml:trace contextRef="#ctx0" brushRef="#br0" timeOffset="391">5270 10944 10667,'-9'2'3843,"4"3"-3404,3 5 1,2 6 0,0 4 0,0 6-30,0 3 1,0 6-1,0 3 1,0 6-62,0 5 1,2-5-1,1 8 1,2-5-510,-1-6 0,-2-5 1,-2-10-1,0-5-2806,0-4 2148,0-9 1,5-2 0,0-12-1,-2-4 818,-1-4 0,-2-8 0,0-2 0</inkml:trace>
  <inkml:trace contextRef="#ctx0" brushRef="#br0" timeOffset="392">5223 11254 9223,'-8'7'8961,"1"-4"-8156,7 7 0,1-6 1,5 1-1,4-3-182,4-2 1,6 0 0,3-2 0,-1-1-1820,0-3 1,-1 1 0,-5 4 0,1-3-1143,4-1 1,-9 0 0,3 5 2337,-1 0 0,0-7 0,1-2 0</inkml:trace>
  <inkml:trace contextRef="#ctx0" brushRef="#br0" timeOffset="393">5564 11285 8055,'0'15'1583,"0"-4"0,0-1 944,0 2 0,7-5-1885,3-2 1,4-3-531,2-2 0,-6 0-334,0 0 0,-6-7-230,1-3 0,-5 1 0,-5-1 447,-6-2 1,-2 5 0,-1 0-1,2 2 411,1-1 0,1 1 0,-5 5 157,-1 0 0,6 0 0,-1 0 263,-1 0 0,0 7 0,0 2 0,4 3-334,1 3 1,2-3 0,5 9 0,0-2-427,0 2 1,0-4 0,1 4 0,5-4-926,4-2 0,4 1 0,1-1-788,1 1 1,-1-8 0,1-2 183,-1-5 1,-5-1-1,1-1 1,-1-5 1462,-1-4 0,4-4 0,-4-1 0</inkml:trace>
  <inkml:trace contextRef="#ctx0" brushRef="#br0" timeOffset="394">6262 10944 8068,'-11'5'1978,"1"0"0,0 0-814,1 2 1,0-5 0,6 5-728,-2 0 0,-7-4-178,1 7 1,3-6 0,-1 3 0,1-2 137,-1 0 0,4 5 1,-4-3-1,1 2-20,-1 3 1,4 2-1,-4 1 1,1 1-163,-1-1 1,0 1-1,-3 1 1,4 2-121,1 2 1,0 6-1,3-1 1,-1 3-149,2 2 0,1 0 0,2 0 1,0 2-421,0 3 1,2-8 0,1 1 0,4-3-158,2-2 0,-1-5 0,4 0 1,-1-5-243,1-4 1,-4-5 0,3 4-1143,1-2 1,-4-4 2013,3-8 0,-1-4 0,6-6 0</inkml:trace>
  <inkml:trace contextRef="#ctx0" brushRef="#br0" timeOffset="395">6386 11223 11100,'-9'-2'2271,"4"-3"0,1 3-1258,-1-3 1,2 3-367,-8 2-466,8 0 1,-6 0-1,6 2 1,-4 1 49,-2 3-372,6 6 1,-4-9-1,5 7 1,-1 4-1,-2 3 1,1 6-72,3 1 1,1-3 0,0 5 0,0 1 45,0 2 1,0-3-1,1-2 1,3 0-41,1 1 1,5-7 0,-3 3 0,2-5 83,3-6 1,-4 2 0,3-7 0,1-1 36,2-3 1,1-1-1,2 0 1,2-1 89,2-5 0,1-4 1,-3-9-1,4-3-94,1-2 0,-5 3 0,1-3 0,-2 0 104,-3 0 0,-5 3 0,-1-3 0,-2 0 77,-4 0 1,-1 8 0,-2-3 0,0 0 256,0 2 1,-7-2 0,-3 2 0,-4-2 32,-1 0 0,-1 10 1,1-6-1,-1 3-115,1 3 0,-1-3 1,1 7-1,-1 0-135,1-2 0,-1 5 0,1-3-336,-1 3 1,1 2 0,-1 0-505,1 0 0,4 5 0,1 1 0,0-1-1174,1 2 1,0-6 0,6 6 1881,-2 0 0,0 9 0,5 8 0</inkml:trace>
  <inkml:trace contextRef="#ctx0" brushRef="#br0" timeOffset="396">6820 11378 8126,'-9'0'2112,"2"0"1,7 2 0,0 3-1935,0 5 0,7-1 0,2 1 0,1 0-355,0-1 1,-5 5 0,6-6 0,-1 3-201,-1-1 1,3-5 0,-5 6-70,1 1 0,1-4 0,3 1 0,-4-1-591,-1 1 1,4-4 0,-4 4-303,1-2 1339,-4-2 0,9 2 0,-4 1 0</inkml:trace>
  <inkml:trace contextRef="#ctx0" brushRef="#br0" timeOffset="397">7021 11269 8778,'-15'7'484,"4"0"1,3 5 0,-1-3 327,0-2 0,4 5 0,-3-2 0,-1 4-302,0 1 0,4 1 0,-5 1 0,0 2-305,1 2 0,-3 5 0,5-4 0,-2 0-320,-3 1 0,5-1 0,2-3-2451,4 2-1334,1-1 3900,0-11 0,6-2 0,3-7 0</inkml:trace>
  <inkml:trace contextRef="#ctx0" brushRef="#br0" timeOffset="398">7238 11207 7872,'-16'0'2335,"6"0"-434,0 0 0,-1 0-1017,-4 0 1,0 0-631,-1 0 1,7 7 0,3 2 0,0 3 283,1 3 0,0-3 1,5 9-1,-2-2-281,-3 2 0,3-2 0,-3 5 1,4 0-194,1 0 0,1-5 1,3 3-1,3-1-161,1 0 1,1-1 0,3-6 0,0-4-381,5-4 0,-5 1 0,7-2 1,0-2-222,-2-1 0,0-7 0,-1-2 0,-1-2 517,1-3 0,-1-2 1,-1-1-1,-2-1 304,-1 1 0,-8-1 0,2 1 0,-3-1 24,-2 1 1,0-2 0,0-2 0,-2-2 169,-3 2 0,2 2 1,-8 1-1,-1 1-263,-2-1 1,4 3 0,0 0 0,-2 5-1331,-2 1 0,4 0 0,-1 4-2166,-1-3 3442,-2 1 0,6 12 0,1 2 0</inkml:trace>
  <inkml:trace contextRef="#ctx0" brushRef="#br0" timeOffset="399">7703 11161 7972,'-9'-11'2694,"2"3"-1501,1 1 1,4 0-1,-5 4-519,0-3 1,4 0-1,-8 2-194,-1-1 0,4 0-247,-3 5 1,1 0 425,-6 0 1,1 0-177,-1 0 1,6 0-1,0 0-88,-2 0 0,3 7-444,-1 3 1,5 4-1,-4 1-411,2 1 1,2-1 0,3 1 464,-3-1 1,3 1-1,-3-1 1,3 1 110,2-1 1,0-4 0,0-1-92,0 2 0,6-3 0,1-1 0,-1 1-946,1-1 0,5-4 363,-1 1 0,2-3 0,3-2 67,-1 0 0,-4 0 1,-1 0 20,2 0 0,2 0 438,1 0 1,1 0 480,-1 0 0,1 0 1,-1 0-150,1 0 0,-6 5 1,1 2-39,1 2 0,-4-4 0,1 5 46,-2 2 1,3-3 0,-5 1 692,-1 2 1,-3-3-580,-1 1 1,-1-1 0,-4 3-261,-6-2 0,-1-5 0,0 4 1,2-1-93,-2 1 1,-2-6-1,-2 4 1,1-1-487,-1-1 1,3 2-1,1-4-1511,1 2 0,1 0-844,-6-5 1,8-1 2770,3-5 0,3-2 0,2-8 0</inkml:trace>
  <inkml:trace contextRef="#ctx0" brushRef="#br0" timeOffset="400">7780 10990 9055,'-8'0'2725,"1"0"1,9 0-2070,3 0 1,3 0-152,8 0 1,-2 2-1,-2 3 1,-2 6 0,2 2 124,2 3 0,-4 1 0,1 4 1,1 3-515,1 0 0,1 5 0,-2-3 0,-1 3-219,1 2 1,-4 0 0,1 0 0,-1 0 148,1 0 1,-5-5 0,1-2 0,-4 0-88,-1 1 1,0-5-1,0 6-141,0 2 0,0-6 0,0-1 64,0-4 1,-5-7-1,0 1-1300,2 1 0,-1-6-3736,-1 0 5154,3-5 0,-11-8 0,4-1 0</inkml:trace>
  <inkml:trace contextRef="#ctx0" brushRef="#br0" timeOffset="401">8648 11455 9055,'0'-8'2441,"0"1"1,0 9 0,0 3-2388,0 5 1,0 4 0,0 1 0,0 1-1254,0-1 733,0 1 0,6-1 1,-1 1-1,-2-1 1,-1 1-4174,-2-1 4639,7-6 0,-5 5 0,4-6 0</inkml:trace>
  <inkml:trace contextRef="#ctx0" brushRef="#br0" timeOffset="402">8679 11207 8177,'-15'0'3303,"5"0"-1161,-1 0-4135,8 7 0,-4-3-359,7 6 2352,0-7 0,14 11 0,3-5 0</inkml:trace>
  <inkml:trace contextRef="#ctx0" brushRef="#br0" timeOffset="403">8803 11393 8051,'0'23'350,"0"-1"1,0 6 0,0-4 180,0-2 1,0 1 0,0-3 407,0 6 1,0-9-92,0-1-809,0-11 1,0 0 0,0-10 0,0-5-123,0-4 1,0-2 0,0 1-1,0-2-166,0-4 0,6 4 1,-1-4-1,0 2 209,2-2 0,-4 9 0,6-3 0,-1 1 425,1 0 0,-4 4 0,6 1 70,1 3 0,-4 0 0,3 6 0,-1 2 78,-2 3 1,6 6-1,-5 8 1,1 3-645,1 2 1,-8-5 0,4 3 0,-2-1-915,0 0 1,0-1-1,-5-4-3304,0-1 4329,0-6 0,7 5 0,2-6 0</inkml:trace>
  <inkml:trace contextRef="#ctx0" brushRef="#br0" timeOffset="404">9687 11409 13648,'-7'8'718,"5"6"0,-3-3-400,3 2 1,2 3 0,0-1-195,0 1 1,0-1-1,0 1-253,0-1 1,0-4-131,0-1 0,0-8 1,0-2 189,0-9 1,2-6-1,1-4 126,3-2 0,-1-7 1,-3 3-1,1-3 1,2 1-36,-1 1 1,2 7-1,0-2 1,-3 4-473,-1 1 1,0 6-1243,3 0 0,3 6 1692,8-1 0,-1 10 0,1 4 0</inkml:trace>
  <inkml:trace contextRef="#ctx0" brushRef="#br0" timeOffset="405">9935 11393 8257,'10'16'828,"0"-1"0,-4-6 0,4-2-378,2 0 0,2-6 0,1 5 0,1-5-232,-1-1 0,-4-1 1,-1-3-1,0-3-28,-1-1 0,0 3 1,-6-6-49,2-1 0,0-2 0,-5-1 0,0-1 0,-7 8 1,-3 3 20,-4 3 0,-1 2 0,-1 0 1,1 0 195,-1 0 1,1 0 0,-1 2 0,1 3-157,-1 5 0,6 4 0,1 1 0,1 1-294,-1-1 0,6 6 0,-2 0 0,3-1-252,2 3 0,0-6 0,2 2 0,1-5-526,2-4 1,7-5-1,-1 4 1,4-2-3057,6-4 3925,-4-1 0,12-9 0,-5-2 0</inkml:trace>
  <inkml:trace contextRef="#ctx0" brushRef="#br0" timeOffset="406">10369 11362 7856,'-11'0'1096,"1"0"784,-2 0 0,-2 0-1214,-1 0 1,1 7 0,4 4-1,3 2-353,0 3 1,5-1 0,-3 1 0,3-1-616,2 1 1,0-1 0,2 1 0,3-1-200,6 1 1,-3-6-1,2-1 1,3-2-78,0-4 1,-2-1 0,-1-2 356,2 0 1,-3-5 0,-1-2 0,-1-2 60,-3-3 0,-3 4 1,-1-3-1,0-1 29,0-2 1,0-1 0,0-1 0,0 1 191,0-1 0,0 6 1,0 0 823,0-2 1,0-2 1150,0-2-1180,0 8 1,0 3-558,0 10 0,2 3 0,1 8 0,4 1 165,2 4 0,0 1 0,3 6 0,-4-2-110,-1 1 1,3-3-1,-4 0 1,-3 0-157,-1 1 0,-2-1 0,0 1 0,0-2-52,0-1 0,0-8 0,-2 5 0,-1 0-200,-3-2 1,-6-5 0,2-3 0,-4-1-113,-1 1 0,-1-6 0,1 3 1,-1-5 14,1-1 1,-1 0 0,3-1 0,0-5-1111,3-4 1,0-4-1,-4-3 1,2-2-3084,2-1 4344,6-8 0,-3 4 0,7-7 0</inkml:trace>
  <inkml:trace contextRef="#ctx0" brushRef="#br0" timeOffset="407">10756 11083 18847,'0'16'1012,"0"-1"1,2 1 0,1-1 297,3 1-986,6 6 1,-9 2-1,7 7 1,1 2 0,-1 1-1,-1 3 1,-1-1 457,1 2 0,-6-6-1274,3 5 0,-3-12 0,0-4 1,3-4-1,-3-1-3989,-1-1 2880,-2-6 1,0-4 1600,0-10 0,7-4 0,1-6 0</inkml:trace>
  <inkml:trace contextRef="#ctx0" brushRef="#br0" timeOffset="408">403 11905 11133,'0'-10'2285,"0"-1"0,0 6-1673,0-5 0,-2 6 0,-1-3 1365,-2 0-1379,-1 6 0,5-6 58,-4 7-483,-4 0 0,-1 0 1,-1 0-370,-1 0 1,4 5 0,-1 2 0,2 2 70,4 3 0,-4-4 1,0 3-1,0 2 229,0 6 1,0 0-1,4 5 1,-2 0-4,1 1 1,2-1 0,2 3 0,0-1-82,0 2 0,0-4 1,0 0-1,2-2-215,3-3 1,-3-2 0,5-1 0,0-1-168,3 1 0,-1-7 0,1-4-13,2-4 0,2-1 1,1 0 171,1 0 1,-6-6 0,-1-5 0,0-3-28,-1-1 0,-3-1 0,4 1 0,-2-1 162,-4 1 1,1-1 0,-1 1 0,2-1 299,-1 1 0,-3 5 0,-1-1 256,0-1 1,-1 5-1,-4 2-241,-6 3 1,3 2 0,-3 2-273,-1 3 1,4-1 0,-3 6-632,-1 2 0,5-3 1,0-1-1,2 1-1721,0 0 0,0-4 2377,5 5 0,0 0 0,0 6 0</inkml:trace>
  <inkml:trace contextRef="#ctx0" brushRef="#br0" timeOffset="409">682 12153 7829,'-10'10'2010,"-1"1"0,-1-1 3698,-2-1-3134,6 4-6656,1-11-1565,7 5 5647,7-7 0,1-7 0,8-2 0</inkml:trace>
  <inkml:trace contextRef="#ctx0" brushRef="#br0" timeOffset="410">1131 11936 9344,'-8'0'6634,"1"0"-5406,0 0 1,4 0-283,-8 0-778,8 0 0,-6 0 0,6 2-264,-2 3 79,-1-4 0,1 13 0,0-3 0,0 1 1,0 0-1,0-2-13,1 2 0,-3 4 1,2 3-1,2 1 76,1-1 0,2-2 1,0-1-123,0-1 0,0 1 1,2-1-296,3 1 0,-2-7 0,8-3 0,1 0-342,1-1 1,-2 0 0,-1-5 0,2 0-207,2 0 0,1-5 0,1-2 0,-1-2 919,1-3 0,-1-2 0,1-1 0</inkml:trace>
  <inkml:trace contextRef="#ctx0" brushRef="#br0" timeOffset="411">1286 12013 7829,'-8'16'0,"-4"-6"0,5 1 0,0 1 1251,0 1 1,2-2 0,5-1-1,0 2-64,0 2 0,0 1 0,0 1 1,2-1-961,3 1 0,-3 1 0,4 2 0,0 3-22,-1 3 0,0-6 0,-3 1 0,1-3-419,2-1 1,0-1 0,-5 1-1627,0-1 1075,0-6 1,0-4 486,0-10 1,0-4 0,0-8 0,0-2 56,0-1 1,-1-3-1,-3 3 1,-1-5 534,2 1 0,1-5 0,2 5 0,0-2 95,0 0 0,0 6 0,0-5 0,2 3 188,3 3 1,-2 2 0,8 1-222,1 1 0,7 5 1,1 1-1,1 2 44,1 4 0,-4 3 0,2 5 0,-1 5-299,2 4 1,-4 7 0,2 1 0,-7 0-75,-7 1 0,-3 3 0,-2-6 1,0 1-123,0 1 0,-2-4 0,-3 2 0,-5-3-221,-4-1 0,-3-6 0,-2-1 0,-2-2-1392,2-4 1,2-1 0,1-2-519,1 0 0,6-7 2206,4-3 0,3-4 0,2-2 0</inkml:trace>
  <inkml:trace contextRef="#ctx0" brushRef="#br0" timeOffset="412">1627 12044 7502,'-10'6'-725,"1"0"0,1 1 1760,-1 0 1,6 0-1,-2-2 758,3 6 1,2-3-1,0 3 1,0 1-1416,0 1 1,0-2-1,0-1 1,0 2 36,0 2 0,5 3 0,2 2 1,0 2 138,0-2 0,0-7 1,-2-2-1,3 2-238,1 2 0,5-5 0,-4-4-85,4-4 0,1-1 1,1 0-1,-1-1-11,1-4 0,1-4 1,0-7-1,1-1-86,-5-3 1,-1 2-1,2-4 1,-2 1-151,-1 1 1,-8-1 0,2 5 0,-3 1-192,-2-1 0,2 6 0,1 0-2319,2-2 1,-1 3 2525,-10-1 0,-2-1 0,-8-4 0</inkml:trace>
  <inkml:trace contextRef="#ctx0" brushRef="#br0" timeOffset="413">2387 11874 17260,'5'15'357,"0"1"1,2 6-1,-4 4 1,3 5 159,-3 5-402,6-3 1,-8 10 0,6-7 0,-2-1 0,1-3 0,-3-2 0,1-4-749,1-6 1,-4-8-408,5-1 0,-5-10 0,-1-1 102,0-8 0,-5-6 804,0-2 0,-5-1 0,3 0 0,-2 0 1,-3 3-1,0 0 188,2 0 0,-4 1 0,4 1 349,-4 1 1,-2 8 0,1-2 72,-1 3 1,6 4-1,1 3-80,3 5 1,0 4 0,6 3 0,0 2-53,0 2 1,0 5-1,2-6 1,3-1-571,6-2 1,-3-3 0,3-2 0,2-3-540,6-2 0,-5 0 0,5-4 0,0 2-395,-2-1 1,2-4 0,0-5 1159,2-6 0,6-3 0,-3-1 0</inkml:trace>
  <inkml:trace contextRef="#ctx0" brushRef="#br0" timeOffset="414">2697 12137 9788,'0'16'2676,"0"-1"1,0 1-1733,0-1 1,2-6-1,3-4-1038,5-3 1,4-4 0,1-1-500,1-2 0,-6-7 1,0 1-628,3-3 0,-7-1 1155,0-1 0,-5 1 307,-1-1 0,-1 6 0,-5 1 344,-4 3 1,-4 0 0,-1 6-117,-1 0 1,1 2-1,-1 2-194,1 1 0,-1 7 0,3-2 0,0 4-138,3 1 0,5 1 0,-4-1 0,2 3-234,4 2 0,1-2 0,2 2 1,0-3-373,0-1 1,2-1 0,3 1 0,6-2-874,2-4 1,3-3 0,-1-7 0,1 0 1340,-1 0 0,8-7 0,1-2 0</inkml:trace>
  <inkml:trace contextRef="#ctx0" brushRef="#br0" timeOffset="415">3022 12106 7797,'-10'0'2322,"0"0"-927,-2 0 1,3 0 0,-1 2-604,-2 3 1,-2-1 0,-2 6-559,1 2 1,4 2 0,3 3-110,1 4 1,-3-4 0,4 4 0,3-4-245,1-2 0,2 3 1,0 1-500,0 1 0,5 1 1,2-7-1,2-4-125,3-5 0,2-3 0,1-2 0,1-2-1725,-1-3 2468,1-4 0,6-6 0,2-1 0</inkml:trace>
  <inkml:trace contextRef="#ctx0" brushRef="#br0" timeOffset="416">3177 12168 8244,'-13'11'1557,"0"-3"0,5 1-712,1 0 0,-5-1 1,3 4-1,-1-1-355,0 1 1,6 1 0,-1 3-350,3-1 1,2 1 0,0-1-190,0 1 0,7-6 0,4-1 0,2-2-60,3-4 0,1-1 0,2-2 0,2-2-147,-2-3 1,3-4 0,-1-4 0,-2 1 137,-2 1 1,-7 1-1,0-6 1,1 1 83,-3-1 0,-1 1 1,-7-1-1,0 1 344,0-1 1,-5 6-1,-4 1 1,-3 3-123,-5 2 0,-3 2 0,1 4 1,-4 2-470,-1 1 1,5 7 0,-1-2 0,2 4-998,3 1 0,1-4 1,4-1 1276,5 2 0,3 2 0,2 1 0</inkml:trace>
  <inkml:trace contextRef="#ctx0" brushRef="#br0" timeOffset="417">3596 11936 9656,'-16'0'5083,"8"2"-4399,2 3 0,5 3 0,1 10-394,0 2 0,0-1 0,0 7 0,0 2 0,0 1 96,0 2 0,0 0 1,0-2-1,1-1-455,5-2 0,-5-7 1,5 1-1,-3-3-273,2-1 0,-3-6-1093,3 1 0,-3-10 712,-2-1 0,0-7 1,0-8 519,0-1 0,-7 1 1,-3-1 342,-4 1 1,0 5 0,2 1 0,2 2 285,-2 4 0,-2 3 0,-2 5 229,1 5 1,1 4 0,4 1 0,3 3-203,0 2 0,5-1 0,-3 5 0,3 0-195,2 1 0,0-6 0,0 1 0,2-4-1069,3-6 0,4 2 0,6-7 0,1-1-1908,-1-3 0,1-7 2719,-1-5 0,1-9 0,-1-5 0</inkml:trace>
  <inkml:trace contextRef="#ctx0" brushRef="#br0" timeOffset="418">3704 12261 7615,'0'11'0,"2"-3"2053,3-1 1,-1 0-730,6-2 0,0-3 0,6 3-1019,-1-3 0,-4-7 1,-1-2-984,2-2 1,2-1 423,1-6 1,-6 1 888,-4-1 0,-3 6-412,-2 0 0,-2 1 0,-3-1 70,-5 5 1,-4 3 0,-2 2-48,1 0 1,-1 2 0,1 3 153,-1 5 1,6 4 0,1 1 0,1 1 329,-1-1 1,6 1 0,-3-1 0,5 3-164,1 2 1,0-2-1,0 2 1,1-1-837,5 2 1,2-9-1,8 3 1,-1-3-838,1-3 0,1-2 0,2-7 1,3 0-2656,2 0 3761,-5-14 0,11-3 0,-6-14 0</inkml:trace>
  <inkml:trace contextRef="#ctx0" brushRef="#br0" timeOffset="419">4836 12277 6838,'0'0'0</inkml:trace>
  <inkml:trace contextRef="#ctx0" brushRef="#br0" timeOffset="420">4851 12246 12328,'-8'0'3053,"1"7"-2969,7 3 0,0-1 1,0 1-1,0 2-384,0 2 124,0 1 1,0 3 0,0 1 0,0 1 0,1-1 0,3-2 0,1-1-1238,-2-1 0,-1 1 0,-2-1-2012,0 1 3425,0-7 0,7-3 0,2-6 0</inkml:trace>
  <inkml:trace contextRef="#ctx0" brushRef="#br0" timeOffset="421">4836 12106 13909,'0'9'-1229,"0"-2"0,0 0 1,0 1-1</inkml:trace>
  <inkml:trace contextRef="#ctx0" brushRef="#br0" timeOffset="422">5006 12370 8404,'-7'22'645,"4"-8"1,-8 5-70,-1 0 0,6 0 748,0-4-2008,5-6 1,1-4 0,0-10 611,0-5 0,0-4 0,1-2 0,3 1 87,1-1 1,2 1 0,-4-1 0,2 1 171,-1-1 1,3 6 0,-2 0-1,0-1 711,2 3 1,2-4-382,6 7 0,-5-1 0,1 6-216,1 0 0,0 2 0,0 3-389,-2 6 1,-5-3 0,4 3-154,-2 1 1,-2 1-1,-5 3 1,0-1-494,0 1 0,0-6 1,0 1-414,0 1 1,0-4-165,0 3 1311,0-8 0,-7 4 0,-1-7 0</inkml:trace>
  <inkml:trace contextRef="#ctx0" brushRef="#br0" timeOffset="423">4588 12091 11465,'8'-7'5035,"1"5"-2287,-4-3 1,-1 3-227,6 2-1951,-7 0 1,11 0-1,-4 0 1,4 0 0,2 0 722,-1 0-1294,1 0 0,-1 0 0,1 0 0,-1 0 0,1 0 0,1 0 0,2 0 0,1 0 0,1 6 0,-5 0 0,-1 3 0,1 3 0,-1-3 0,1 1 0,-1 2 0,1 2 0,-6 1 0,-1 1 0,-1-1 0,1 1 0,-6-1 0,2 1 0,-3 1 0,-2 4 0,0-4 0,0 4 0,0-4 0,0-2 0,-2 1 0,-3 1 0,-5 4 0,3-9 0,0 3 0,0-1 0,-1 0 0,-8 1 0,2-4 0,2-3 0,2-1 0,-2-3 0,3-3 0,-1-1 0,-2 0 0,-2 0 0,-1 0 0,-1 0 0,1 0-74,-1 0 1,6 0 0,-1 0-1,1-1-508,2-4 1,-6 3-660,3-3 1058,5 3 1,-1-5 484,7-3 0,1 1 0,5 0 77,4 3 0,-1-5 1,1 4-1,2 0-219,2 1 0,1-5 0,1 6 0,1 0-160,4-2 0,-4 5 0,3-3 0,-1 3 0,2 2 0,-2 2 0,5 2 0,0 2 0,0 3 0,-5 1 0,2 6 0,-4-1 0,-1 1 0,-1-1 0,-1 1-242,-4-1 0,-1-4-2388,-4-1 836,-3-6 1,3 2-2122,-10-6 0,1-1 3915,-6-4 0,0-11 0,-6-8 0</inkml:trace>
  <inkml:trace contextRef="#ctx0" brushRef="#br0" timeOffset="424">4836 11982 8437,'-18'0'1068,"-2"0"1,8 0 0,-4 2-178,2 3-968,1-3 0,2 5 1,3-9-1,1-3 38,3-5 1,3 1 1313,1-1 1,-2-1-252,-3-4 1,1 6-466,-6 4 0,5 3 1,-5 2-174,-3 0 0,5 0 1,-2 0-239,-3 0 1,0 7-1,-3 4-37,1 2 1,4-2 0,3-1-1,-1 2-4,1 2 1,2 1-1,-2 1 1,-1-1-66,1 1 1,4 1 0,-1 2 0,3 3-30,2 3 1,0-5-1,0 6 1,0 2 30,0 1 0,0-2 0,0 1 1,2 1 12,3-1 1,2-1 0,5 3-1,-2-4-294,2-6 0,2-3 0,2-1 0,-1-1 0,1 1 0,1-1 0,2-1 0,3-2 125,2-1 1,-3-8 0,3 4-1,0-2 29,0 0 1,-3 0 0,3-5 0,-2 0 153,-3 0 1,0 0 0,2 0-18,5 0 0,-7 0 0,1-1-43,5-4 1,-10-2 0,1-5 0,-1 1-5,4-1 0,-7-2 1,4-1-1,-3-2 66,1-4 0,2 4 0,-1-6 0,1 3 53,-1-1 1,-5-1 0,-1 3 0,0-2 29,-1 2 1,-4 0 0,1 0-1,-3-1-98,-2 1 1,0-4 0,0 3 0,0 1 54,0 1 1,-2 3-1,-2-1 1,-2-1 91,-3-3 1,4 7 0,-6-2 0,1 1 167,2 0 1,-6 4-1,3 0 1,-2-2-157,-3-2 1,1 4 0,-1 1 0,-1 0-4,-4 1 0,4 3 0,-5-4 1,-1 2 142,-3 4 1,-3 1 0,0 2 0,0 0-200,-2 0 1,3 7 0,-8 3 0,3 2-315,2-2 1,5 3-1,4-7 1,3 1-6367,5 0-655,9-2 7177,-2-5 0,7 0 0,0 0 0</inkml:trace>
  <inkml:trace contextRef="#ctx0" brushRef="#br0" timeOffset="425">5611 12261 25908,'15'0'156,"-5"0"0,1 0 0,1 0-437,2 0 0,3 0 1,2-1-1,1-3-114,-1-1 0,-1 0 1,-3 5-1,1-2-288,-1-3 1,-5 3 0,1-3-2049,1 3 0,0 1 0,0-3-2415,-2-1 5146,-6 0 0,9-2 0,-4-2 0</inkml:trace>
  <inkml:trace contextRef="#ctx0" brushRef="#br0" timeOffset="426">5859 12122 7891,'-9'0'2503,"2"7"1,9-5-1,3 3-2027,5-4 0,-1-6 0,1 0 0,2 2 301,2 1 1,-4 2 0,1-2-305,1-3 0,2 3 1,1-3 93,1 3 1,-6 2-71,0 0 0,-1 2-3,1 3 0,2-1 0,-7 6 90,-1 2 1,-2-3 0,-2 1-335,0 2 0,0-3 1,0 1-188,0 2 0,0-3 1,0 1 5,0 2 1,-6 2 0,1 1 0,0-1-202,-2-3 1,4 2 0,-6-2-1,1 2-473,-1 3 0,0-6 0,-3 1-375,2 1 1,6-4 0,-2 1 0,0-1-3389,1 1-1149,0-5 5517,5 2 0,0-12 0,0-3 0</inkml:trace>
  <inkml:trace contextRef="#ctx0" brushRef="#br0" timeOffset="427">6308 12463 8490,'-9'10'4643,"4"1"-4116,4-8 0,2-3 0,3-10 202,1-4 0,5-2 0,-3 1 1,2-1-116,3 1 0,-4-1 0,3-1-516,1-3 1,-4 1 0,3-7-1,-1 0 1,0 0-242,1 0 0,-3 0 0,4-5 0,-3 2-47,-2 3 0,0 2 1,-4 5-385,2-1 1962,1-1-821,-6 12 0,0 4 0,0 10-157,0 6 0,5 2 1,0 3-1,-2-1-140,-1 1 0,0 1 0,1 2 0,2 3-25,-1 3 1,3-5 0,-2 4 0,0 0-304,2 1 0,-4 0 1,6 5-1,0-3 22,-1-1 0,-3-7 0,4 2 1,-2-4-5108,-4-2 2901,6-6 0,-6-2 735,8-7 1,-8-2 0,2-3 568,-3-5 0,-4-2 0,-1 0 938,-2 1 0,-14 1 0,2-6 0</inkml:trace>
  <inkml:trace contextRef="#ctx0" brushRef="#br0" timeOffset="428">6401 12339 8326,'-15'0'2457,"6"0"1,4 0-1,10 0 1,5 0-1018,4 0 1,3 0 0,2 0 0,2 0-1459,-2 0 1,-2 0 0,-1 0-1,-1 0-1791,1 0 1,-1 0 0,1-2-1,-1-1 1809,1-2 0,6-7 0,2 3 0</inkml:trace>
  <inkml:trace contextRef="#ctx0" brushRef="#br0" timeOffset="429">6835 12060 8224,'-9'7'2989,"1"-6"-1255,3 5-880,3-5 1,-5 1 388,7 3 1,2-1 0,1 6-477,2 2 0,1 2 0,-6 1 1,0 1-267,0-1 1,0 1-1,0-1 1,0 3-99,0 2 1,0 3-1,0 3 1,0-4-173,0 0 0,1-4 1,3 2-334,1-3 1,0-1-1,-5-1-133,0 1 1,0-6-593,0 1 415,7-8 1,-4 4 555,8-7 1,-1 0 542,6 0 0,-3-2 0,-1-1-375,-1-2 1,-1-6 0,6 6-313,-1 2 1,-5 1-1,1 2-1263,1 0 0,2-2-1486,1-3 0,-5 3 667,1-3 0,-6 3 1,3 1 2081,-1-4 0,-1-4 0,-6-7 0</inkml:trace>
  <inkml:trace contextRef="#ctx0" brushRef="#br0" timeOffset="430">7161 12106 10377,'-9'0'7142,"0"0"-4924,4 0-1439,3 0 1,-4 7 0,6 4-240,0 2 0,0-2 1,0-1-1,0 4-122,0 5 0,0 0 0,0 5 0,0-2-234,0-3 1,5 4-1,2-3 1,-1-1-181,1-2 1,4-1-1,-4-1 1,1-1-153,4-3 1,-3 1 0,1-7 0,0 0-20,-1 2 1,5-5 0,-4 3 300,4-4 1,1-1 0,1 0-54,-1 0 1,-4-5 0,-1-2 26,2-1 0,0-3 0,0-4 0,-3-1-91,-2 1 1,3-1 0,-3-1 0,0-2-4,0-1 1,0-3 0,-4 4 0,2-3 147,-1-2 0,-3 5 1,-1-2-1,0 4 146,0 1 1,0 1-1,0-1 1,0 1-309,0-1 0,0 6 0,0 0 0,0-2-449,0 5 1,-1 0-2813,-4 7-3383,3 0 6644,-5 0 0,0 7 0,-2 1 0</inkml:trace>
  <inkml:trace contextRef="#ctx0" brushRef="#br0" timeOffset="431">263 12788 7818,'-10'0'2788,"0"0"0,5 0-1555,-6 0-101,8 0 1,-4 2-75,7 3 0,2-3-686,3 3 0,-2-3 0,8-2 0,1 0 85,1 0 0,-2 0 0,-1 0-477,2 0 1,2 0 0,1 0-161,1 0 0,-6 0 302,1 0 1,-3 2 129,3 3 0,1 3 0,-7 8 4,-2-1 1,-1 1-1,-2-1 1,-2 1 289,-3-1 1,3 1 0,-5-1-1,2 1-440,0-1 1,-5 1 0,5-1 0,-1 1-483,0-1 0,2 1 1,-4-1-1080,1 1 1,1-6-4546,6 1 2889,0-1 0,0-3 3111,0-7 0,7-14 0,2-10 0</inkml:trace>
  <inkml:trace contextRef="#ctx0" brushRef="#br0" timeOffset="432">496 13005 7818,'0'16'1136,"0"1"0,0 2 990,0 2 0,0-1 0,0-4-32,0-1-4111,0-6 2017,0-2 0,0-7 0</inkml:trace>
  <inkml:trace contextRef="#ctx0" brushRef="#br0" timeOffset="433">992 12943 7539,'0'-10'-92,"0"0"-405,0 6 297,0-3 153,0 7 1,-2 0 204,-3 0 946,3 7 858,-5-5 478,7 12-124,0-12-1448,0 4 1,0-4-519,0 3 0,0 4 1,0 6-36,0 1 1,0-1 0,2 1 0,2-1-160,1 1 0,0-1 1,-3 1-641,3-1 1,-3-4-1,3-1-141,-4 2 286,-1-5 1,0-2 0,0-10 0,0-5 39,0-4 1,6-2-1,-1 1 1,-2-1 183,-1 1 0,-2-2 0,2 0 0,1-1 155,2 5 0,2 0 1,-3-2 491,1-1 1,2 8-119,-2 3 0,-2 3 0,6 4-74,-2 3 0,-2-2 1,-3 8 30,3 1 0,-3 1-1035,3 3 0,-2-6-211,2 1 1,-3-6 564,3 5 0,-1-5-6,1 6 0,-2-8 172,8 2 1,-6-5-1,3-5 132,-1-5 1,0 1 505,-2-1 0,4 1 786,6-1 1,-4 3-835,-1 7 1,-5 0 0,4 2 0,-2 3-138,-4 5 1,4-1-1,-2 1-897,-1 2 1,3 2-1123,-2 1 0,2-4-1420,-2-1 848,-3-6 1,6 2 2281,-3-6 0,-3 0 0,5 0 0</inkml:trace>
  <inkml:trace contextRef="#ctx0" brushRef="#br0" timeOffset="434">1395 12974 9945,'0'-8'3267,"-7"1"1,4 7-2645,-8 0 1,6 2-1,-4 3-263,3 5 1,0 4 0,6 1-224,0 1 0,0-6 0,0 1-380,0 1 0,2-4 1,3 1 4,6-2 1,2-2 0,3-5 0,-1 0-23,1 0 0,-6-5 1,1-2-1,-1-2 94,-1-3 1,3 4 0,-7-3 593,-2-1 1,-1-2-139,-2-1 1,-2 5 0,-3 1-660,-5 2 0,-4 2 0,-2 5-843,1 0 0,-1 0-3704,1 0 4916,6 0 0,-4 7 0,4 1 0</inkml:trace>
  <inkml:trace contextRef="#ctx0" brushRef="#br0" timeOffset="435">1534 12928 13919,'9'15'702,"-4"1"1,4-6-1,-1 2 1,3 4 78,-1 3 1,-5 1 0,4-4 0,-1-1-100,1 1 0,-4-1 0,4 1-699,-2-1 0,-2-4-478,-5-1 218,7-6 0,-6-4 0,5-11-215,-5-3 1,5-1-1,-1-1 1,-2 1-195,-1-1 1,3 1 0,2-1-85,2 1 0,-6-1 0,4 3 0,-2 1-487,0 1 0,2 3 0,-3-4 0,2 3 1257,3 2 0,1-5 0,6 3 0</inkml:trace>
  <inkml:trace contextRef="#ctx0" brushRef="#br0" timeOffset="436">1813 12943 7818,'2'14'33,"3"-3"1,-1 1 0,4-5 1173,-1 1 0,0-3-291,-2 6 1,4-8 3,6 2 0,1-3-595,-1-2 1,-4-5 0,-3-2 0,1 0-88,0 0 0,-6 0 0,4 4-327,0-2 1,-6-2 0,5 2-128,-5-6 0,-1 3 7,0-3 1,-1 6 353,-5-5 0,3 6 0,-7-1 46,-2 3 1,3 2-1,-1 0 92,-2 0 1,3 0 46,-1 0 0,1 7 0,-3 2-80,2 0 0,6 4 1,-1-2-1,3 2-48,2 3 1,0-1 0,0 1 0,2 1-536,3 4 1,-1-4 0,4 4 0,1-4-264,0-2 1,1-4-2617,5-1 3212,1-6 0,-1 2 0,1-6 0</inkml:trace>
  <inkml:trace contextRef="#ctx0" brushRef="#br0" timeOffset="437">2542 12866 7680,'-11'5'1955,"1"0"0,7 7-1259,-2-1 1,3-3 0,2 3 0,0 1 95,0 1 0,0 3 1,2 1-296,3 4 1,-4-7-1,6 3 1,-2 0-133,1 0 1,-1-8 0,-5 6-679,0-1-96,7-7 1,-6-2-1,5-10 1,-3-5 241,2-4 1,-3-3 0,3-2 0,-1-4 18,1-1 0,-4 5 1,6-1-1,-2 2-129,1 3 1,-1-1 0,-5 1-1701,0-1 1,2 8-1535,3 3 3511,-4 3 0,13-5 0,-5-2 0</inkml:trace>
  <inkml:trace contextRef="#ctx0" brushRef="#br0" timeOffset="438">2712 12974 7218,'2'14'2404,"1"-2"-1353,3-1 1,4-6-1,-3 3 39,1-1 0,-2 0-433,4-2 1,-5-3-517,5 3 0,-1-5 0,1-5-188,-4-5 1,-5 1 0,-1-1-453,0-2 1,0 3 0,0-1 175,0-2 0,-1 3 633,-5-1 0,-2 1 20,-8-1 1,6 3-1,0 7 261,-2 0 0,3 7 1,0 3-557,2 4 0,2 1 1,5 1-1,0-1-245,0 1 1,0-1-1,0 1 1,0-1-49,0 1 0,2-1 0,1 1-1490,3-1 0,6-6 1748,-2-4 0,11 4 0,3-1 0</inkml:trace>
  <inkml:trace contextRef="#ctx0" brushRef="#br0" timeOffset="439">2991 12990 6821,'-15'0'2613,"-1"0"1,1 2-1854,-1 3 1,6-2-1,1 8-550,2 1 0,-3-4 0,5 3-702,2 1 0,1 1 0,2 3 182,0-1 0,2-1-1,1-2 1,4-3-635,1-2 0,3-2 553,4-5 1,1 0 0,-1 0 392,1 0 0,-6-7 1,-1-3-3,-2-4 1,0-2-1,-4 1 72,2-1 0,0 1 0,-5-1 214,0 1 0,0 5 1,0-1 1092,0-1 470,0 5-1576,0 0 1,0 9 0,0 3-1,2 6 77,3 2 1,-3 5-1,5 1 1,0 3-9,3 2 1,-1-5 0,-1 2 0,1-2-65,-1 1 0,-4-1 0,1 5 0,-1-1-188,1-4 1,-4 0 0,5 0 0,-5 1-152,-1-1 1,-5-2 0,-2-1-67,-1-1 1,-3 1 0,-4-2-41,-1-4 1,1-3 0,-1-7-623,1 0 0,4-2 0,3-3 1,-1-7-1016,1-7 1,2 0 1804,-4-7 0,7 0 0,-4-5 0</inkml:trace>
  <inkml:trace contextRef="#ctx0" brushRef="#br0" timeOffset="440">3131 12773 16138,'0'15'709,"2"1"1,1 1 0,4 4-192,1 5 1,1 0-1,3 3 1,-2 5-361,2 4 0,-5-3 0,0 1 0,-2-4-624,1-1 1,4-5 0,-5-2-1,-1-1-300,-3-4 0,4-2 0,1-2-5702,-3 1 6468,-1-7 0,-2-3 0,0-6 0</inkml:trace>
  <inkml:trace contextRef="#ctx0" brushRef="#br0" timeOffset="441">3673 13036 7934,'9'0'4255,"-1"0"-2368,-2 0-682,-5 0 1,8 2-1184,-4 3 1,-3 4-1,3 6 1,-2 1-1,1-1 1,1 1-538,-1-1-1620,-3-6 0,-1 5 2135,0-4 0,7 4 0,2 1 0</inkml:trace>
  <inkml:trace contextRef="#ctx0" brushRef="#br0" timeOffset="442">3751 12897 7633,'-16'7'1136,"2"1"0,2 6 0,4-2 584,1-1 0,0-8-2490,2 2 1,5-3 0,0-2-528,8 0 1,1-5-1,1-2 1297,2-2 0,2-1 0,2-6 0</inkml:trace>
  <inkml:trace contextRef="#ctx0" brushRef="#br0" timeOffset="443">3875 13114 7645,'-5'19'634,"-1"-4"1,0-3 0,2 4 73,-1-1 1,0-4-852,5-1 1,0-8 397,0-2-22,0-7 0,5-9 1,2 1-1,0-1-109,0 1 0,-1-1 0,0 1 0,4-1 96,4 1 0,-4-1 0,0 3 0,2 1 156,2 1 0,2 8 0,-1-2 0,1 3 35,-1 2 1,1 0 0,-1 0 0,-1 3-333,-4 8 1,4-1-1,-5 11 1,-1-4-261,-3-2 1,-1 1-1,-1-1 1,3 1-1343,-3-1 1,-1-4-3052,-2-1 4574,0-6 0,-7-4 0,-2-9 0</inkml:trace>
  <inkml:trace contextRef="#ctx0" brushRef="#br0" timeOffset="444">4169 12757 7823,'-7'9'1931,"6"5"0,-5-4-772,5 4 1,1 7 0,1 1 0,5 2-604,4 4 1,2 1-1,0 2 1,-2 0-803,2 0 1,-3 0 0,0-2 0,-2-1-582,-4-2 1,0-7-1,1 1-3917,1-3 4744,0-8 0,-12-2 0,-1-7 0</inkml:trace>
  <inkml:trace contextRef="#ctx0" brushRef="#br0" timeOffset="445">4123 13005 10734,'1'-8'4591,"5"3"-4486,4 3 1,4 2 0,1 0-1,2 0-955,4 0 1,-2 0-1,7 0 1,1 0 849,3 0 0,1 0 0,0 0 0</inkml:trace>
  <inkml:trace contextRef="#ctx0" brushRef="#br0" timeOffset="446">4417 13098 7823,'0'23'514,"-5"-4"1,0 5-1,1-2 488,3-3 0,1-7-833,0-1 0,1-8 1,5 2 75,4-3 1,-1-4 953,1-3 1,0 2-603,6-8 0,-1 6 0,-1-5-502,-4-2 0,2 3 0,-5-1-123,2-2 1,-6 3-1,2-1 1,-3-2 246,-2-2 0,0-2 0,0 1 173,0-1 0,-7 6 1,-3 2-312,-4 1 1,-1 1-1,-1 6 1,1 0 10,-1 0 1,6 0-1,0 2-5319,-3 3 5227,0 4 0,-3 6 0,1 1 0</inkml:trace>
  <inkml:trace contextRef="#ctx0" brushRef="#br0" timeOffset="447">5006 13207 7917,'-15'15'1859,"1"1"-411,4-1 0,-3-4-1271,8-1 0,0-8 1,7 0-1,1-8 0,4-2 1,0-4-1,2-2 0,-1-2 23,4 1 1,-5-1 0,0 3 0,-2 1 4,0 1 1,6 1 0,-6-6-1,-2 1-143,-1-1 1,3 6 0,0 0 0,-1-2-23,-2-2 0,3-2 0,0 1 0,-2-2-282,-1-4 0,-2 7 0,0-5 1,0 0 264,0 2 0,2 5 1,1 2 1599,2-2-713,1-2 0,-6 7-442,0 7 0,5 7 1,2 8-163,1 1 1,-3-1-1,6 1-21,1-1 1,0 1 0,0-1-1,-3 3-10,-3 2 0,7-2 1,-5 4-1,2-1-145,1-1 1,-6 6 0,4-3-1,-3-1-861,-2 0 0,3 1 1,-2-4-4186,-2 1-597,-1 1 4604,-2-12 1,-2-8-1,-1-8 1,-4-1 572,-2-4 1,-1 3-1,-5-1 1,-1-1 335,1 3 0,-1-4 0,1 5 11,-1-2 1,1 6-1,-1-2 203,1 3 1,-1 2 0,1 0 798,-1 0 1,8-2 926,2-3 1,5 2-951,1-8 0,7 8 0,3-4 0,4 2-229,1 0 0,2-1 0,2 6 0,4 0-548,1 0 1,-5 0 0,1 0-1,-2 0-1356,-3 0 0,1 0 0,-1 0 1,1 0-5020,-1 0 6162,1 0 0,-1 0 0,1 0 0</inkml:trace>
  <inkml:trace contextRef="#ctx0" brushRef="#br0" timeOffset="448">5471 12881 7950,'-15'6'6920,"-1"-1"-6471,8 7 1,2-10 357,12 3 0,-3-4 0,6 1-324,-3 3 0,0 4 0,-6 6 0,1 1 183,5-1 1,-5 1 0,4 1-1,-3 2-418,-2 2 1,0 5 0,0-6 0,0 1-325,0 1 0,0-4 1,2 2-1,1-3-940,2-1 1,1-6-1,-6 1-3133,0 1 2508,7-5 0,-4-1-1783,7-6 3424,-6 0 0,3-6 0,-7-3 0</inkml:trace>
  <inkml:trace contextRef="#ctx0" brushRef="#br0" timeOffset="449">5642 12928 8716,'-11'5'5278,"3"2"-4705,1 2 1,2-4 0,5 5-401,0 2 1,0-1 0,0 2-1,0 5 178,0-1 0,0 5 0,0 1 0,1 1 102,4 3 0,-1-3 1,5 0-1,-3-1 6,-2-4 0,3-2 0,0-2-623,1 1 1,3-2 0,4-4-3,1-5 0,-1-3 0,1-2 0,-1-2 121,1-3 0,-1-5 0,1-9 0,-1-4 388,1-1 0,-1 0 0,-1-3 0,-2 1-244,-2-2 1,-1 4 0,3 0-1,-3 0-602,-3 0 1,0 5 0,-6-2 0,0 4-1186,0 1 1,-2 6 0,-3 2 1687,-6 1 0,-2 1 0,-3 6 0</inkml:trace>
  <inkml:trace contextRef="#ctx0" brushRef="#br0" timeOffset="450">6386 13021 9530,'8'0'2132,"-1"0"1,-7 2-1,0 3 1,0 5-1855,0 4 1,5 1 0,0 1 31,-1-1-172,4 1 1,-6-1-1,5 1-765,0-1 318,2 1 0,1-7 0,-2-6 1,1-6-511,0-8 442,-6-3 0,9 4 0,-7 0 0,1-1 0,-1 1 687,0 0 1,2 6 1888,-2-1-1369,-3 3 0,6 9-220,-3 4 0,-1 2-646,6 3 0,-6-6 1,3-1 229,-1-2 0,-2-2 0,6-5 272,2 0 1,-3 0 0,1 0-20,2 0 0,-3-2-1013,1-3 0,1-2-1798,4-3 1,-6 1 0,-2 6 117,-1-2 1,-4-2 2245,3 2 0,4 3 0,0-5 0</inkml:trace>
  <inkml:trace contextRef="#ctx0" brushRef="#br0" timeOffset="451">6804 13083 7886,'-2'10'4287,"-3"1"0,3-6-3580,-3 5 1,5 0-1,4 6-290,1-1 0,0 1 0,-5-1-498,0 1 1,2-6-8720,3 1 8800,-3-8 0,5-3 0,-7-9 0</inkml:trace>
  <inkml:trace contextRef="#ctx0" brushRef="#br0" timeOffset="452">6804 12804 7885,'-15'0'2156,"6"2"0,2 1 37,0 2 1,5 2-1663,-3-2-3580,4 4 0,2 1 3049,4 1 0,11-8 0,8 4 0</inkml:trace>
  <inkml:trace contextRef="#ctx0" brushRef="#br0" timeOffset="453">7006 12804 7885,'-2'15'220,"-3"1"0,1-4 0,-4 4 1401,1 6 1,2-5-1,5 2 1,0 0-965,0-2 0,5 2 0,2 0 1,-1 4-362,1 1 1,0-4-1,-3 4 1,1-1-486,-2-4 0,-1 0 0,0 0-971,3 1 0,-3-4-1821,3-6 1,-5-6 2980,-5 1 0,-4-10 0,-6-4 0</inkml:trace>
  <inkml:trace contextRef="#ctx0" brushRef="#br0" timeOffset="454">6959 13083 8913,'0'-9'5839,"0"1"-5455,0 3 0,5 1 1,2-4-839,2 1 0,-4-4 0,5 4-1694,2-1 1,-3 3 2147,1-6 0,-6 1 0,3-6 0</inkml:trace>
  <inkml:trace contextRef="#ctx0" brushRef="#br0" timeOffset="455">7145 12773 13125,'0'15'803,"0"1"1,2-1-1,1 3 1,2 1-460,-1 1 0,3 8 0,-2-2 0,0 5 150,2 5 1,-5-3-1,3 3 1,-4-2-9,-1 2 0,2-8 0,2 3-1839,1-2 0,0-12 1052,-5-1 1,2-13 0,1-3 0,2-8-871,-1-6 0,3-2 0,0-1 0,-1-2 978,1-1 1,4-6 0,-6 5-1,0 2 388,2 2 0,-4 1 0,6 1 0,0-1 599,-1 1 0,-3 5 0,6 1-19,1 2 0,1 4 0,1 8-203,-3 5 0,1 4 0,-5 1 0,-1 3-256,1 2 1,4-2-1,-6 2 1,-2-3-2295,-1-1 0,0-1 1978,3 1 0,-3-1 0,4 1 0</inkml:trace>
  <inkml:trace contextRef="#ctx0" brushRef="#br0" timeOffset="456">7920 12804 18875,'9'15'0,"-3"3"0,1 2 239,4 6 1,-3-2 0,3 2 0,1 2-643,1 1-11,-4 2 0,3-2 0,-5-3 0,2-5 0,1-4 0,0-3-4986,1-4 4665,-8-3 1,9-9 0,-7-3 734,-1-5 0,-3-11 0,-1-3 0</inkml:trace>
  <inkml:trace contextRef="#ctx0" brushRef="#br0" timeOffset="457">8121 12680 9007,'-8'10'6959,"1"1"-6410,0 1 1,5-4 0,-3 3 0,3 1-135,2 1 1,7 5-1,2 1 1,1 3-323,1 2 0,-1 2 0,5 7 1,1 1 25,-1 2 1,-4 2 0,-1-3 0,0-1-327,-1-5 1,0 1 0,-6-10 0,2-1-3999,-1-2 2386,4-1 1,-6-9 0,3-7-1286,-3-9 3104,-2-5 0,-7-8 0,-2-2 0</inkml:trace>
  <inkml:trace contextRef="#ctx0" brushRef="#br0" timeOffset="458">7935 12974 10902,'-10'0'1362,"0"0"0,13-6 0,2-3-293,7 0 1,9-4 0,1 4-1,3-1-738,2-1 0,-3 1 0,2-6 0,2 3-954,1 2 0,2-2 1,-2 4-1,-3-1-697,-5-1 0,-4 8 0,-2-2 0,-1 1-2609,-3-1 3929,2 3 0,-18 2 0,3 9 0</inkml:trace>
  <inkml:trace contextRef="#ctx0" brushRef="#br0" timeOffset="459">7997 13005 15922,'2'9'1641,"3"-4"0,6-3-1343,2-2 0,3 0 1,1 0-1,2 0-170,2 0 1,5-5-1,-4-2 1,2-2-1526,4-3 0,-4 4 0,0-3 0,-2-1-4490,-3-2 5887,-2 6 0,-1-13 0,-1 4 0</inkml:trace>
  <inkml:trace contextRef="#ctx0" brushRef="#br0" timeOffset="460">8555 12757 18020,'11'0'2736,"-1"0"-2086,2 0 0,2 0 0,1 0-492,1 0 0,-6 0 0,-1 2 0,-1 2-182,1 1 0,-5 2 1,2-4-1,0 4-389,-1 2 0,0-4 0,-5 5-20,0 2 0,-5 2 1,-2 0-1,-2-2 209,-3-2 1,-3 0 0,-4 6 0,-2-1 63,2 1 1,2-6-1,1-1 1,1 0-226,-1-1 1,6-4 9,0 1 1,5-2 39,-6 2 1,10-3 512,1 3 1,6-3 0,10-2 145,-1 0 1,1 0 0,-1 0 0,1 0 180,-1 0 1,1 0 0,-1 0-176,1 0 1,-1 0 0,1 0 0,-1 0 29,1 0 1,-1 0 0,1 2-52,-1 3 1,-6-2 0,-2 6 99,0-2 1,-6 5 0,5-2-7,-5 4 0,-1-4 1,0 1-1,0 1-125,0 1 0,-5-2 1,-2-1-1,-1 0-467,-4-1 1,-2 3-1,-2-5 1,1 0-123,-1 0 1,6 3 0,0-5 0,-1 0-464,3 2 1,-6-5 0,4 3-1820,-4-3 1,4-2-2283,-1 0 4875,8 0 0,-11 0 0,5 0 0</inkml:trace>
  <inkml:trace contextRef="#ctx0" brushRef="#br0" timeOffset="461">9191 13005 7894,'-5'11'4722,"-2"-3"-2389,-2-1 1,7-2-907,2-5 1,7 0 0,9 0-484,-1 0 1,1-1 0,-1-3-670,1-1 0,-1-2 1,1 4-1,-1-2-255,1 1 1,-6 1-1,1-1-1361,1-1 0,1 0-288,3 5 1,-6-5 0,1 0-1281,1 1 0,-4 2 2909,3 2 0,-1-6 0,5-3 0</inkml:trace>
  <inkml:trace contextRef="#ctx0" brushRef="#br0" timeOffset="462">9749 12881 9490,'-16'0'1848,"1"0"0,4 0 0,3 2 0,-1 2-1133,1 1 0,2 0-325,-4-5 1,0 5 0,-4 2 303,4 2 1,1-4-772,4 5 1,3-5-200,-3 6 1,5-1 233,5 5 1,4-6 0,6-2-1,1-2 180,-1 0 0,1 2 0,-1-3 0,1 3 165,-1 1 0,1 1 1,-1 3 192,1-2 0,-2 0 1,-2 6-144,-2-1 1,-7 1-1,3-1-66,-5 1 0,-2-6 1,-5-1-646,-4-2 1,-4 3-1,-1-5 1,-1-1-395,1-3 0,-1-1 0,1-1-897,-1-4 1,6 1-1,1-6 1649,2-2 0,-5-9 0,4-3 0</inkml:trace>
  <inkml:trace contextRef="#ctx0" brushRef="#br0" timeOffset="463">9966 12680 10649,'-5'15'0,"-1"1"1775,3-1 1,0-4-1,-1-1-878,-1 2 0,0 2 0,5 1 0,2 3-473,3 2 0,2 4 0,5 7 0,-4 0-363,-1 0 1,3 2 0,-3 2 0,0 1-421,0-2 0,3-3 0,-4-5 0,-3-5-5860,-1-4 1127,-2-8 5092,0-3 0,-7-19 0,-2-5 0</inkml:trace>
  <inkml:trace contextRef="#ctx0" brushRef="#br0" timeOffset="464">9935 12959 15645,'15'0'-972,"1"-5"0,1 0 1,2-1-3462,2 0 4433,-1 4 0,3-12 0,1 5 0</inkml:trace>
  <inkml:trace contextRef="#ctx0" brushRef="#br0" timeOffset="465">10183 12928 7897,'0'12'642,"0"2"1,-2 3 305,-3 0 0,3 2 1,-3 0-1,2 2-101,-3-2 1,5 3-1,-4-1 1,3-2-25,2-2 0,0-7-1066,0 1 1,7-8 0,3 1 120,4-8 0,1-5 1,-1-6-1,-2-2 36,-2-4 1,-1 4 0,1-4 0,-3 4 303,0 1 1,-5 1 0,3-1 0,-3 1 191,-2-1 1,-2 6-1,-3 0-768,-5-2 0,-4 5-1934,-2 2 0,1 3-773,-1 2 3065,8 0 0,1 0 0,7 0 0</inkml:trace>
  <inkml:trace contextRef="#ctx0" brushRef="#br0" timeOffset="466">10353 12974 8115,'0'18'350,"2"1"0,1 1 627,3-1 1,-1-2 0,-5-1 0,0-1 63,0 1 0,0-1 0,1 1 808,5-1-1349,-5-6 0,6-4-30,-7-10 0,0-4 1,0-6-1,0-2-226,0-4 0,0 2 0,0-5 1,0 0-1717,0 0 1,0 3 0,2-5-4076,3-1 5547,-3 4 0,12 1 0,-6 6 0</inkml:trace>
  <inkml:trace contextRef="#ctx0" brushRef="#br0" timeOffset="467">10493 12959 7872,'10'0'2537,"0"0"1,-4 5-1894,4 0 0,0 0-384,6-5 1,-6 0 0,-1-1-249,-2-4 0,-1 1 0,-2-6 25,1-2 0,0 3 0,-6 1 10,-5 1 0,3 1 0,-7 6 253,-2 0 1,-2 0 0,-2 0 409,1 0 0,4 2 0,3 3-177,1 6 0,-3 2 0,4 3 1,3-1-282,1 1 0,2-1 0,2 1 0,1 1-366,3 4 1,6-4-1,-2 2 1,4-5-1410,1-4 0,-4-1 0,-1 1 0,2-5 1523,2-3 0,1-2 0,1 0 0</inkml:trace>
  <inkml:trace contextRef="#ctx0" brushRef="#br0" timeOffset="468">11221 12943 8269,'-8'0'3710,"-1"0"-3385,4 0 0,3 2 21,-3 3 0,3-1 0,2 6 0,0 2 728,0 2-782,7 1 0,-5-4 1,3-1-1,-3 2 1,-2 2-1,1 0 1,3-2 462,1-2 0,0-5-500,-5 6-414,0-1 820,0-1 0,0-4-280,0-10 1,-2-4 0,-1-8-273,-2-4 0,0 4 0,5-6 0,0 3-99,0-1 0,0-1 0,0 1 0,1-3-737,5 0 0,-3-4 0,6 8 0,-1 1-2562,1 1 1,1 3 3288,6-1 0,6 8 0,2 1 0</inkml:trace>
  <inkml:trace contextRef="#ctx0" brushRef="#br0" timeOffset="469">11454 12943 8477,'0'16'2554,"0"-1"1,1-6-1550,5-4 1,-3-3 0,7-2-853,2 0 0,-3 0 1,1-2-552,2-3 0,-3 2 0,0-8-9,-2-1 1,3-2 90,-5-1 1,-2-1 914,-8 1 0,2 6 0,-7 4-144,-3 3 0,0 2 1,-3 0 101,1 0 0,4 0 1,1 2-232,-2 3 0,0-1 0,2 6 0,3 2 79,0 2 1,5 1-1,-3 1 1,3 1-826,2 4 1,0-4-1,0 4 1,2-4-887,3-2 1,0-4 0,9-3 0,3-1-2022,0-3 3327,1-3 0,4-1 0,2 0 0</inkml:trace>
  <inkml:trace contextRef="#ctx0" brushRef="#br0" timeOffset="470">11872 12835 8876,'-15'5'0,"-3"2"1622,-2 2 0,3-4 0,-4 3-575,4-1 0,3 0 0,2-3-130,2 1-691,6 0 0,-3-3-723,7 3 0,7-3 1,2 4-1,1 0 420,0-1 1,1 5 0,4-3-1,1 0 348,-1 0 1,-3 5 0,2-2 210,3 4 1,2-4 0,-3 1-198,-1 1 0,-4 0 1,-3 0-74,-1-2 1,-2 0-30,-5 6 0,-7-2 0,-3-4 0,-4-5-417,-1-3 1,-1 0-1,1 1 1,-1 2-14,1-1 1,1-4-1,2-5 1,3-6-5882,2-3 6128,2 6 0,5-13 0,0 4 0</inkml:trace>
  <inkml:trace contextRef="#ctx0" brushRef="#br0" timeOffset="471">11965 12912 7866,'-5'11'2147,"-2"-1"-954,-1 2 0,4-3 0,-1 1-601,3 2 0,2 2 1,0 1-318,0 1 1,0-6 0,0 1 508,0 1 1,2 1-195,3 3 1,-1-7 0,6-4-105,2-4 0,2-1 1,1 0-1,-1-1-282,-4-4-1,4 1 1,-5-6 0,1-2-681,0-2 0,-1 4 0,3-1 1,-3-1-4370,-3-2 4846,0 6 0,1-6 0,1 5 0</inkml:trace>
  <inkml:trace contextRef="#ctx0" brushRef="#br0" timeOffset="472">12198 12680 7878,'0'15'1253,"-2"-1"1,-2-2 0,-1-1-106,2 1 1,1-4 0,2 3-1,0 1-682,0 1 1,0-2-1,0-1 1,0 4-151,0 5 0,0 0 1,2 7-1,1-1-41,2 0 1,2 4 0,-3-5 0,1 2-748,-2 0 0,4-7 0,-2 1 0,1-3-1927,1-1 1,-4-7 635,7-4 1,-5-4 1762,6-1 0,-1-13 0,6-5 0</inkml:trace>
  <inkml:trace contextRef="#ctx0" brushRef="#br0" timeOffset="473">12554 12587 7878,'-8'7'0,"-1"-4"0,5 8 1576,-1 1 1,-2-4-1,4 4 1,-2 4-1,1 4-789,3 5 0,1 0 0,0 6 1,0 0-494,0 0 1,0 2 0,0 2 0,0 1-379,0-2 1,0-1 0,0-2-1,0-2-1631,0-3 0,1-4-1143,5-6 2858,-5-7 0,6-3 0,-7-6 0</inkml:trace>
  <inkml:trace contextRef="#ctx0" brushRef="#br0" timeOffset="474">12415 12897 10947,'-9'7'7886,"4"-5"-6867,10 3 1,9-4 0,8-1 0,1-1-735,-1-4 0,6 3 0,-4-3 1,1 1-357,1-1 1,-7 3 0,2-5 70,-4 1 0,6 4 0,1-5 0</inkml:trace>
  <inkml:trace contextRef="#ctx0" brushRef="#br0" timeOffset="475">13081 12959 12394,'-9'0'4205,"3"7"0,6 3-3938,0 4 1,0 1-1,0 3 1,0 1-393,0 1 0,5 8 1,0-4-1,0 0-846,2-3 1,-5-4-1,5-2-2824,-1 1 0,-2-2 3795,6-4 0,-6-17 0,3-10 0</inkml:trace>
  <inkml:trace contextRef="#ctx0" brushRef="#br0" timeOffset="476">13097 12788 8992,'-11'0'6911,"3"2"-6891,1 3-2761,2-3 2741,5 5 0,6 0 0,3 1 0</inkml:trace>
  <inkml:trace contextRef="#ctx0" brushRef="#br0" timeOffset="477">13314 13114 7908,'0'15'444,"-6"3"0,0 1 2353,-3 1 1,5 1-2452,-1-6 1,4-8-469,1-7 0,0-7 0,0-8 0,0-1 63,0 1 0,0-2 1,1-2-1,3-2-118,1 2 0,0-3 0,-5 1 378,0 2 1,0 2-1,2 3 1,1 2 323,2 2 0,2 6-672,-2-1 1,-1 3-1,5 4 1,-3 3-427,-2 6 1,3-3-1,-2 3 1,0 1-1144,2 1 0,-5-2 1716,3-1 0,3 0 0,1 6 0</inkml:trace>
  <inkml:trace contextRef="#ctx0" brushRef="#br0" timeOffset="478">13391 13067 8574,'-15'0'642,"6"2"-644,4 3-1080,3-3 2203,2 5-448,0-7 0,2 0 2461,3 0-2873,4 0 1,1 2 0,-1 3 0,-1 3 0,-1 3-428,0-1 0,3 0 1,-3 4-674,2-3 0,-6 2-604,2-2 0,-1-3 1443,1 3 0,-3-8 0,5 4 0</inkml:trace>
  <inkml:trace contextRef="#ctx0" brushRef="#br0" timeOffset="479">13887 12928 10382,'-9'2'1927,"4"3"1,4-2-1509,1 8 1,0-1 0,0 5 0,0 1-149,0-1 0,0 1 1,0-1-1,0 1-1,0-1 0,0 1 1,0-1-175,0 1 1,0-6-692,0 1 250,0-8 0,0-8 0,0-11 305,0-1 1,1-5 0,3-1-1,1 1 9,-2 0 0,-1-1 0,0 4 0,1-1-430,2 1 1,2 3 0,-3 4 0,1 2 126,-2-2 334,-1 5 0,5-7 0,2 5 0</inkml:trace>
  <inkml:trace contextRef="#ctx0" brushRef="#br0" timeOffset="480">14104 12959 7891,'7'15'1653,"3"1"1,4-7-1,2-4-1325,-1-4 0,1-6 0,-3-2 0,-1-1-551,-1-4 1,-8 3-1,2-1 1,-3-2 11,-2-2 1,0-2 0,-2 1 353,-3-1 0,-3 8 1,-8 3-1,1 3 663,-1 2 1,4 0-1,0 2 1,-2 3-92,2 5 1,0 4 0,-2 1 0,2 3-405,2 2 0,6-1 0,-1 5 0,4-1-744,1-4 0,0-2 0,0-2 0,1 1-856,4-1 0,4-4 0,7-3 0,-1-1-408,1-3 1,4-4 0,3-5 1696,1-6 0,2-3 0,5-1 0</inkml:trace>
  <inkml:trace contextRef="#ctx0" brushRef="#br0" timeOffset="481">14445 12928 7871,'-2'-9'2098,"-3"4"-131,-5 3 0,1 2-933,-1 0 1,1 2 0,-3 3-851,2 6 1,6-3-1,-1 3 1,3 1-328,2 1 0,0-2 0,0-1-892,0 2 1,2 2 142,3 1 1,-1-6 0,6-4 157,2-3 1,-3-2 394,1 0 0,-5-7 1,4-3 191,-2-4 1,-2-2-1,-5 1 246,0-1 1,0 1-1,0-1 804,0 1 1,0 5 1221,0-1-1361,0 8 1,2-2 0,1 10 0,4 5-154,2 4 1,-6 7 0,4 1 0,-2 2-171,0 4 1,6 1-1,-6 2 0,0 0-187,2 0 0,-5 0 0,3-2 0,-4-1-96,-1-2 0,0-7 1,-1 1-1,-3-3-297,-1-1 1,-7-6-1,2-1 1,-4-2-353,-2-4 0,1-1 0,-1-2 142,1 0 1,-1-7 0,1-3-1,1-4-1020,4-2 0,-2 1 1,7-1-1,1-1 1369,3-3 0,-6-5 0,-2-6 0</inkml:trace>
  <inkml:trace contextRef="#ctx0" brushRef="#br0" timeOffset="482">14724 12633 12237,'-2'9'2702,"-1"-2"-1975,-2 0 115,-1-5 1,6 11 0,0-2 0,2 2 0,2 3-1,3 1 1,-1 4 109,1 5 1,4 3 0,-4 4-496,1 3 1,-3-3-1,4 4 1,0 0-1,-3-1-185,1-2 1,0-1-1552,-2-2 1,-3-7-1,3-3-2906,-3-4 1,3-10 4184,0-7 0,0-14 0,-5-10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1.61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10640 3515 11890,'-42'7'983,"17"-5"0,11 5 0,14-7-492,36 0 1,-5 0-1,29 0 1,-6 0-1,1 0 1,-3 0-165,8 0 1,-5 0 0,1-2-1,-5-3 1,-4 3 0,-9-4-1,6 5 1,-8-5 0,4-1 163,7-2 1,-9 3-165,11-4 1,-9 4 0,11-3 163,-5 2 1,-14 1-1,6 6 1,1 0-1,10 0 1,-11 2-1,0 4 1,-7-3-1,7 8 1,-4-5-1,-1 4 1,5-4-1,0 5 1,10-6-1,1 6 1,-17-7-1,6 1 1,-3-3-1,14-2 1,0 0-375,0 0 0,0 0-117,0 0 0,0 0 0,0 0 0,2 0 0,4 0 0,-17 2 0,0 3 0,5-1 0,6 7 0,13-8 0,0 5 0,2-1 0,-6-5 0,-11 3 0,6-3 0,3-2 0,2 0 0,2-2 0,-4-1 0,0-3 0,-3-1 0,11 3 0,8-1 0,-21-1 0,9 6 0,-2 0 0,-5 0 0,5 0 0,4 0 0,-15 0 0,6 2 0,-8 2 0,-3 1 0,-4 6 0,9-4 0,9 2 0,-5-5 0,13 2 0,-1-5 0,-13-1 0,13 0 0,8 0 0,-17 0 0,10 0 0,-6 0 0,-2 0 0,-1 0 0,8 0 0,10 0 0,-17 0 0,6 2 0,-9 2 0,-8 1 0,-5 1 0,6-4 0,4 3 0,-2-1 0,8 5 0,2-2 0,-5-2 0,-10-3 0,4 2 0,6 1 0,0 1 0,10-6 0,10 0 0,-18 0 0,4 2 0,-8 1 0,-3 3 0,-3-1 0,2-5 0,4 0 0,-2 2 0,0 3 0,11-3 0,14 4 0,1-5 0,-15-1 0,-11 0 0,-2 0 0,0 0 0,4 0 0,5 0 0,10 0 0,-10-1 0,4-3 0,-2-1 0,-16-1 0,14 6 0,-1 0 0,-6 0 0,9 0 0,4 0 0,-10-2 0,8-1 0,-7-3 0,-4 3 0,-4 1 0,4 2 0,8 0 0,-1 0 0,4 0 0,-4-2 0,4-2 0,0-1 0,-22-1 0,13 6 0,0 0 0,-2 0 0,9 0 0,-2 0 0,-3 0 0,1 0 0,1 0 0,16 0 0,-4-5 0,-2 0 0,-5-1 0,0 6 0,-5-2 0,5-3 0,0 3 0,3-3 0,-3 3 0,-5 2 0,-1 0 0,-1 0 0,14 0 0,-5 0 0,-15 0 0,2 0 0,4 0 0,7 0 0,-15 0 0,-2 0 0,-8 5 0,9 1 0,1 1 0,9-2 0,-14-3 0,4 4 0,-4-5 0,9-1 0,7 0 0,4 0 0,-14 0 0,-3 0 0,-14 0 0,9 0 0,-10 0 0,10 0 0,-6 0 0,12 0 0,-11-1 0,5-5 0,-11 3 0,11-8 0,-21 7 0,12-3 0,-20 7 0,7 0 0,8 0 0,1 2 0,8 3 0,-8-3-984,-1 12 0,-8-12 656,-7 5 0,-1-7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1.613"/>
    </inkml:context>
    <inkml:brush xml:id="br0">
      <inkml:brushProperty name="width" value="0.05292" units="cm"/>
      <inkml:brushProperty name="height" value="0.05292" units="cm"/>
      <inkml:brushProperty name="color" value="#FF0000"/>
    </inkml:brush>
  </inkml:definitions>
  <inkml:trace contextRef="#ctx0" brushRef="#br0">5459 2910 13105,'0'9'2987,"0"-2"0,7-7 0,4 0-2396,4 0 0,1 0 0,0 0 0,1 0-54,-1 0-245,0 0 1,1 0-1,1 0 1,2 0-1,3-2 1,1-1 0,1-3 455,1 3 0,-4-1-722,5-1 1,-5 3 0,5-4-1,2 4 1,2 2 0,2 0-27,-1 0 0,-6 0 0,3 0 0,-6 0 0,3 0 0,1 0 0,-2 0 0,-1 0 0,0 0 0,-10 0 0,6 0 0,0 0 0,-2 0 0,-5 0 0,-2 0 0,2 0 0,-4 0-788,2 0 1,-6-5-1284,6 0 1397,-7-1 1,5 6-1775,-4 0-1566,-3 0 1151,5 0 1,-7-2 2862,0-3 0,-7 3 0,-2-5 0</inkml:trace>
  <inkml:trace contextRef="#ctx0" brushRef="#br0" timeOffset="1">6211 2714 7997,'-11'0'1187,"0"0"720,-2 0 1,4 0 267,-2 0 451,8 0 4,-5 0-1048,8 0-537,0 0 0,8 0-277,3 0 0,3 0 1,2 0-666,1 0 1,-1 1 0,0 3-95,1 2 0,-1-1 0,0-5 0,1 0 8,-1 0 0,-5 0 0,0 0-98,2 0 1,1 5 0,3 1 441,-1-2 0,-5-3 144,0-1 1,-6 6-319,6-1 0,-7 8-187,1-2 0,-3-2 0,-4 2 0,-3 2 0,1-1 0,-5 1 0,0-2 0,0 2 0,3 1 0,-5 2 0,-1 1 0,3-3 0,0-1 0,-1-2-2,1 2 1,4-4-1,-4 2-1373,2 1 1,-4-3-5923,5 2 4216,1-7 1,5 1 3080,0-10 0,0-4 0,0-7 0</inkml:trace>
  <inkml:trace contextRef="#ctx0" brushRef="#br0" timeOffset="2">6636 2665 22806,'-9'0'1993,"1"0"0,8 1-1958,0 5 0,0 3 1,0 9-305,0 4 130,0-4 0,0 6 0,0-8 0,0 0 1,2 1-1,2-1 0,3 2-553,2 4 0,-3-9 478,5 3 0,-6-3 0,6 3 0,2-1-276,1-4 459,-5-4 0,6-7 0,-4 0 0,3 0 1,1-2-1,-3-2-197,-1-1 0,-2-8 0,4 2 0,-2-3 95,2-3 1,-6 1 0,0-2 0,-1-2 200,-1-2 0,1 0 0,-6 6 86,0 0 1,0-1 0,0 1 0,-2 0 50,-4-1 1,3 6 0,-6 1 0,-1-1-79,1 2 0,4-4 1,-6 7-130,-2 3 1,-1-5 0,-3 3-476,1 1 0,5 3 0,0 1-1037,-1 0 1,-3 1-1029,-1 5 0,1-3-1650,4 8 4192,4-7 0,0 3 0,-2-7 0</inkml:trace>
  <inkml:trace contextRef="#ctx0" brushRef="#br0" timeOffset="3">7077 2648 9226,'-7'9'4357,"5"0"-2028,-3-3-1658,3-4 1,4 7 0,3-6-1,6 5 2513,3 1-2987,-5-6 0,6 10 0,-4-6 0,3 1 0,3 1 0,-1 0 1,0 4-500,1 1-3,-1 2 1,0 1 0,1-1 0,-1 0-2685,1 1 0,-7-3 1084,1-3 1,-7-5 0,1-12 1904,-3-5 0,-2-10 0,0-5 0</inkml:trace>
  <inkml:trace contextRef="#ctx0" brushRef="#br0" timeOffset="4">7290 2599 7724,'-10'0'5350,"-2"2"-4511,6 3 0,-1-3-22,2 4 1,3-3-364,-4 3 1,3-3 0,-1 8 0,-3 2-42,-2 2 0,5 1 0,-3 2 1,1 2-51,1 2 0,-2 2 0,3-5 0,-1 3-881,1-2 0,2-2 1,2-1-2057,0-1 0,0 0-2265,0 1 4839,0-8 0,7-16 0,2-12 0</inkml:trace>
  <inkml:trace contextRef="#ctx0" brushRef="#br0" timeOffset="5">7486 2468 10541,'-9'0'2047,"1"8"1,8-5 0,0 8-1540,0 2 1,0 1 0,0 3-1,0-1-201,0 1 1,2-1 0,2 0 0,1 2-31,-1 4 0,3-4 1,-1 6-1,-1-2-421,2 0 0,-5-1 0,5-6 0,-1-2-1366,-1-3 0,1 1 0,-4 4-1744,3-4 1666,-3-4 1,5-9-109,-7-3 1696,0 3 0,0-20 0,0 4 0</inkml:trace>
  <inkml:trace contextRef="#ctx0" brushRef="#br0" timeOffset="6">7502 2485 10692,'-9'-7'5088,"2"5"-4337,7-13 0,0 12 1,1-7-140,5 3 0,-2 2 1,5 3 500,-2-4 0,6 5-872,-2-5 0,3-1-337,2 1 0,-5 1 1,-2 3-1,0-1 0,1-3-82,2 3 0,-3 1 0,2 2-85,2 0 1,-4 0 0,2 0 833,2 0 0,-4 0 848,2 0-962,-8 0 0,4 2-455,-7 3 1,0 4 0,-1 7-401,-5 1 0,3-6 0,-8 0 123,-2 1 1,4-3 0,-2 2 160,-2 2 0,4-6 1,0 0 10,2 1 1,0-6 0,3 5-626,-1 0 582,-1-5 0,8 5 118,3-7 0,-1 0 0,7 0-71,2 0 0,1 0 1,2 0 122,1 0 0,-6 0 0,0 0 0,1 0 195,3 0 0,-4 0 0,0 0 88,1 0 1,-3 0 0,2 2 773,2 3-665,-6-3 0,6 13 71,-8-4 0,1-2 1,-8 0 2,-3-2 0,1 0 0,-7-1-337,-2 5 1,-1-2-1,-2 0 23,-1-2 0,6 0 1,0-3-1208,-1 2 1,-3 1-1,-1-4-2452,-1 3 1,1 5-963,0-6 4445,-1 1 0,1-6 0,0 0 0</inkml:trace>
  <inkml:trace contextRef="#ctx0" brushRef="#br0" timeOffset="7">8139 2272 7851,'-9'8'96,"0"-7"1488,4 5-982,3-4 1,-11-1-1,6 3 679,-2 2-619,5-1 0,-5-5 0,4 0 23,-6 0 0,2 0 1,0 2-106,1 3 1,1-3-361,2 3 1,1-3 619,-7-2-612,0 0 0,0 0 0,2 2 634,2 4 0,2-3-479,5 8 1,0-5-1,0 4-121,0 3 1,0 2 0,0 1-249,0 0 1,1 1 0,3-1-258,2 0 0,4 1-1202,-4-1 0,1-5 770,-1 0 0,-3-7 370,8 1 1,-5-3 85,4-2 1,-4 0 0,3-2 184,-2-3 0,6 3 1,-4-6 194,0 1 0,6 5 229,-4-3 1,-2 3-70,2 2 1,-8 2 0,4 2 59,1 1 0,-6 8-84,3-2 1,-3-2 0,-2 2-76,0 1 1,0-3 0,-2 2-71,-3 2 0,1-4 0,-7 0 0,0 0-181,2 0 0,-4-3 0,6 3-800,-2-2 1,-2 4-941,-5-5 1,5-1-177,0-5 0,5 0-1082,-4 0 3027,6 0 0,4-7 0,9-2 0</inkml:trace>
  <inkml:trace contextRef="#ctx0" brushRef="#br0" timeOffset="8">8352 2338 9035,'-9'1'6080,"3"5"-2919,-3-4-737,8 5-1749,-7-7 0,6 5 364,-3 1 1,3 1-297,-3-1 0,3 3-600,2 7 0,0 0 1,0 1-320,0-1 1,0-5 0,0 0-105,0 2 0,0 1 0,2 1 0,1-3-155,3-1 0,7 0 0,-3 4 356,5-4 1,-4 1 0,0-6-23,1-3 1,3 5 0,1-3-20,1-1 1,-1-2 0,-1-4-1,-3-2-42,-1-1 1,0-8 0,4 2 74,-5-3 0,3-3 0,-7 1 0,-1-1 65,2 1 0,-5 0 0,4-1 0,-5 1 150,-1 0 1,6-1 0,-1 1 0,-1 0 347,-2-1 1,-2 6-1,-2 1 227,-3-3 1,-5-2-336,-6-1 1,0 5-1,-1 2-121,1 2 0,0 1 1,-1 6 127,1 0 0,0 0 1,-1 0-1,-1 2-224,-4 4 0,8 1 1,-4 6-1,1-3-1004,5 3 1,-1-4 0,-3 2 593,-1 2 259,8-6 0,-5 8 0,5-6 0</inkml:trace>
  <inkml:trace contextRef="#ctx0" brushRef="#br0" timeOffset="9">3367 4446 9425,'0'10'2665,"2"-3"-2340,3-7 1,-1 0 0,7 0-1,1 0 332,3 0-334,1 0 0,0-2 1,1-2-1,-1-1 0,1 1 1,-1 2 1115,0 2-1326,1 0 0,-1-5 1,0 0-1,1 1 1,-1 2-1,0 2 1,1 0 38,-1 0 0,-5-2 0,0-1 1,1-3-296,3 3 0,-4 1 0,0 2-691,1 0 0,-2 0-2286,0 0-72,-6 0 865,3 0 2327,-7 0 0,-14 0 0,-4 0 0</inkml:trace>
  <inkml:trace contextRef="#ctx0" brushRef="#br0" timeOffset="10">3563 4234 7928,'-9'7'846,"-4"-3"0,6 5-286,-2-2 1,3 0-54,-5-1-431,8-4 1,-12 10-1,6-4 1,-2-1 0,2 2-69,2 0 0,0-5 1,3 3-1,-3-2-167,-2 1 0,5 7 0,-3-4 0,1 2 72,1 0 1,-2-1 0,3 7 0,-1-1 39,1 0 0,0 1 1,1-1-406,-3 0 1,3 1 234,8-1 0,4-1 1,7-4-1,3-6-2073,2-3 2290,5-2 0,7 7 0,-1 2 0</inkml:trace>
  <inkml:trace contextRef="#ctx0" brushRef="#br0" timeOffset="11">9316 1831 6995,'-9'0'1619,"2"0"-490,7 0 3510,0 0-3705,-7 0-617,5 0 0,-11-2-108,8-3 1,-3 3-126,3-4 0,1 5 143,-7 1-76,8 0 1,-6 0-186,3 0 128,4 0 1,-7 0-21,4 0 0,3 7-20,-3 4 0,3-2 0,2 2-29,0 1 0,0 3 0,0 1 9,0 1 0,2-1 1,1 0-142,3 1 1,-1-6-1,-5-1-209,0 3 0,0-4 22,0 2 1,0-5-1,2 3 39,3-2 405,-3-2 0,7-5-167,-3 0 0,3 0 77,7 0 1,-5-5 0,0 0 11,2 1 1,1 2 64,3 2 0,-1 0 38,0 0 1,1 7-21,-1 4 1,-5-2 103,0 2 0,-8-5 46,3 5 0,-4-1-95,-2 7 0,0-6-42,0 0 0,-2-2 1,-2 3-1,-3-3 152,-2-1 1,3-1 0,-4-3-219,-3 1 1,4 6 0,-2-6-94,-2-1 0,-1-2-743,-3-2 1,6 0-956,0 0 1,6 0-29,-6 0 1,8-2 717,-3-3 0,4-4-1026,2-8 2025,0 8 0,0-5 0,0 4 0</inkml:trace>
  <inkml:trace contextRef="#ctx0" brushRef="#br0" timeOffset="12">9594 1896 21217,'0'11'733,"0"0"1,0-5 0,-2 3-593,-3-2 1,3 6 0,-3-3-59,3 5-157,2-6 1,0 6 0,0-4 0,0 3 0,0 2-1,0 1-656,0-1 588,0-7 0,5 6 0,3-4 1,1 3-1,3 1 31,3-4 1,-4 1 0,0-6 29,1-3 0,3-1 0,1-2 21,1 0 1,-7 0 0,1 0 0,0-2-9,-2-3 0,4 1 0,-6-5 1,1 0-33,-1 0 0,4-2 0,-6-5 1,1-1-57,1 1 0,-5 5 0,3 0 271,-3-1 1,-2-3 0,0-1 118,0-1 1,0 1-1,-2 1-138,-3 5 0,1 1 0,-7 5 0,0-3 116,2-2 1,-5 5-1,3-2-421,-4 5 1,-1 1 0,1-2 7,4-4 1,-3 5 0,3-5-1388,-3 4 1,3 2-890,0 0 1,5 0-953,-5 0 3429,8 0 0,-12 0 0,6 0 0</inkml:trace>
  <inkml:trace contextRef="#ctx0" brushRef="#br0" timeOffset="13">10003 2076 8207,'0'11'3271,"0"0"0,2-7-2694,3 1 0,-1-3 1,7-2-1,1 0-201,3 0 1,-4 0-383,0 0 1,0 0 0,5 0-278,0 0 1,1 0-1013,-1 0 0,0 0-310,1 0 0,-7 0-57,1 0-1411,-7 0 3073,3 0 0,1-7 0,1-3 0</inkml:trace>
  <inkml:trace contextRef="#ctx0" brushRef="#br0" timeOffset="14">10003 1962 12936,'0'9'5821,"7"-2"-5133,4-7 0,-2 0-953,2 0 1,0 2 0,5 1 0,1 3-1003,-1-2 1,-5-3 0,0-1 684,1 0 582,-4 0 0,6-7 0,-5-2 0</inkml:trace>
  <inkml:trace contextRef="#ctx0" brushRef="#br0" timeOffset="15">10591 1896 10677,'-9'0'1284,"0"0"0,5-2-856,-1-3 1,-2 3-40,1-3-154,4 3 1,-7 2 0,4 0 9,-6 0-140,4 0 1,-2 0 0,3 2 0,-3 3-123,0 6 1,0-2 0,5 2 0,-1 2 63,1 1 0,2-3 0,2 0 0,0 2 35,0 1 0,-1 3 1,-3-1-47,-1 0 0,-1 1-61,6-1 1,7-1-1,2-3-108,1-1 1,4-7 0,-3 1-30,3-3 0,3-2 0,-1 0 105,1 0 1,-1 0 0,0-2 70,1-3 1,-3 1-1,-1-5 1,-4 0 180,-2 0 1,4 4-1,-6-6 1,1-2-75,1-2 0,-5 5 0,3-1 0,-3-2-70,-2-2 0,0-1 0,0 0 0,0-1 25,0 1 0,-2 5 0,-1 0 1,-4 0-63,-3 2 0,5-4 1,-6 6-263,-2-2 0,4 6 0,-2-3-472,-1 4 0,3 2 0,-2 0-162,-2 0 1,4 0-1,0 2-690,2 4 0,1-3 1572,6 8 0,0 0 0,0 5 0</inkml:trace>
  <inkml:trace contextRef="#ctx0" brushRef="#br0" timeOffset="16">10836 1913 8273,'-16'0'2777,"5"0"-624,0 0-1615,8 0 0,-6 0-108,3 0 0,4 1-71,-3 5 1,3-2 0,0 5-123,-3-2 0,3 6 1,-4-3 10,5 5 1,1-4-1,0 0-536,0 2 1,0 1 0,1 2 14,5 1 1,-2-8-1,5-2 1,0-1 74,0-1 0,-4 0 1,6-5 130,2 0 0,1 0 82,3 0 0,-1-7 172,0-4 1,-1-3 0,-4-4-148,-6-4 1,-1 9 0,0-3 0,1 1-8,-1 1 0,-3-3 1,-1 1-1,0 0-63,0-1 1,-5 1 0,-2 0-474,-2-1 0,3 8 0,-5 4-849,-1 3 0,3 2 0,-2 0 1352,-2 0 0,6 7 0,-1 2 0</inkml:trace>
  <inkml:trace contextRef="#ctx0" brushRef="#br0" timeOffset="17">11016 1929 7872,'-9'0'4971,"0"0"-3245,4 0-686,3 0-597,-13 0 1,13 2-156,-3 3 1,3-1 15,2 7 1,0 0-448,0 5 0,0 0-628,0 1 1,0-1 428,0 0 0,2-7 0,3-1 150,6-1 0,-2-5 0,2 3 136,2-3 0,2-2 1,-1-2 94,-3-3 0,3 1-2,-3-7 0,-2 2 1,1-3-1,-3 1 1,-4-2 1,-1 4 0,0-2 0,2-2-84,1-1 1,1 3 0,-6 0 0,0-2 91,0-1 0,-8-3-229,-3 1 0,2 1 0,-2 5-1174,-1 4 0,-3 4-1449,-1 2 2805,7 0 0,-6 8 0,6 1 0</inkml:trace>
  <inkml:trace contextRef="#ctx0" brushRef="#br0" timeOffset="18">11278 1896 8315,'-17'0'1592,"6"0"0,1 0-864,-3 0 0,4 0 1,-2 0-289,-2 0 0,4 0-52,-2 0 1,6 8-54,-6 2 1,7 0 0,-1 0-107,3 3 0,2 2 0,0 1 0,0 0-53,0 1 1,5-1 0,3-1 0,-1-3-354,0-1 1,6 0-1,-2 4-181,3-4 0,3-2 1,-1-6 258,0 3 0,1-1 0,-3-7 1,-1-1 135,-2-3 0,-2-6 1,2 1-1,-4-2 216,0 2 1,-5-4 0,4 5 0,-5-5 13,-1-1 0,0-1 0,0 1 0,0 0-101,0-1 0,-1 3 0,-3 1 1,-3 4-286,-2 2 0,-2-1 0,-6 5-800,1-3 0,0 3 0,-1 6 0,1 3 919,0-3 0,-1 14 0,1 1 0</inkml:trace>
  <inkml:trace contextRef="#ctx0" brushRef="#br0" timeOffset="19">11784 1913 7812,'-11'0'5406,"1"0"-3808,6 0-42,-11 0-1061,14 0 1,-8 0-252,3 0 0,4 7 0,-5 4-131,0 3 1,5 3 0,-4-1-233,5 0 1,1 1 0,0-1-289,0 0 1,1-1 0,3-2 107,2-2 1,6-8 0,-1 3 10,4-5 1,-4-2-1,-1-3 1,1-3 213,-2-2 1,4 3-1,-6-3 1,1 0 126,-1 0 1,0 4 0,-3-6 140,1-2 0,1-2 1,-6-1 91,0 0 1,0-1 114,0 1 1,0 0-562,0-1 1,-8 6-1263,-2 0 0,1 8 778,-2-3 1,5 5 643,-5 1 0,8 0 0,-5 0 0</inkml:trace>
  <inkml:trace contextRef="#ctx0" brushRef="#br0" timeOffset="20">11997 1864 7817,'-16'0'0,"5"0"0,2 1 0,-1 3 2369,1 1 1,4 1-1834,-6-6 1,7 7-1,-3 4-371,0 4 0,5-4 0,-3-1 0,3 3 99,2 2 0,0 1 1,0 0-1,0 1-187,0-1 0,0-5 1,2 0-294,3 2 0,4-4 0,7 0 188,1-2 0,-1-2 0,1-5 0,-1-1-132,0-5 0,1-3 0,-1-7 47,0-1 1,-5 1 0,-2 0-1,-2-1 256,-3 1 1,-2 0-1,-2-1 1,0 1 90,0 0 1,0-1 0,0 1 0,-2 1-182,-3 5 0,-4 2 0,-8 8 0,1 0-287,0 0 1,5 0 0,0 0-1,-2 2-659,-1 4 0,3-3 1,2 8-1,1 2-3363,5 1 4256,1-5 0,-5 13 0,-3-4 0</inkml:trace>
  <inkml:trace contextRef="#ctx0" brushRef="#br0" timeOffset="21">12209 1896 7817,'-11'0'0,"1"2"1826,-3 4 1,4-5 2063,-2 5-3635,7-4 0,-5-2 0,6 1-102,-3 5 0,1 3 0,5 7 46,0 1 0,0-6 0,0-1-392,0 3 1,7 0-1,4 0 129,3-2 1,-3-8 0,-2 4 0,0-1 41,0-1 1,2 1 0,6-6-42,-1 0 1,-5 0 0,0-2 115,2-4 1,-4-3-1,0-7 1,-2 0 182,-3-1 1,-3 1-1,-1-2-357,0-4 0,0 9 0,-1-3-969,-5 1 0,-3 3 35,-7 1 0,-1 4 1055,1 7 0,0 0 0,-1 0 0</inkml:trace>
  <inkml:trace contextRef="#ctx0" brushRef="#br0" timeOffset="22">12455 1880 7817,'-11'0'2380,"0"0"0,0 0-1803,-6 0 1,8 2 0,2 1-668,0 3 1,3 5-1,-5-4 226,2 2 0,1 2 0,6 5 92,0 1 0,0-1 0,0 0-274,0 1 0,2-1 1,4 0-27,5 1 1,3-8-1,2-2 1,1-1 44,-1-1 0,1 0 0,-1-5 0,0 0-103,1 0 1,-1-7-1,0-2 1,-1-2 178,-4 0 1,3 0 0,-5-5 0,2 0 278,0-1 1,-7-4-1,1-1 1,-3 2 144,-2 2 1,-2 1 0,-3 1 0,-6 1-167,-4 5 0,-1-3 1,0 7-1,-3 3 23,-2 1 1,1 2-331,-8 0 0,1 0 0,-6 0 0</inkml:trace>
  <inkml:trace contextRef="#ctx0" brushRef="#br0" timeOffset="23">13157 1880 7870,'-11'0'2217,"1"0"0,-1 0-1993,-6 0 14,8 0 1,0 0-2,4 0 0,3 2 0,-5 1-259,-1 3 78,7 7 1,-9-12 0,7 7-1,-4-1 1,-1 4 129,1 3 0,2 3-254,5-1 0,0 0 0,0 1-64,0-1 1,0-5 0,1-2 0,3 0 49,1 0 0,8-5 0,-2 1 0,4-3 43,1-2 0,0 0 1,2 0-65,4 0 0,-4-2 1,4-1-1,-4-5-27,-1-1 1,-6-2 0,0-5 0,-1 0 80,-1-1 0,6 1 1,-6 0 155,0-1 0,-2 1 173,-7 0 0,0-1 0,-1 3 21,-5 3 0,-3-2 0,-7 8-96,-1 1 1,7 2 0,-1 2-387,-2 0 0,-2 0 1,1 2-1,1 2-1024,2 1 1,6 2 0,-4-1-456,1 5 1,3-2 1659,5 2 0,0 0 0,0 5 0</inkml:trace>
  <inkml:trace contextRef="#ctx0" brushRef="#br0" timeOffset="24">13403 1896 7870,'-17'0'963,"6"2"0,0 2 62,-1 1 1,4 2 0,1-1-715,0 5 1,5-2 0,-3 2-51,3 1 1,2-2-1,0 0-162,0 3 0,0 2 0,2-1-133,3-3 1,-1 2-1,7-8 1,1-1 73,3-2 0,1-2 0,1 0 15,-1 0 0,0 0 1,1-2-113,-1-4 0,0-3 1,-1-7-46,-4 0 1,-2 5 0,-6 0 423,3-2 1,-1 4-1,-5-2-246,0-1 1,-7 2 0,-4 1-369,-3 2 0,-1 0 0,2 3 0,2-1-651,-1 1 1,3 2 0,-2 4-903,-2 4 1,6-3 1844,1 8 0,-3 0 0,0 5 0</inkml:trace>
  <inkml:trace contextRef="#ctx0" brushRef="#br0" timeOffset="25">13631 1880 8113,'-11'2'1510,"1"3"0,0-1 0,-2 5-901,1-2 1,7 0-53,-1-1 0,-2 3-287,1 7 0,1-5 0,5 0-135,0 2 0,0-4 0,1 2-54,5 2 1,-2-4 0,6 0-377,3-2 0,-4 4 1,2-4 137,2 2 0,-4-5 1,2 1-386,2-3 0,-4-2 371,1 0 0,0-7 0,2-2 318,-1 0 1,-7-6 0,1 4 0,-1-3-4,1-3 1,-3 6 0,4 1 0,-5-3 214,-1-2 0,0-1 0,0 0-376,0-1 1,-1 6-281,-5 0 0,-3 8-657,-7-3 0,-1 6 1,1 6-894,0 5 1,7-2 1846,3 2 0,-3 0 0,0 5 0</inkml:trace>
  <inkml:trace contextRef="#ctx0" brushRef="#br0" timeOffset="26">13827 1929 11834,'0'-9'2479,"0"2"1,-5 14-2298,0 4 1,-1-2-1,6 2 1,0 1-170,0 3 1,0-4 0,2-2-1,2 0-55,1 0 0,8-5 1,-2 3-76,3 0 1,-3-5 0,0 4 0,2-5-131,1-1 0,-3 0 0,0 0 0,2 0 257,1 0 1,-3 0 0,-2-1 0,0-3 290,0-1 1,-3-8 0,3 2-124,-2-4 1,-1-1 0,-6 0 207,0-1 0,0 1 0,0 0-230,0-1 0,-8 6 1,-3 0-316,-3-1 0,-2 5 0,-1 1 0,1 4-330,0 2 0,5 0 0,0 0 0,0 2-577,2 4 0,-6-3 0,4 8-908,-3 2 1974,5 1 0,-6 3 0,6-1 0</inkml:trace>
  <inkml:trace contextRef="#ctx0" brushRef="#br0" timeOffset="27">14285 1864 10273,'-9'7'2180,"2"-5"-1156,7 5 1,-2-7 33,-3 0-456,3 0 0,-6 2-211,8 3 0,0 4-362,0 8 1,0-1-849,0 0 1,2 1 311,4-1 1,3-7 0,7-3 371,0-5 1,-5-1-1,0 0 1,2 0 58,2 0 1,1 0-1,0-1 1,1-5 111,-1-5 1,-5 4-1,-2 0 1,0 1 206,0 1 0,-4-6 0,5 4 29,-3-2 0,-2-2 0,-5-6-192,0 1 1,-5 5 0,-2 2-1,-3 2-173,-2 3 0,-3-3 0,-1 1-1303,0 3 0,-1 1 336,1 2 0,0 2 1060,-1 3 0,8 4 0,2 8 0</inkml:trace>
  <inkml:trace contextRef="#ctx0" brushRef="#br0" timeOffset="28">14514 1880 7823,'-11'7'633,"0"4"1,6-4-1,-4 1 2049,1-1-2308,3 2 1,5 7 2,0 1 0,0-1 0,0 0-57,0 1 1,5-1 0,3-1 0,-1-3-182,0-1 0,4-5 0,-4 3 0,2-2-389,4-3 0,-4-3 0,2-1 0,2 0 26,1 0 0,-3-1 0,0-5 238,2-5 0,-4-3 0,0-3 1,-2 1 67,-3 0 1,0-1-1,-1 1 1,3 0-19,-3-1 0,-1 1 1,-4 0-19,-3-1 1,1 1-364,-7 0 0,0 7-807,-5 3 0,0 4 13,-1 2 1,6 6 0,2 1 1110,2 2 0,-6 2 0,4 5 0</inkml:trace>
  <inkml:trace contextRef="#ctx0" brushRef="#br0" timeOffset="29">14743 1929 8601,'-11'0'4495,"0"0"-3528,7 0 0,-5 0-464,4 0 0,3 7 1,-3 4-154,3 4 0,2 1 1,0 0-592,0 1 0,2-1-181,3 0 1,4 1 0,7-3 258,1-3 0,-6-4 0,0-7 0,1 0 56,3 0 1,-4 0 0,0-1 0,0-5 219,-2-5 0,3 2 0,-4-2 0,-1-1 244,0-3 1,-1-1-1,-6-1 1,0 1 225,0 0 1,0-1-1,0 1-384,0 0 0,-8 1 0,-3 4-674,-3 6 1,-2 3 0,-1 2-970,1 0 0,-1 0 1,3 2-952,3 3 1,2-1 2394,4 7 0,3 0 0,-6 5 0</inkml:trace>
  <inkml:trace contextRef="#ctx0" brushRef="#br0" timeOffset="30">15102 1913 7960,'-16'0'920,"5"0"1951,0 0-1897,8 0 1,-6 0 1543,3 0-1830,-3 0 1,-2 0-349,0 0 0,8 1-14,-3 5 1,-1 3-643,1 7 0,1 1-221,5-1 1,0 0-1,0 1-81,0-1 1,5-5-1,3-2 416,1-2 0,2 1 0,7-5 254,4 3 1,-10-1 0,5-5 0,-3 0 438,1 0 1,3-5 0,2-3-389,2-1 0,-1-2 0,-4-5 0,-3 0-19,-3-1 1,2 1 0,-6-2-60,2-4 1,-5 9-1,1-3 109,-3 1 0,-9 1 0,-4-1 0,-4 5-562,-1 4 0,0 4 0,-1 2 0,-1 0-799,-3 0 0,6 0 0,-5 0 1227,0 0 0,0 0 0,4 0 0</inkml:trace>
  <inkml:trace contextRef="#ctx0" brushRef="#br0" timeOffset="31">15920 1782 8006,'-9'2'1890,"1"1"-1125,1 3 0,3-1 0,-5-3 0,0 2 0,0 3 306,-4 2 1,4-4-772,-2 6 1,6-5 0,-4 5 0,0 0-100,0-2 0,5 5 1,-3-3 19,0 4 1,5 1 0,-4 0 0,5 1-210,1-1 0,0-5 0,0 0 1,0 2-268,0 1 1,1 2-1,5-1-182,5-4 0,3-4 0,3-7 0,-1 0 146,0 0 0,6 0 0,0 0 1,-2-2 74,-2-3 1,-2-2 0,1-6 0,-1 2 111,0-2 0,-1-1 1,-4-3-1,-4 1 173,0 0 0,-5-1 1,4 1 46,-5 0 1,-2-1 0,-5 1-179,-5 0 1,-3 7-1,-3 3-592,1 4 1,0 2 0,-1 0-891,1 0 0,5 2 1544,0 4 0,0 3 0,-5 7 0</inkml:trace>
  <inkml:trace contextRef="#ctx0" brushRef="#br0" timeOffset="32">16148 1798 8478,'-16'7'1345,"2"-3"1,1 5 0,4 0-547,2 0 1,-6-5 0,4 3-636,0 1 0,0-5 0,5 8 82,-1 2 0,-1 1 0,6 3-142,0-1 0,0-5 0,0 0 1,0 1-321,0 3 1,7-4-1,4-2 93,4-2 0,1-1 0,0-6 0,1 0 49,-1 0 0,-5 0 0,0-2 0,2-2-10,1-1 1,-3-8 0,-2 2 0,0-3 39,0-3 1,-5 1 0,1 0 0,-3-1 70,-2 1 1,0 0-1,0-1 1,0 1 47,0 0 0,-2 5 0,-3 0-273,-6-2 0,2 6 1,-2 1-1336,-2 5 0,4 1-568,-2 0 2101,8 7 0,-5 2 0,8 7 0</inkml:trace>
  <inkml:trace contextRef="#ctx0" brushRef="#br0" timeOffset="33">16328 1815 9461,'-16'0'2582,"5"0"-1145,0 0-1003,7 0 1,-5 0-1,6 1 20,-3 5 1,1-3-1,5 8-197,0 2 1,0 2 0,0 1 0,0 0-119,0 1 0,0-1 1,0 0-1,2 1-339,3-1 1,-1-5-1,7-2 3,1-2 1,3-1 0,1-6-46,1 0 0,-1-6 0,-2-1 0,-1-2 131,-2-4 1,-5-3 0,3-4-1,-2-2 52,-3 2 0,-3 2 0,-1 2 0,0-1 261,0 1 1,0 0 0,-1 1-1,-3 2-478,-2 2 1,-6 8-3713,1-3 391,-4 5 3597,6 1 0,-5 7 0,5 2 0</inkml:trace>
  <inkml:trace contextRef="#ctx0" brushRef="#br0" timeOffset="34">16573 1815 7937,'-16'5'1183,"0"0"1,5 6 0,0-5 0,0-1-177,2 3 1,-6-7 0,6 7-721,0-1 1,2-4 0,5 8-235,-3 2 1,3 2 0,-4 1 31,5 0 0,2-1 0,3-2 1,3-4-216,2-2 0,-3 0 1,5-3-1,2 1 35,1-1 1,-3-2-1,0-2 1,2 0 78,1 0 0,-3 0 1,0-2 176,2-4 1,-4 3-1,0-8 55,-2-2 0,-2-1 1,-5-3-85,0 1 0,-1 0-489,-5-1 0,-3 3 1,-5 1-1901,3 2 0,2 8-1273,3-3 3530,-3-3 0,0 7 0,2-5 0</inkml:trace>
  <inkml:trace contextRef="#ctx0" brushRef="#br0" timeOffset="35">16966 1733 7810,'-17'14'1113,"1"-3"1,5-2 0,0-3 294,-1 5 0,2-2-1181,0 2 0,0-6 1,0 6-1,2 2 1,3 1-1,-1 3 5,3-1 1,1 0-1,2 1 1,0-1-305,0 0 0,2-5 0,1 0 0,5 0-89,1-2 0,0 0 0,4-5 0,-3 1 58,3-1 1,2-2 0,1-2 0,0 0 4,1 0 1,-6-6-1,0-1 1,1-2 15,3-4 1,-4-1 0,-2-3 0,-2 1 114,-3 0 0,-3-3 0,-1-2 135,0-7 0,0 10 0,0 2 0,0 1 60,0 1 1,-5 3-1,-2 2-427,-2 2 0,-2 1 0,-6 6-1779,1 0 1,0 0-263,-1 0 2240,8 0 0,-5 7 0,5 3 0</inkml:trace>
  <inkml:trace contextRef="#ctx0" brushRef="#br0" timeOffset="36">17129 1831 8591,'-16'0'3032,"-1"0"1,7 0-2782,-1 0 0,7 2 0,-3 1 182,0 3 0,5 1 1,-4-1-140,4 4 1,2 5-1,0 1 1,0 1-478,0-1 1,0-5 0,2-2-1,4 0-162,5 0 1,3-5 0,2 1-120,1-3 1,5-2 0,-1 0-1,-1 0 135,-1 0 1,-3-7 0,0-2 0,-1-2 362,-4 0 0,3 0 0,-5-5 336,0-1 1,0 1-1,-5 0 1,2-1-130,-3 1 0,-1 0 1,-4 1-1,-3 2-115,-6 2 0,2 6 0,-2-4 1,-2 2-671,-1 3 0,-3 2 1,1 2-150,0 0 693,-1 0 0,1 7 0,0 3 0</inkml:trace>
  <inkml:trace contextRef="#ctx0" brushRef="#br0" timeOffset="37">17391 1782 14470,'-2'14'1018,"-2"-1"-636,-1-2 0,-1 0 0,6 5 119,0 1-406,0-1 0,0 0 1,0 1-1,0-1-174,0 0 1,8 1 0,2-3 116,5-3 0,1-4 0,1-7 0,-1 0-40,0 0 1,1-7 0,-1-4 76,0-3 0,-5 3 0,-2 0 0,-1-2 205,-5-1 0,5 3 0,-3 0 0,-1-2 70,-3-1 1,-1 3 0,-1 0-81,-5-2 0,-3 4 0,-7 0-1038,-1 2 1,1 1 0,0 6-1964,-1 0 1,1 0 2730,0 0 0,-1 7 0,1 3 0</inkml:trace>
  <inkml:trace contextRef="#ctx0" brushRef="#br0" timeOffset="38">17685 1831 7820,'-11'0'2907,"0"0"0,6-6-1275,-6 1-1239,0 0 1,0 5-75,0 0 0,7 7 0,-1 4-89,3 3 0,2-3 0,0 0 0,0 2-208,0 1 0,0-3 0,2-2 0,2 0-223,1 0 0,6-3 0,-4 3 0,2-2 40,4-3 1,2-2-1,1-2 1,0 0-199,1 0 0,-1 0 0,-2-2 0,-1-2 185,-2-1 1,0-8 0,5 2 0,-1-3 239,-4-3 1,1 5 0,-4-1 0,-1-2-51,0 3 1,-1-1 0,-6-3 213,0-1 0,-2 3 0,-4 3 0,-4 4 162,-5-1 1,-3 6 0,-2-1 0,-2 5-872,2 3 0,0 6 1,0-4-1,-2 0-1273,2 1 1752,2 4 0,-5-2 0,-3 6 0</inkml:trace>
  <inkml:trace contextRef="#ctx0" brushRef="#br0" timeOffset="39">18388 1798 7475,'9'0'352,"-2"0"-984,-7 0 1476,0 0-741,0-7-49,0 5 65,0-5 370,0 7 215,0 0-452,0-7 169,0 5 98,0-5-1250,0 7-194,0 0 1297,0-8 56,0 6-230,0-5-272,0 7-480,0 0 189,0-7 150,0 5-597,0-5 540,0 7-131,0 0 1,-7-7 0,-2-3 0</inkml:trace>
  <inkml:trace contextRef="#ctx0" brushRef="#br0" timeOffset="40">18306 1700 8014,'11'0'-1544,"0"0"4685,-8 0-2061,5 0 62,-8 0-156,0 7-606,0-5 0,0 7 1,-2-5 61,-4 1 1,5 3 0,-7-5-200,1 3 0,3 5 1,-5-4-42,2 2 1,0-4-1,3 6-228,-1 2 0,-3 2 0,5 3 0,-3 2-187,3 1 0,1 1 1,2-5-1,0-1 36,0 0 1,0 1 0,2-1-1,1 0-107,3 1 0,7-6 0,-3-2 0,5-2 70,1-3 1,1-3 0,-1-1 0,2-1 240,4-5 0,-4-3 1,4-7-1,-4-1-62,-2 1 0,-5-2 1,-2-2-1,1-2 89,-1 2 1,-6 2 0,4 2 0,-1-1-22,-1 1 0,1 0 0,-8-1 24,-3 1 0,1 5 1,-7 0 130,-2-2 1,-1 6-1,-3 2 1,1 3-198,0 2 1,-1 0 0,1 0-248,0 0 0,1 2 0,2 1 1,3 3-284,-3-3 1,4 6-1012,-2 2 0,7-2 368,-1 2 1,5-2 1181,5 2 0,4 4 0,8-6 0</inkml:trace>
  <inkml:trace contextRef="#ctx0" brushRef="#br0" timeOffset="41">18649 1815 12485,'-9'-10'2382,"0"3"-1723,4 7 1,1 0 266,-7 0-1028,7 7 0,-8 3 0,4 6-207,-1 0 1,6 1 0,-3-1 0,5 0-22,1 1 1,0-1-1,1 0 64,5 1 1,-3-1 0,8 0 86,2 1 0,-4-6 0,2-2 0,2-2 158,1-3 0,-3-3 1,0-1-1,2 0 6,1 0 0,3 0 0,-1 0 90,0 0 0,1-5 0,-3-2 0,-1-2 208,-2-4 1,-8-2-1,3-1-151,-4 0 1,3-1-1,1 1 183,-3 0 0,-1-1 0,-2 1-54,0 0 1,-5-1 0,-3 3-51,-1 3 0,-2 4 1,-5 7-240,0 0 0,-1 0 0,1 0-1500,0 0 1,5 1 404,0 5 1,5-4 0,-3 5-409,2 0 1531,2-5 0,5 13 0,0-6 0</inkml:trace>
  <inkml:trace contextRef="#ctx0" brushRef="#br0" timeOffset="42">18943 1716 16215,'0'17'402,"0"-1"1,0 1 96,0-1-459,0 7 1,0 1 0,0 5 0,0-2-1,0 2 1,0 1 0,0-1-571,0-2 1,0-7-1295,0 2 0,2-4-1682,4-2 2721,-4-7 785,12-2 0,-5-21 0,7-4 0</inkml:trace>
  <inkml:trace contextRef="#ctx0" brushRef="#br0" timeOffset="43">19091 1700 13121,'0'11'1237,"0"0"-873,0 2 1,0-4 0,0 2 0,0 3 3,0 6 0,0 0 0,1 6 1,3-1-112,1 0 1,3-3-1,-5 4 1,3-1-501,-3 0 0,1-5 0,0 2 0,1-4-1566,-1-1 0,-1-6-2858,3 0 4667,-4-8 0,5 4 0,-7-7 0</inkml:trace>
  <inkml:trace contextRef="#ctx0" brushRef="#br0" timeOffset="44">19712 1766 9423,'-9'0'3197,"1"0"-2634,8 0 0,-2 0-90,-3 0-644,3 0 26,-5 0 284,7 0 0,-2 0 71,-3 0-128,-4 0 0,-2 5 28,0 0 0,5 1 1,-3-4-88,2 3 1,0-3 0,3 5-49,-1 0 1,-1 3 0,4 4-1,-1-1-47,-3-2 1,1 0 0,5 5-16,0 0 1,0-5 0,0 0 150,0 2 1,7 1 0,2 3 106,0-1 1,6-5 0,-4-2-118,3-2 1,-3 4 0,0-5 12,2-3 1,1-1 0,3-2-321,-1 0 1,0 0 0,1 0 91,-1 0 0,0-7 0,1-4 174,-1-4 0,-5-1 0,-2 0 118,-2-1 0,1 1 0,-5 0 0,3-1 139,-3 1 0,-1 0 0,-2-1 0,-2 1 59,-3 0 1,1-1 0,-7 3 0,0 1-341,2 2 0,-5 6 1,3-4-458,-4 1 1,-1 3 0,0 5-129,-1 0 0,6 0 0,1 0-3406,-3 0 4002,6 0 0,-8 7 0,6 2 0</inkml:trace>
  <inkml:trace contextRef="#ctx0" brushRef="#br0" timeOffset="45">20071 1831 8470,'-16'0'4611,"0"5"-3324,-1 1 1,1-1-997,0-5 1,-1 0-373,1 0 1,5 0 0,2 2-6,2 4 0,1-3-265,6 8 1,0 0 138,0 5 1,2 1-1,3-3 118,6-3 0,-2-2 1,2-5-1,2 1 102,2-1 1,6-2 0,1-2 0,-2 0-55,-2 0 1,-1 0 0,-1 0 0,0 0 52,1 0 1,-6-2 0,-1-2-1,1-3 204,-2-2 0,4 3 0,-7-4 0,-3-3 75,-1-2 1,-2 4 0,0 0 0,0-1-14,0-3 1,-2 4 0,-3 0-88,-6-1 1,-4 4 0,1 1 0,1 2-945,2-1 0,0 1 0,-5 5-357,0 0 0,5 0 0,0 0-1907,-2 0 3022,-1 0 0,-3 7 0,1 2 0</inkml:trace>
  <inkml:trace contextRef="#ctx0" brushRef="#br0" timeOffset="46">20382 1766 9750,'-11'0'2909,"0"0"-2461,7 0 0,-3 7 42,7 4 1,0 3-1,0 3 1,0-1-224,0 0 1,2 1 0,2-1 0,1 0-187,-1 1 0,3-1 1,-2 0-1,-1 1-1199,-2-1 0,3 0-1349,1 1 1,1-3 960,-2-3 0,-3-2 556,4-3 950,-5-5 0,7-1 0,1-9 0</inkml:trace>
  <inkml:trace contextRef="#ctx0" brushRef="#br0" timeOffset="47">20660 1766 7805,'-11'0'2661,"0"0"0,5 0-1426,-4 0 1,4 0 108,-5 0-890,8 0 1,-5 7-54,8 4 1,0-2 0,0 2-252,0 1 1,0 3 0,0 1 0,0 1-495,0-1 0,2 0 1,2 1-106,1-1 0,6-5 0,-4-2 1,1 0-85,-1 0 0,6-5 1,-3 1 315,5-3 1,1-2 0,1 0 258,-1 0 0,0-5 0,-1-3 0,-2-1 80,-2-3 0,-2 2 0,3 0 1,-3-3-14,-1-2 1,3-1-1,-6 0 1,-1-3 85,-3-2 1,-1 6 0,0-5 0,0 0 412,0 2 1,0 5 0,0 2 0,-1 0 55,-5 2 0,-3-3 0,-7 6 1,-1 3-261,1 1 0,-6 4 1,0 1-1,1 4-346,-3 3 0,6-1 1,-4 3-1,4-1-1234,2 2 1,5-4 0,0 0 1175,-2-2 0,-1 6 0,-3-4 0</inkml:trace>
  <inkml:trace contextRef="#ctx0" brushRef="#br0" timeOffset="48">8940 2893 7794,'9'2'896,"-3"4"1,-2-4 0,-1 5-196,3 0 0,-1-3-141,-5 7 0,2-2 0,1 3 700,3-1-721,-1-7 1,-5 10-151,0-3 0,0-2-107,0 2-614,0-7 0,-1 1 137,-5-10 0,-1-4 0,-6-7 1,4-1 45,2 1 0,-4-2 1,5-2-1,1-2 97,-2 2 0,5-4 0,-5 3 1,1-1 197,1-2 0,-1 4 1,6-5-1,0 1-256,0 4 0,2 0 0,4 0-386,4-2 1,0 2 0,0 8 46,3 1 0,2 7 0,1-1-694,0 3 1,1 4-1,-3 3 94,-3 6 1,-4 4 1048,-7 1 0,8 8 0,1 1 0</inkml:trace>
  <inkml:trace contextRef="#ctx0" brushRef="#br0" timeOffset="49">8810 2943 7794,'-9'7'5706,"3"-5"-5282,12 3 1,3-5-1,7-4 1,0-3-147,1-2 1,1 4 0,2-4-1026,2 1 0,5-4 0,-4 2 0,1 0 747,0-1 0,5 0 0,-4-6 0</inkml:trace>
  <inkml:trace contextRef="#ctx0" brushRef="#br0" timeOffset="50">9169 2632 7794,'-7'16'331,"3"-5"1,-5 0 1126,2 2 1,1 1 0,6 4-1140,0 4 1,0-4 0,2 6 0,4 0-441,5 3 1,-2-2 0,0 1 0,0-1-171,0 1 0,-4-6 0,5 1 0,-1-2-352,0-3 643,-6-7 0,12 6 0,-6-6 0</inkml:trace>
  <inkml:trace contextRef="#ctx0" brushRef="#br0" timeOffset="51">9365 2861 7821,'-1'14'1583,"-3"-1"0,-2-2-217,3 2 0,1-4 0,2 2-977,0 1 1,2 3-1841,3 1 1,-1-5-3401,7 0 4851,0-7 0,5 3 0,0-7 0</inkml:trace>
  <inkml:trace contextRef="#ctx0" brushRef="#br0" timeOffset="52">9349 2632 7830,'-11'11'1104,"0"0"0,6-8 1,-4 5-2453,1-1 1348,3-5 0,5 5 0</inkml:trace>
  <inkml:trace contextRef="#ctx0" brushRef="#br0" timeOffset="53">9496 2779 7830,'0'16'0,"0"1"0,2-1 912,3 0 0,-1 1 0,7 1 1,0 2-568,-2 2 0,5 1 0,-3-3 0,2 2-261,-2-2 0,2 0 1,-6 0-1,0 2-76,0-2 0,-1-2 0,-4-3-573,3-5-180,-3-2 0,-6-23 650,-7-7 0,-5 1 0,9-3 0,0 2 2,-1 0 0,1-7 0,3 4 0,-1-2 326,1-1 0,2 8 0,2-1 1,0 1 122,0-2 1,0 4 0,2-2 22,4 7 0,-3 4 0,8 5 0,2-1-8,2 1 1,1 10 0,-2 5 0,-1 3-178,-2 2 1,-6 1 0,5-1 0,-3 0-136,-4 1 0,-1 1 1,-2 4-602,0 5 1,-2-3 0,-3-3 192,-6-2 1,-3-9 0,-3 0 0,1-3-97,0-4 445,6-1 0,-4-9 0,5-2 0</inkml:trace>
  <inkml:trace contextRef="#ctx0" brushRef="#br0" timeOffset="54">10003 2910 11455,'2'-9'970,"3"3"1,4 4-1,7 2 1,1-1-1023,-1-5 0,1 4 0,-1-3 0,0 3-747,1 2 1,-7 0-1,1 0-994,2 0 0,-4 0 1793,2 0 0,-7-7 0,3-2 0</inkml:trace>
  <inkml:trace contextRef="#ctx0" brushRef="#br0" timeOffset="55">10019 2779 16833,'16'9'-461,"1"-3"1,-1-5 0,1 1 460,-1 4 0,7-5 0,3 7 0</inkml:trace>
  <inkml:trace contextRef="#ctx0" brushRef="#br0" timeOffset="56">10509 2599 8640,'-9'7'2966,"0"-3"-1631,4 7-1276,3 0 1,-5 5 0,7 1-1,0-1 1,2 2 0,1 2-1,4 4-111,3 1 1,-5 1-154,6 1 0,-6 2 0,4-7 0,-1-1 0,-3-1 1,1-1-134,-1-5-3002,1-8 3340,1 8 0,2-12 0,7 5 0</inkml:trace>
  <inkml:trace contextRef="#ctx0" brushRef="#br0" timeOffset="57">10738 2616 8209,'-5'10'805,"-1"1"1,1 0-238,5 6 1,0-1 0,0 0-305,0 1 0,0 1 1,0 2-1,2 2-246,3-2 1,-3-2-1,5-2 1,-1 0-700,-1 1 1,2-6-1,-3 0-2482,2 1 3163,6-4 0,-3-1 0,8-7 0</inkml:trace>
  <inkml:trace contextRef="#ctx0" brushRef="#br0" timeOffset="58">10885 2648 7800,'9'0'2196,"-1"0"1,-8 2 0,2 4-1894,3 4 0,-3 5 0,3 1 0,-1 1-301,1-1 1,-3 6-1,4 0 1,-3-1-296,3 3 0,-4-6 1,3 4-1,-3-2-996,-2 2 0,2-10 0,1 5-2261,3-3 3550,-1-6 0,2 6 0,2-5 0</inkml:trace>
  <inkml:trace contextRef="#ctx0" brushRef="#br0" timeOffset="59">11229 2665 7931,'-6'11'394,"1"-1"525,1 3 0,-3-4 0,1 2-758,3 2 0,1-4 0,2 2 0,0 3-398,0 6 0,0-2 1,2 4-1,1-4-125,3-1 362,-1-1 0,3 0 0,1 1 0</inkml:trace>
  <inkml:trace contextRef="#ctx0" brushRef="#br0" timeOffset="60">11686 2632 7790,'-7'16'586,"3"-5"1,-5 0 0,2 2 0,3 1 0,3 3 129,1-1 1,0-3 0,0 3-585,0 8 1,5-3 0,2 1 0,1-2-937,-1 2 1,4-9 0,-4 3 0,0-1-2466,1-1 3269,4-5 0,-3 6 0,8-6 0</inkml:trace>
  <inkml:trace contextRef="#ctx0" brushRef="#br0" timeOffset="61">11915 2616 8698,'-5'16'1115,"-1"0"0,1-5 0,5 0-841,0 2 0,0 1 0,0 3 0,0-1-268,0 0 0,0 3 0,0 0 1,2 5-203,3 2 1,-1-10-1005,7 6 1,-8-8 0,4 8-166,1-4 1,-5-9 1364,8-3 0,0-12 0,6-3 0</inkml:trace>
  <inkml:trace contextRef="#ctx0" brushRef="#br0" timeOffset="62">12062 2632 8766,'0'11'872,"0"0"1,0-6 0,0 6-671,0 2 1,2-1-1,2 1 1,1-2-220,-1 2 1,3 7-1,-2 2 1,1-2-365,1-2 1,-3-4 0,5-1 0,-2-2 17,-3 2 363,5-6 0,0 7 0,7-5 0</inkml:trace>
  <inkml:trace contextRef="#ctx0" brushRef="#br0" timeOffset="63">12356 2632 7781,'-1'14'-126,"-3"-1"0,-1-2 534,1 2 1,2-4 0,2 2 0,0 1 305,0 3 0,0 1 1,0 1-1,0 1-1125,0 4 0,2-4 0,2 4 0,1-4 411,-1-2 0,5 0 0,0 1 0</inkml:trace>
  <inkml:trace contextRef="#ctx0" brushRef="#br0" timeOffset="64">13027 2599 7963,'-2'9'2960,"-2"-1"-2353,-1-1 1,-1 2 0,6 7 0,0 1-782,0-1 1,6 0 0,1 2-1,0 2-505,0 2 1,4 2 0,-3-4 0,-1 2-322,0-2 0,4-2 1000,-5-2 0,6 0 0,-3 1 0</inkml:trace>
  <inkml:trace contextRef="#ctx0" brushRef="#br0" timeOffset="65">13321 2599 7826,'-7'11'883,"-4"0"0,2-2 0,-1 4-404,3-2 1,2 0-1,7 5-594,3 0 0,-1-5 0,5 0 0,0 2 24,0 1 1,-4 5 0,4 0-562,-1 3 0,3 0 0,-4-6-1374,2 1 2026,-5-8 0,10-2 0,-5-7 0</inkml:trace>
  <inkml:trace contextRef="#ctx0" brushRef="#br0" timeOffset="66">13484 2599 7826,'0'11'1294,"0"0"1,0 0-1256,0 5 1,0-5 0,0 0-140,0 2 1,6 3 0,1 6 77,2 5 0,-4-3 0,5-2 0,-3-4-112,-4-2 0,5 0 1,-3 1-1599,-1-1 1732,5-7 0,-7 6 0,5-6 0</inkml:trace>
  <inkml:trace contextRef="#ctx0" brushRef="#br0" timeOffset="67">13697 2632 8523,'0'16'724,"0"-5"1,2-2 0,1 0-414,3 0 1,-1 2 0,-5 6-1,0 1-183,0 4 0,0-4 0,2 4 0,2-2-1458,1 1 0,0-8 1330,-5 3 0,0-3 0,0 3 0</inkml:trace>
  <inkml:trace contextRef="#ctx0" brushRef="#br0" timeOffset="68">14252 2714 13837,'2'16'-110,"4"0"1,-4 3-1,5 0 1,-2 3-1,1-2-1920,-3-2 1413,6-1 1,-5-1 0,5 0 616,-2 1 0,6-1 0,-4 1 0</inkml:trace>
  <inkml:trace contextRef="#ctx0" brushRef="#br0" timeOffset="69">14530 2632 7836,'0'11'2322,"0"0"-2111,0 0 0,0 5 0,0 0 1,0 1-190,0-1 0,0-5 1,0 0-1,0 2-16,0 1 0,0 2 0,2 1 0,2-1-402,1 0 1,2-5-1,-3 0-1029,2 2 0,1-4 1425,-2 2 0,4 0 0,8 5 0</inkml:trace>
  <inkml:trace contextRef="#ctx0" brushRef="#br0" timeOffset="70">14710 2665 11370,'6'11'217,"-1"-1"1,0 1 0,-3 7 0,2 2-176,1 2 1,3 0 0,-5-6-323,3 1 0,1 3 0,-3-2 0,1-4 0,0-1-2177,3-4 2457,-6 6 0,12-6 0,-5 7 0</inkml:trace>
  <inkml:trace contextRef="#ctx0" brushRef="#br0" timeOffset="71">15102 2632 7836,'0'11'796,"0"0"380,0 1-1038,0-4 0,0 6 1,0-3-1,2 2 1,2 0-1,1-3 1,-1 3-299,-2 2-138,5 1 1,-3 0-1,5 1 298,-2-1 0,6 0 0,-4 1 0</inkml:trace>
  <inkml:trace contextRef="#ctx0" brushRef="#br0" timeOffset="72">15789 2665 8010,'0'11'930,"-2"-1"1,-2 3-546,-1 2 0,0 3 0,5 2 1,0 2-1,1-1-308,5 3 1,-3-4-1,7 7 1,-1 0-587,0-1 0,-4-2 0,6-8-921,2 0 0,-4-1 1430,2-4 0,0 3 0,5-5 0</inkml:trace>
  <inkml:trace contextRef="#ctx0" brushRef="#br0" timeOffset="73">16116 2632 7819,'0'11'0,"-2"-2"0,-2 0 0,-1 0 343,-1-5 1,6 10 0,0-3 0,0 4-1,0 1 1,0 0-180,0 1 0,0-1 0,0 0-462,0 1 0,6 5 0,-1-1 0,1-1 1,-1-2-776,1-1 1073,6-1 0,-3 1 0,8-1 0</inkml:trace>
  <inkml:trace contextRef="#ctx0" brushRef="#br0" timeOffset="74">16328 2697 7891,'0'11'807,"0"0"-335,0 2-360,0 1 0,0 3 0,0-1 1,0 0-1,0 1 0,0-1-168,0 0 1,6 1 0,1-3 0,0 1-227,1 1 0,-1-9 0,-4 10 282,3-3 0,7 1 0,-4 1 0</inkml:trace>
  <inkml:trace contextRef="#ctx0" brushRef="#br0" timeOffset="75">16541 2746 7891,'0'17'0,"-2"-1"0,-2 0 77,-1 1 1,-1-1 0,6 0-370,0 1 0,0-1 292,0 0 0,0 1 0,0-1 0</inkml:trace>
  <inkml:trace contextRef="#ctx0" brushRef="#br0" timeOffset="76">16998 2648 7636,'-1'9'513,"-3"-1"0,-1-1 0,1 4-123,2 3 0,2 3 1,0-1-1,0 0 1,0 3-241,0 2 1,0-3 0,2 6 0,2-2-1397,1 0 909,0-1 1,1-4 0,1-1 0,0 1 0,2-3 336,1-3 0,-7 3 0,4-4 0</inkml:trace>
  <inkml:trace contextRef="#ctx0" brushRef="#br0" timeOffset="77">17227 2697 7852,'-2'9'1723,"-1"-1"-875,-3-1 1,1-3 0,5 6-766,0 3 0,0 4 1,0 2-132,0 3 0,5 0 1,1-6-1,-3 1-229,-1-1 0,4 0 1,-1 1-403,-1-1 679,5 1 0,-7-8 0,5-2 0</inkml:trace>
  <inkml:trace contextRef="#ctx0" brushRef="#br0" timeOffset="78">17374 2665 8381,'0'16'3434,"2"-2"-3262,4-3 0,-5 4 0,5-4 0,-3 3-233,3 3 0,-4-1 0,5 0 52,0 1 1,-3-1-1,5 0 1,-2 1-1519,-3-1 1,0-5 1526,1 0 0,4 0 0,7 5 0</inkml:trace>
  <inkml:trace contextRef="#ctx0" brushRef="#br0" timeOffset="79">17652 2632 7852,'0'16'953,"0"-5"0,0 0 1,0 2 0,0 1 0,0 3 1,0-1-973,0 0 0,6 1 0,1 1 0,0 2-646,0 2 1,1-1 663,-3-4 0,4-1 0,8 0 0</inkml:trace>
  <inkml:trace contextRef="#ctx0" brushRef="#br0" timeOffset="80">18257 2730 8036,'-9'9'3292,"2"0"-3131,7-3 0,0 3 0,0 7-221,0 0 1,0-3 0,1 2 0,3 3-162,2 0 1,1 0-1,-4-2 1,5 1-519,1-1 0,-6 1 1,5-1 738,-1 0 0,2 1 0,7-1 0</inkml:trace>
  <inkml:trace contextRef="#ctx0" brushRef="#br0" timeOffset="81">18502 2714 13385,'-9'16'55,"2"-5"1,7 0-1,0 2 1,0 1-162,0 2 1,0 6 0,2 2-1,1 1-202,3 4 0,-1-3 1,-3-1-483,3-1 0,-3-2 0,5-6 790,1 0 0,1-7 0,7-1 0</inkml:trace>
  <inkml:trace contextRef="#ctx0" brushRef="#br0" timeOffset="82">18829 2763 8339,'-11'-6'884,"0"1"1,6-1 31,-6 6 0,5 0-582,-4 0 0,4 0-96,-5 0 0,8 2 0,-3 4-149,4 5 1,2 3 0,0 2 0,0 1-13,0-1 1,0 0 0,0 1 0,0-1-356,0 0 1,0 1 0,2-3 0,2-1-198,1-2 1,8-7 0,-2 1-1,3-3 113,3-2 0,-6 0 1,-1-2-1,3-3 149,2-6 0,-4-4 0,-2-1 1,0-1 112,0 1 0,-6 0 0,3-1 0,-4 1 363,-2 0 1,0 5-1,0 0 1,-2 0-351,-4 2 0,3-4 0,-8 8 30,-2 1 57,-1 2 0,-3-5 0,1-2 0</inkml:trace>
  <inkml:trace contextRef="#ctx0" brushRef="#br0" timeOffset="83">18976 2746 9301,'-9'-7'1557,"0"5"-967,4-3-445,3 3 0,-6 9 72,8 4 1,0 4 0,0 1-215,0 0 0,2 1 1,2-1-1,3-1 72,2-4 1,2 1 0,4-5 0,-3 1 13,-1-1 1,0-2-1,6-5 1,-1 2 32,0 4 1,-3-4 0,1 3-595,5-3 1,1-9 267,-4-4 1,-5-2 0,-2 0 352,-2 2 0,-1 0 0,-6-5 0,-2 2-44,-4 3 1,-1-4 0,-6 6 0,2-2-186,-1 0 0,-3 8 0,-1-3-1151,0 4 0,-1 2 1231,1 0 0,0 0 0,-1 0 0</inkml:trace>
  <inkml:trace contextRef="#ctx0" brushRef="#br0" timeOffset="84">19679 2665 15161,'0'11'591,"0"-1"0,0 3-1687,0 2 866,0 1 0,5 6 0,1 0 1,-3-1-1,1 1 0,0 0 1,1-2-1287,-1-2 0,-2-7-829,-2 0 2345,7 0 0,2 5 0,7 1 0</inkml:trace>
  <inkml:trace contextRef="#ctx0" brushRef="#br0" timeOffset="85">19859 2665 12058,'7'9'484,"-5"5"0,3-3-300,-3 4 0,0 6 1,2 1-1,1-2 1,-1 0 2,-3 2 1,1-2 0,2 5-1,1-1-929,-1-4 0,0-2 0,-1-1-1388,3-1 0,1-2 2130,-2-3 0,-3 4 0,5-6 0</inkml:trace>
  <inkml:trace contextRef="#ctx0" brushRef="#br0" timeOffset="86">20218 2697 7729,'-9'0'1292,"0"0"-417,4 0-382,3 0 1,-7 0 13,3 0 1,3 0 72,-8 0 0,7 2-259,-1 4 0,-2-3-415,1 8 1,1 0 93,5 5 1,0 1-1,0-1 1,0 0-312,0 1 0,0-6 0,1-2 0,5 0 88,5 0 0,-2 0 0,2 2 0,0-4 143,-2 0 0,5-5 0,-3 5 0,4-1-18,1-1 0,-5 1 0,0-6 112,2 0 0,1 0 0,2-2 20,1-3 0,-8 1 1,-2-7-1,-1-2 126,-1-1 1,0 1 0,-3 0 0,2-1 124,1 1 1,1 0 0,-6-3-1,0 0 8,0-1 1,-6 1 0,-1 0-136,-2-1 1,-2 3 0,-5 1-228,-1 2 0,7 8 1,-1-3-461,-2 4 1,-2 2-3050,-1 0 3578,0 0 0,-1 8 0,1 1 0</inkml:trace>
  <inkml:trace contextRef="#ctx0" brushRef="#br0" timeOffset="87">20545 2616 8307,'-9'10'4112,"4"1"0,3 0-3710,2 6 0,0-6 1,0-1-1,0 3 30,0 2 1,2 1 0,1 0-215,3 1 1,1-1-1,-3 0 1,1 1-303,-1-1 0,3 6 0,-2 0 0,1-2 0,-1 0-934,1 1 0,-1-8 1,-3 3-401,4-1 1418,-5-8 0,14 8 0,-6-6 0</inkml:trace>
  <inkml:trace contextRef="#ctx0" brushRef="#br0" timeOffset="88">8973 3678 7759,'-16'0'1908,"-1"0"228,1 0 0,5 0-1282,0 0 0,6 0-389,-6 0 1,2 2 0,-4 2-251,2 1 0,6 6 0,-4-4 0,1 2-83,5 4 1,-5-4-1,3 2 1,1 2-356,3 1 0,1 3 0,0-1-486,0 0 1,7-1 0,4-2 178,3-3 0,3-6 0,-1 1-28,0-3 0,-1-9 0,-2-4 1,-4-3 274,-2-3 1,4-1-1,-6-2 1,1-2 194,1 2 1,-5 0 0,3 0-1,-3-1-49,-2 1 1,0 1-1,0 3 4078,0 0-3147,0-1 0,0 10 1,0 7-1,0 9-572,0 6 0,2 3 1,1 2-1,3 2-392,-2-2 1,3-2 0,0-2 0,0 1-477,1-1 0,4-2 0,-3-1-1645,1-2 0,4-7 0,-5-1 2291,0-6 0,6-6 0,-6-8 0</inkml:trace>
  <inkml:trace contextRef="#ctx0" brushRef="#br0" timeOffset="89">9120 3482 13288,'0'11'1830,"2"0"0,2 1-1433,1 3 1,6 7 0,-4 1-1,0 3-407,1 3 0,4-4 1,-2 1-1,-1-3 40,-4-3 0,2-1 0,1-3-4063,1 0 3311,-6-7 1,3-3 0,-10-12 530,-1-5 0,-6 2 1,4 0-1,-1 0 195,1 0 0,-6 5 1,2-1 352,-3 3 0,3 2 919,0 0 1,2 2-773,-2 3 1,4-1-18,7 7 1,2 0-256,3 5 1,4-5-1,7-2-1197,1-2 0,-1 1 0,1-5-109,-1 3 0,0-1 1,1-5-2191,-1 0 3264,-7-7 0,13-2 0,-4-7 0</inkml:trace>
  <inkml:trace contextRef="#ctx0" brushRef="#br0" timeOffset="90">9398 3678 7782,'-2'-9'2213,"-3"4"0,1-3-1735,-7 3 0,6-1 0,-4 8-210,1 4 0,1-4 0,4 5-157,-3 0 0,1-3 0,5 7 199,0 1 1,0 3-264,0 1 1,0 1 0,1-3 0,3-1-47,2-2 0,1-8 0,-4 5 53,3-1 0,1 0 173,-1 4 0,-3 2 0,6-6 105,-1 2 1,-1-5-419,-2 1 0,-3-1-1301,4 1 1,-3-3-2864,3 3 2936,-5-3 1,7-9 1313,-8-4 0,0-3 0,0-3 0</inkml:trace>
  <inkml:trace contextRef="#ctx0" brushRef="#br0" timeOffset="91">9333 3400 8660,'-2'11'7498,"-4"0"-6909,5-7 0,-7 5 0,8-4-106,0 6 0,6-2 0,-1 2 0,1 2-3,1 1 0,-3 4 1,6 4-1,1 6-169,-2 2 0,4 3 1,-6-2-1,1-2-246,-1-2 0,4-7 0,-4 2 0,0-2-1430,1 2 0,-1-9-2793,-2 3 3659,-3-11 1,5-5 0,-7-11 528,0-3 1,-1-2-1,-5-1 110,-5 1 1,-1 0-1,-1 1 1,4 2 267,1 2 1,-2 6-1,2-4 1,-1 2 381,-3 3 1,2 2-349,0 2 0,6 2 1,-2 3-131,5 6 1,1 4 0,0 1 0,0 2-227,0 4 1,1-4-1,3 4 1,3-4-278,2-1 0,2-6 0,6-2 0,-1 0-359,0 0 0,1-6 0,-1 3-744,0-4 1,1-2-1,-3-2 1,-1-4-2359,-2-5 3652,0-3 0,5-10 0,0-1 0</inkml:trace>
  <inkml:trace contextRef="#ctx0" brushRef="#br0" timeOffset="92">9561 3449 16684,'2'11'3906,"2"0"-3203,1 2 0,6 3 0,-3 4 0,1 4-304,3 1 0,-3 2 1,0 4-1,1-2-1281,-1-1 0,-4-7 0,4 5 0,0-3-1472,0-3 1,-5-7 0,3-4 2353,0-2 0,3-1 0,6-6 0</inkml:trace>
  <inkml:trace contextRef="#ctx0" brushRef="#br0" timeOffset="93">10117 3744 15287,'17'0'2834,"-1"-2"-1977,0-4-1183,1 4 0,1-5 0,2 7 1,2 0-1,-3 0-5545,0 0 5871,-10 0 0,13-7 0,-4-2 0</inkml:trace>
  <inkml:trace contextRef="#ctx0" brushRef="#br0" timeOffset="94">10134 3580 10489,'0'11'2875,"0"0"0,7-8 0,4 3-2824,3-4 0,3-2 1,-1-2-2053,0-4 0,1 3 1,-1-8 2000,0-2 0,1-1 0,-1-3 0</inkml:trace>
  <inkml:trace contextRef="#ctx0" brushRef="#br0" timeOffset="95">10624 3400 12968,'0'11'1116,"0"0"1,0 0 0,0 7-871,0 4 0,0-4 1,0 6-1,2-1 259,3 5-816,-3-5 0,7 6 1,-5-7-1,1-2 0,1-2 1,-1-2-1,0 1-2835,-1-1 2020,-2 1 0,3-7-396,1 1 478,-1-7 1044,-5 10 0,8-19 0,1 3 0</inkml:trace>
  <inkml:trace contextRef="#ctx0" brushRef="#br0" timeOffset="96">10885 3417 16920,'0'18'825,"0"2"1,0 3-544,0 3-346,0 1 0,0 6 0,2-1 1,2 1-1,1 0 0,1-1 0,-1 1-1720,1 0 1090,-1-8 1,-3-1-1,2-8 1,3-1-1721,2-4 0,-5-11 2414,1-11 0,4-11 0,0-3 0</inkml:trace>
  <inkml:trace contextRef="#ctx0" brushRef="#br0" timeOffset="97">11049 3417 10087,'0'9'4520,"0"0"-3809,0-4 0,2-1 0,1 7 0,3 1-347,-3 3 0,1 1 0,0 1 1,3 1-254,2 4 0,-5-2 0,3 5 0,-2 0-446,1 1 1,1-4 0,-3 3 0,1-1-598,-1-4 1,-1-2 0,1-2-481,1 1 0,3-7 0,-5 1-714,3 2 0,-1-4 2126,-5 2 0,8 0 0,1 5 0</inkml:trace>
  <inkml:trace contextRef="#ctx0" brushRef="#br0" timeOffset="98">11294 3417 15936,'0'16'625,"0"0"0,0 2-398,0 4-493,0 4 1,0 6 0,2 1 0,1 0 0,3-1 0,-2-1 0,-3-3-2478,-1-7 1,6-2 1532,-1-3 1210,8-7 0,-4-2 0,7-7 0</inkml:trace>
  <inkml:trace contextRef="#ctx0" brushRef="#br0" timeOffset="99">11850 3384 8060,'-11'0'2000,"0"0"0,7 7-1246,-1 4 1,1-2-1,1 2-521,-3 2 1,1 3-1,5 4 1,0 4-97,0 1 1,2-3-1,1 5 1,3 2 32,-3 2 1,5 0 0,-3-2 0,0-4-1072,3-1 1,-7-2 0,5-6 0,-2-1-1440,1-4 0,-1-4 2340,7-7 0,-8-7 0,4-2 0</inkml:trace>
  <inkml:trace contextRef="#ctx0" brushRef="#br0" timeOffset="100">11997 3400 7911,'-2'11'737,"-2"0"859,-1 2 0,0 1 0,5 4-1295,0 4 1,0-4-1,0 4 1,1-2-249,5 2 1,-3 2 0,6 5 0,-1-2-210,-5 2 0,5-5 0,-3-3 0,1-2-2286,1-3 1,-4-2-272,8-3 2713,-7-3 0,3-16 0,-7-1 0</inkml:trace>
  <inkml:trace contextRef="#ctx0" brushRef="#br0" timeOffset="101">12177 3400 9109,'0'11'4776,"0"0"-4476,0 2 1,0 1 0,1 3 0,3 1-328,2 4 0,1-2 0,-4 7 0,3 2 170,-2 2 1,3 0-1,-2-4 1,1-4-1865,1 1 0,-5-6 1,5 2-2024,0-7 3744,-5-6 0,13-7 0,-6 0 0</inkml:trace>
  <inkml:trace contextRef="#ctx0" brushRef="#br0" timeOffset="102">12389 3384 7911,'0'16'0,"0"1"0,-2-5 0,-1 3 0,-3 3 1434,3 0 1,1 6-1,2-1 1,2 3-945,3 3 0,-3 2 0,5 1 0,-1-1-1167,-1-3 0,6 1 0,-4-8 677,2-1 0,-5-1 0,3-3 0</inkml:trace>
  <inkml:trace contextRef="#ctx0" brushRef="#br0" timeOffset="103">13108 3318 7859,'-9'15'926,"-5"-10"1,5 12 0,0-3 870,3 1 0,4-4-1595,2 0 0,0 0 1,0 5-1,0 0 0,0 1 1,0 1-1,0 2 1,2 2-1,2-1 0,1 3-253,-1 3 0,3-1 1,-1-1-1,-1-1-1368,2-4 0,-5-2-6,3-2 1,5-1 1424,0-4 0,5-11 0,1-9 0</inkml:trace>
  <inkml:trace contextRef="#ctx0" brushRef="#br0" timeOffset="104">13353 3368 9283,'-16'32'1451,"7"-10"0,2-2 1,1 0-669,1-2 0,-1 6 0,6-2 0,0-1-743,0 3 0,0-4 0,0 5 1,0-1-412,0-4 1,6-2 0,-1-2 0,1-1-2226,1-4 0,-3 2-452,7-8 3048,-8-7 0,12-7 0,-6-7 0</inkml:trace>
  <inkml:trace contextRef="#ctx0" brushRef="#br0" timeOffset="105">13484 3384 7859,'-9'11'1059,"2"-2"0,1 0-66,1 0 1,-2 0 0,3 4-1,-1-2-479,1 1 0,2 3 1,2 1-1,0 2-519,0 4 0,2-2 0,2 6 0,3-1-560,2 1 1,-4-5-1,5 7-682,-3 1 1,4-11 0,-4-4 1246,2-5 0,2 4 0,5-4 0</inkml:trace>
  <inkml:trace contextRef="#ctx0" brushRef="#br0" timeOffset="106">13697 3384 8762,'0'16'2686,"-6"1"1,1-1-1904,1 0 0,2 1 1,2 1-1,0 4-560,0 5 1,0 4-1,2 1 1,2 1 0,1 0-1067,-1-1 0,0-4 0,-1-3 0,4-1-1277,3-4 2120,-7-9 0,12 3 0,-6-5 0</inkml:trace>
  <inkml:trace contextRef="#ctx0" brushRef="#br0" timeOffset="107">14351 3384 10256,'-11'2'2728,"0"3"0,7 4 0,-1 8-2309,3-1 1,2 0 0,2 2 0,1 2-542,3 2 1,5 7 0,-6-3-1,1 1-456,1 0 1,-4 0-1,7 4 1,-3-3-997,-4-7 0,5-8 1,-3-2 561,-1 2 1,-1-6 1011,3-2 0,3-10 0,7-4 0</inkml:trace>
  <inkml:trace contextRef="#ctx0" brushRef="#br0" timeOffset="108">14530 3351 10914,'-9'7'1819,"4"4"0,3 4 1,2 1-1,0 1-1522,0-1 1,2 6 0,1 1-347,3 3 0,1-1 0,-3 4 0,1-2 1,1 1-614,1-3 1,-5 4 0,5-7 0,-2-2-1022,1-2 1,-1-7 0,-3-2 1682,4-2 0,3-1 0,7-6 0</inkml:trace>
  <inkml:trace contextRef="#ctx0" brushRef="#br0" timeOffset="109">14759 3400 8671,'-7'17'2814,"-2"-1"-1652,0 0 0,1-5 1,8 0-1,0 2-894,0 1 1,0 3 0,2-1-1,2 2-137,1 4 1,6-2 0,-5 5-1,-1 1-444,2-1 1,-5-3 0,4 3 0,-3-1-803,3-4 0,-4-2 0,5-1-2597,0-1 3712,-5-7 0,12-2 0,-4-7 0</inkml:trace>
  <inkml:trace contextRef="#ctx0" brushRef="#br0" timeOffset="110">15037 3302 7963,'0'11'1526,"0"0"3004,0 2-4005,0 1 0,0 3 1,0-1-1,2 0 1,1 2-1,3 4 1,-1 5 1979,3 4-2864,1-5 1,2 3 0,-2-6-1,-2 1 1,-2 1 743,3 1-385,1-6 0,7 3 0,0-6 0</inkml:trace>
  <inkml:trace contextRef="#ctx0" brushRef="#br0" timeOffset="111">15674 3433 20465,'0'16'-72,"0"1"0,0 1 0,2 4 507,4 5-776,-4-4 0,7 8 1,-6-3-1,3 2 1,-1 1-1,1-3 0,-1-7-2662,-1-2 1,-1-3 1100,3 0 0,-4-5 1902,3 0 0,4-7 0,0 3 0</inkml:trace>
  <inkml:trace contextRef="#ctx0" brushRef="#br0" timeOffset="112">15952 3384 8679,'-7'16'675,"-4"1"1,4-7 0,0 1-1,1 2 341,1 2 1,-1-4 0,6-1 0,0 3-752,0 2 0,0 1 0,2 0 1,2 1-236,1-1 0,6 2 0,-5 2 0,-1 4-333,2 1 0,-5-3 0,5 3 0,-1-1 100,-1-4 1,1-7 0,-5-4 0,3 0-2390,2 0 0,1-5 2592,-2 1 0,4-3 0,8-2 0</inkml:trace>
  <inkml:trace contextRef="#ctx0" brushRef="#br0" timeOffset="113">16132 3433 8313,'-9'7'3135,"2"-3"-2720,7 7 1,0-6 0,0 6-52,0 2 1,0 1 0,0 3 0,2-1 204,3 0 0,-1 3 0,5 0 0,-2 5-480,-3 2 0,3-5 0,-2 5 1,1-1-667,1 1 0,-5-12 0,3 3 0,-3-3-3575,-2 1 4152,7-6 0,3-2 0,6-7 0</inkml:trace>
  <inkml:trace contextRef="#ctx0" brushRef="#br0" timeOffset="114">16345 3433 11835,'9'2'6990,"-2"3"-6301,0 6 0,-3 5 1,5 6-1,0 5-319,0 4 0,0 2 0,4 0 1,-2-1-581,1 1 1,-2 0 0,-1-2-1,-2-4-1179,-3-5 0,3-4 1389,-2-2 0,8-14 0,-4-4 0</inkml:trace>
  <inkml:trace contextRef="#ctx0" brushRef="#br0" timeOffset="115">17064 3433 19386,'0'11'540,"0"0"0,0 1 1,2 5 442,3 5-1210,-3-4 1,11 13 0,-8-4 0,0 4-1,1 1 1,1-1 0,0-2-862,1-1 0,-1-8-49,-2 1 1,-3-2 0,6-5 1136,-1-3 0,-5-11 0,5-9 0</inkml:trace>
  <inkml:trace contextRef="#ctx0" brushRef="#br0" timeOffset="116">17260 3384 9045,'0'9'4915,"0"5"0,0-4-4031,0 6 0,0 0 1,0 1-1,2-1-677,3 0 0,-3 6 0,3 0 0,-1 0-376,2 1 1,-5-3 0,7 6-1072,-1-3 0,-5-1 1,5-7-8592,0-4 9752,-5-4 0,13-7 1,-6 0-1</inkml:trace>
  <inkml:trace contextRef="#ctx0" brushRef="#br0" timeOffset="117">17456 3384 10617,'0'9'7839,"0"5"-7538,0-3 0,2 4 0,2 1 1,1 2-84,-1 4 0,3-4 1,-2 6-1,1-2-599,1 0 1,-5 1-1,5-1-837,0 5 1,-5-9-1,5-3-2025,1-6 0,-5-4 3243,8-5 0,0-7 0,5-2 0</inkml:trace>
  <inkml:trace contextRef="#ctx0" brushRef="#br0" timeOffset="118">17701 3351 13235,'-9'2'4556,"4"3"-3853,3 6 0,2 4 0,2 1 1,1 1-355,3-1 0,5 6 0,-4 1 1,0 1-816,0 0 0,4 3 0,-3-5 1,-1-1-1553,0 3 0,4-6 2018,-5 4 0,6-4 0,-3-2 0</inkml:trace>
  <inkml:trace contextRef="#ctx0" brushRef="#br0" timeOffset="119">18257 3449 10081,'-9'8'-117,"2"-7"-408,7 7 628,0-8 4710,0 0-4871,7 0 1,-5 7 0,3 4-75,-3 3 0,-2 3 78,0-1 1,0 2 0,0 4 0,2 5 0,1 2-1,3 0-20,-3-1 1,-1-1-176,-2 6 1,2-8 0,2-3 0,1-4 0,-1-2-1137,-2 1 286,-2-1 655,0-7 1,0-4-117,0-10 0,0-4-776,0-7 1336,0 7 0,0-6 0,0 11 0,0-7 0,0 8-321,0-4 89,0-1 168,0 6 64,0-5 0,0 0 0,0-2 0</inkml:trace>
  <inkml:trace contextRef="#ctx0" brushRef="#br0" timeOffset="120">18486 3384 16892,'0'16'946,"0"6"0,0 2 0,0 3-492,0 7-559,0-1 1,5 9 0,1-6 0,-1 2 0,1-1-1,1-5 1,0-3-417,0-1 0,4-8 0,-3 0-1924,1-8 1,-4 1 0,6-7 1429,2-3 1,-4-8 0,0-6-56,-2-4 1070,-1-1 0,1 0 0,2-1 0</inkml:trace>
  <inkml:trace contextRef="#ctx0" brushRef="#br0" timeOffset="121">18862 3498 7931,'-17'0'2017,"1"2"1,0 2-416,-1 1 0,6 2 1,1-3-978,-3 2 1,6 1 0,-1-2-453,1 6 1,5-2 0,-3 2-1,1 2-251,-1 1 0,3 3 0,-4 1 0,5 2 101,1 2 1,0 5 0,0-5 0,1 0-176,5 1 0,-2-5 0,6 2 0,3-5 11,2-4 0,1-6 0,0 4 0,1-1-59,-1-5 0,0-3 0,-1-5 1,-2-4-103,-2 0 0,-2-6 1,3 4-1,-3-5 124,-1-6 1,-3 4 0,-5-4 0,0 2 148,0-2 1,0 4 0,0-4 0,0 2 8,0-2 0,0 8 1,-2-4-1,-1 1-589,-3 5 0,-7-1-1170,3-3 0,1 7 1779,-2 3 0,0 19 0,-6 5 0</inkml:trace>
  <inkml:trace contextRef="#ctx0" brushRef="#br0" timeOffset="122">19074 3564 7894,'-11'2'2846,"0"3"1,6-1-1645,-6 6 1,7-4 0,-1 5-916,3 2 0,0-4 0,-1 2 0,-3 1-108,3 3 0,1 1 1,2 0-1,2 1-99,3-1 0,-3 1 0,5-1 0,0 0-79,4 1 1,-2-3-1,2-1 1,2-4-67,2-2 0,1-1 0,0-6 0,2 0-124,4 0 1,-4-2-1,4-4 1,-4-5-173,-1-3 1,-1-2 0,0-1 0,-1-1 260,-4-4 1,1 4 0,-6-4 0,-2 4 420,-3 2 1,-1-1 0,0 1 0,-1 0 284,-5-1 0,-3 3 0,-9 1 0,-2 4-448,-2 2 0,-2 1 1,5 6-1,-5 0-1525,-2 0 0,7 0 0,-3 0 1367,4 0 0,1 8 0,1 1 0</inkml:trace>
  <inkml:trace contextRef="#ctx0" brushRef="#br0" timeOffset="123">19761 3515 9909,'-9'0'1647,"1"1"-1412,8 5 1,0-2-1,0 6 318,0 3-169,0 2 0,2 3 0,2 4 0,3 5 0,0 6 0,1 3 0,-3 4 269,2 2 0,-5-10 0,5 5 0,-1-3-980,-1-5 1,1-1 0,-4-10-1,1 0 13,3-4 1,1-8 0,-3-3-1830,1-6 1,2-8 0,-3-9 2142,1-2 0,8-7 0,-4 4 0</inkml:trace>
  <inkml:trace contextRef="#ctx0" brushRef="#br0" timeOffset="124">19940 3547 7890,'8'-9'1690,"-6"-5"1,5 10 2930,-7-7-3519,0 8 0,0-3 0,0 12 0,0 4-513,0 5 1,2 1 0,1 3-1,3 0 95,-3 3 1,-1 7 0,-2-1 0,0 2-804,0 3 1,0-2-1,0-2 1,0-3-938,0-3 1,2 1 0,2-4-609,1 2 1,2-2-482,-1-10 0,1-4 0,6-12 2145,-2-4 0,0-12 0,5-4 0</inkml:trace>
  <inkml:trace contextRef="#ctx0" brushRef="#br0" timeOffset="125">20251 3531 10970,'-9'0'4655,"2"0"1,7 2-4010,0 3 1,0 4 0,0 8-1,0 1-105,0 4 0,5-2 1,1 7-1,-3 2-674,-1 2 1,3-4 0,1 0-1,-1 1 25,3-3 0,-7-1 1,7-8-1,-3 0-1681,1 1 0,5-6 0,-4-2-281,2-2 1,-4-2 0,4-6-1,0-3 346,1-2 0,-1-6 1724,2 1 0,3-4 0,-5-1 0</inkml:trace>
  <inkml:trace contextRef="#ctx0" brushRef="#br0" timeOffset="126">20627 3547 7849,'-11'0'4111,"0"0"0,8-1-1986,-3-5-121,-3 4-1079,7-5 0,-7 7-525,4 0 1,3 2 0,-4 3 0,5 6-120,1 4 1,0 1 0,0 0 0,0 3-145,0 2 1,0-1 0,0 8 0,0-1-200,0-2 1,0-1 0,1-8 0,3 1-338,1-1 1,6 0 0,-3-1 0,1-2 211,3-3 1,-2-6 0,0 1 0,3-3 172,2-2 0,1-2 0,-1-3 1,-3-6 83,-1-3 1,0-3-1,5 1 1,-1-2 4,-4-4 1,2 4 0,-6-6 0,0 2-18,0 1 1,1-1 0,-5 5 0,3-1 66,-3-4 0,-1 8 1,-2-6 56,0 0 0,0 0 1,0 4-1,-2-1 212,-3 1 0,3 5 0,-5 2 0,0 0 112,-4 0 1,2 5 0,-2-1-268,-2 3 0,-2 2 0,-1 0 1,0 0-240,-1 0 0,1 2 0,0 1 0,-1 5-356,1 1 1,1 2 0,3 3-1,1-1-2914,-2-2 0,6-6 3270,1 6 0,-3 0 0,0 5 0</inkml:trace>
  <inkml:trace contextRef="#ctx0" brushRef="#br0" timeOffset="127">21428 3204 7722,'-16'2'6765,"-1"3"-5791,8-3 1,2 4 0,7-12-202,0-5 1,5 2-1,3-2 1,1-1-218,3-3 1,-3 4 0,2 0 0,2-1-355,2-3 1,1-1 0,0-1-519,1 1 1,-1 0-1,0 1 1,1 2-400,-1 2 1,0 2 0,-1-3 0,-2 3-765,-3 1 1,0 1-1,2 3 249,-1-1 1,-5-2-1677,5 1 2906,-8 4 0,12-12 0,-6 5 0</inkml:trace>
  <inkml:trace contextRef="#ctx0" brushRef="#br0" timeOffset="128">21297 3008 8161,'-9'0'4602,"0"0"-2917,4 0 239,3 0-981,-6 0 0,8 2 1,0 3 1240,0 6-1961,0-4 0,0 8 1,0-4-1,0 3 0,0 3 1,0-1-30,0 0 0,-1-3 1,-3 2-72,-1 3 1,-1 2 0,6-4-1330,0 0 1,0 1 656,0-1 0,0 0 176,0 1 0,7-6 216,4 0 1,-2-8-1,2 3-186,2-5 0,1-1 0,3 0-503,-1 0 1,0 0 0,1 0-301,-1 0 1,1-1 0,-1-5 1145,0-5 0,1-3 0,-1-3 0</inkml:trace>
  <inkml:trace contextRef="#ctx0" brushRef="#br0" timeOffset="129">21706 2746 14533,'-9'8'4231,"1"-5"-3439,8 8-395,0-7 0,2 3 0,4-7 0,3-2 0,2-1 1,0-5 505,1-1-1515,3 6 0,1-10 1,0 6-1,1-2 1,-1-2-2909,0 2 2830,1-6 690,-8 13 0,13-12 0,-4 5 0</inkml:trace>
  <inkml:trace contextRef="#ctx0" brushRef="#br0" timeOffset="130">22180 2436 7699,'-17'0'1845,"1"0"22,0 0 1,5 0-1256,0 0 1,5-6-14,-4 1 0,4-1-79,-5 6 1,8-1-119,-3-5-124,4 4 0,1-3-182,-5 10 0,4-1 0,-3 7-4,3 2 1,0-4-1,-1 2 1,-3 1 16,2 3 0,3 1 0,1 0 0,0 1-20,0-1 1,0 1-1,0-1 1,1 0-62,5 1 0,-4-7 1,5 1-436,0 2 0,-3 0 34,7-2 1,0-4 0,5-7-269,0 0 1,-5 0 0,0 0 0,2 0 418,1 0 1,-3 0-1,0 0 1,2 0 325,1 0 0,3 0 0,-1 0 297,0 0 0,-5 0 0,0 2 55,2 3 1,-6 4 0,1 8 266,-1-1 1,-5-5-1,3 0 1,-5 2-417,-5 1 1,1 2-1,-7 1 1,-2-1-248,-1 0 1,-3-5 0,1 0 0,0 0-14,-1-2 0,1 4 0,0-8 0,-1 1-1681,1 1 0,5-5-114,0 3 1,2-5-1,-2-5-2110,6-6 3858,3-4 0,9-8 0,2-3 0</inkml:trace>
  <inkml:trace contextRef="#ctx0" brushRef="#br0" timeOffset="131">22441 2567 7699,'-11'0'8398,"0"0"-7395,8 0 1,-6 0-335,3 0 0,4 1-144,-3 5 0,3-3-143,2 8 1,0 0 0,0 6 0,0-1-191,0 0 1,6 2 0,-1 2 0,-1 2-13,-2-2 1,3-2 0,0-1 0,1-1-166,1 0 0,0-5 0,6-2 1,-2-1-945,2-5 0,-4-1 0,2-2 1,1 0 238,3 0 0,1-7 0,1-6 487,-1-7 1,-5 2-1,0-4 1,0 2 2,-2-2 1,4 4-1,-8-4 1,-1 2 354,-3-1 0,5 2 0,-1-2 0,-1 1 441,-2-2 1,-2 4-1,-2-4 1,-2 4-236,-1 1 0,-6 7 0,4 0 0,-2 1 299,-4 0 0,-2 6 0,-1-3 0,0 4-107,-1 2 1,1 0-1,1 2 1,3 2-1150,1 1 1,0 6 0,-4-4 0,3 3-1213,1 2 1,2-3 0,-4 2-1643,2 2 3450,7-6 0,-10 15 0,5-4 0</inkml:trace>
  <inkml:trace contextRef="#ctx0" brushRef="#br0" timeOffset="132">9921 4299 11324,'-9'0'4164,"0"0"-1504,3 0-917,5 0-1075,-14 0-558,6 0 1,-2 0-1,2 2 1,0 2-1,0 3 68,-4 2 1,-1 2 0,-3 5-277,1 1 0,1-1 0,3 0 0,3 1-194,1-1 1,-3 0 0,6 1 0,1-1-25,3 0 0,1 1 0,0-1 171,0 1 1,1-1-1,5 0 108,5 1 0,1-7 0,1 0 0,-2-3 14,2-4 0,1 5 0,3-3-29,-1-1 1,0-2 0,1-2 0,-1 0-57,0 0 0,1-8 1,-1-3-98,0-3 0,-1-4 0,-2-2 0,-4-2 87,-2 2 0,4 0 0,-6 0 0,-1-4 127,-2-1 1,-2 5 0,0-4 0,0 3 12,0-1 0,0-2 0,0 4 1,0-2 211,0 2 0,-6 2 1,-1 2-1,0 0 4,0-1 0,-6 3 0,4 1 1,-2 4-265,0 2 0,0 1-314,-5 6 0,-1 0 1,1 0-285,0 0 1,7 2-1,1 2 1,3 3-1531,-1 2 1,1-4 2153,5 6 0,0 0 0,0 6 0</inkml:trace>
  <inkml:trace contextRef="#ctx0" brushRef="#br0" timeOffset="133">10166 4283 11321,'-9'11'3693,"4"0"1,5-6-3059,5 6 0,-1-5 0,7 3 1,0 0-334,-2 0 1,5 2 0,-3 5 0,4-1 0,1-3-73,0-1 1,2 0 0,1 5-1,1 1-421,0-1 0,-10-5 0,9 0 0,-3 2-317,-3 1 0,-1-5 0,3-1 0,-2-3-1012,-2 0 0,-8 3-3162,3-3 3943,-5-3 0,-1 3 739,0-10 0,0-4 0,0-7 0</inkml:trace>
  <inkml:trace contextRef="#ctx0" brushRef="#br0" timeOffset="134">10411 4267 8108,'2'-9'5006,"4"3"-2980,-5 4-656,7 2 1274,-8 0-980,0 0-914,-8 8 1,7-5 0,-7 6-245,1-1 1,4 2 0,-7-2-466,3 1 0,0-4 0,3 6 32,-1 2 0,-6-4 0,4 2-63,-2 2 0,3 1 0,-5 2 0,0 1-80,2-1 1,-3 0-1,4-1 1,-1 0-557,-4 1 0,6-9 0,0 9-1439,0-1 1,3-2 0,-5-1-734,2-1 1,1-5 304,6 5 2493,0-8 0,0 12 0,0-6 0</inkml:trace>
  <inkml:trace contextRef="#ctx0" brushRef="#br0" timeOffset="135">10771 4169 9628,'-9'0'3563,"2"0"-3017,7 0 1,0 1-1,0 5 217,0 5-705,0 3 0,0 3 0,0-1 0,0 2 0,1 2 1,3 2-1,2-2-60,-3-2-628,6-2 0,-7 1 0,4-1 0,-3-1 0,1-3-1104,1-1 0,2-5 376,-1 5 0,-4-10 1358,3-1 0,-3-7 0,-2-9 0</inkml:trace>
  <inkml:trace contextRef="#ctx0" brushRef="#br0" timeOffset="136">10755 4169 16198,'16'-10'279,"0"5"1,2-2-1,2-1 1,2 1-795,-2 0 1,-2-4-1,-1 6 1,-1-1-1143,0-1 1,1 5-33,-1-3 0,-5 3 893,0 2 1,-7 2 795,1 3 0,-10 4 0,-5 8 0</inkml:trace>
  <inkml:trace contextRef="#ctx0" brushRef="#br0" timeOffset="137">10804 4283 8152,'-9'0'7452,"14"0"-7398,11 0 0,4 0 0,-3 0 1,-1 0-849,0 0 1,1 0-1,1 0 1,2-2-1131,2-3 1924,-1 3 0,3-13 0,2 6 0</inkml:trace>
  <inkml:trace contextRef="#ctx0" brushRef="#br0" timeOffset="138">11131 4152 8393,'-8'9'2487,"5"0"-1328,-8-3 1,7-3-753,-1 8 1,3-5-1,2 5 25,0 1 0,0 3 1,0 1-1,2 2-141,3 4 0,-3-4 1,5 4-1,-1-4-382,-1-1 0,1-1 0,-6 0-588,0 1 1,1-8-1,3-2-4172,1 0 1880,1-5 2971,-6-2 0,0-9 0,0-7 0</inkml:trace>
  <inkml:trace contextRef="#ctx0" brushRef="#br0" timeOffset="139">11098 4250 7968,'0'-11'1316,"0"0"1,0 6-194,0-6 1,0 6 0,2-6-466,3-2 0,-1 6 1,5 0-1,0 1-400,0 1 1,2-3-1,5 5 1,1-3-334,-1 3 1,-3-5 0,1 3-567,4 1 0,2 3 0,-3 1-1984,-1 0 1,-5 0-315,0 0 2939,-8 0 0,12 0 0,-6 0 0</inkml:trace>
  <inkml:trace contextRef="#ctx0" brushRef="#br0" timeOffset="140">11147 4250 7767,'0'9'2243,"-2"0"-1000,-3-3 0,5-4-779,0 3 0,1-3 0,10-2 0,2 0-85,2 0 0,1 0 0,0 0 0,1 0-226,-1 0 0,0 0 1,1 0-1,-1 0-970,0 0 0,1 0 0,-1 0-879,0 0 0,-5 0 1696,0 0 0,0 0 0,5 0 0</inkml:trace>
  <inkml:trace contextRef="#ctx0" brushRef="#br0" timeOffset="141">10804 4348 12184,'0'11'738,"0"0"0,0-5 1,0 5-362,0 1 1,0 3 0,1 1 0,3 0-595,2 1 173,-1 6 0,-3-4 1,1 2-1,5-2 0,-1-3 1,0 0-1,-1 1-1674,1-1 688,-5-7 1,5 6 0,-5-6-1588,3 0 2617,4-2 0,0-22 0,-1-3 0</inkml:trace>
  <inkml:trace contextRef="#ctx0" brushRef="#br0" timeOffset="142">11098 4381 6885,'0'-11'1046,"0"0"0,0 6 765,0-6 558,0 7-1429,0-3 1,0 9 0,0 3-482,0 6 0,0 4 1,0 1-1,2 2 1,1 2-322,3 2 0,-1 2 0,-3-4 1,2 1-684,1-1 1,1 4-1,-5-2-939,5-2 0,-3-2 1484,8-2 0,-7-7 0,3-1 0</inkml:trace>
  <inkml:trace contextRef="#ctx0" brushRef="#br0" timeOffset="143">11686 4201 7895,'-9'0'5655,"-5"0"-4003,12 0-844,-5 0-663,7 8 1,0 1 0,0 7 0,0 2 0,0 2 0,1 4 0,3 1 184,2 4 1,1 2-920,-2 2 1,-3-8 0,5-1-1,-1-2 1,-1-1-960,-1-1 0,-1-7 743,3-2 1,-4-9 804,3-2 0,-10-7 0,-4-10 0</inkml:trace>
  <inkml:trace contextRef="#ctx0" brushRef="#br0" timeOffset="144">11621 4267 8674,'0'-9'5765,"2"-6"-4711,3 4 1,4 2 0,8 0 0,-1 0-908,0 0 1,2 3 0,2-3 0,2 0-995,-2 0 0,-2 5 0,-1-1 1,-1 3 294,0 2 1,1 0-4181,-1 0 4732,-7 0 0,6 0 0,-6 0 0</inkml:trace>
  <inkml:trace contextRef="#ctx0" brushRef="#br0" timeOffset="145">11735 4316 7785,'0'11'2465,"0"-1"1,0-4 0,2 3-1997,4-2 1,3-1 0,7-6 0,0 0-1156,1 0 0,-1-2 0,0-2 0,1-3 196,-1-2 1,0 3-1,1-3 490,-1 2 0,0-6 0,1 4 0</inkml:trace>
  <inkml:trace contextRef="#ctx0" brushRef="#br0" timeOffset="146">12062 4185 8133,'-7'9'3888,"5"6"-3227,-3-5 0,3-1 0,2 2-114,0 2 0,0-2 0,0 4 0,0 3 0,0 2-135,0 3 0,0 3 0,0 5 0,0-2-452,0-2 0,5-5 1,1 3-1,-1-1 4,3-4 0,-7-2-7053,5-2 7089,-4-7 0,5-1 0,2-8 0</inkml:trace>
  <inkml:trace contextRef="#ctx0" brushRef="#br0" timeOffset="147">12046 4267 7785,'0'-9'2683,"0"-1"1,2 7 0,3-3-2197,6 3 0,4-5 1,1 3-1,0 0-531,1-3 1,1 5 0,2-6-1021,2 1 0,-1 3 0,-4 5-714,-1 0 1,-5 0 1777,0 0 0,0 0 0,5 0 0</inkml:trace>
  <inkml:trace contextRef="#ctx0" brushRef="#br0" timeOffset="148">12062 4365 7785,'0'16'1057,"0"-5"628,0 0 0,2-8 0,5 3 0,8-4-1317,5-2 1,7 0 0,-3 0-1305,1 0 1,-3-6 0,3 1-1,-1-1 936,-4-1 0,5-2 0,1-7 0</inkml:trace>
  <inkml:trace contextRef="#ctx0" brushRef="#br0" timeOffset="149">12553 4152 7727,'-9'0'3070,"1"7"0,8 4-2221,0 4 1,0 1-1,0 2 1,0 4-251,0 5 1,0 4 0,0 2-374,0 0 0,2-1 0,2 1 0,1-2-224,-1-4 1,-2 2 0,-2-7 0,1-2-3083,5-2 1,-4-7 1598,3 0 0,-1-9 0,-1-2 1481,3-9 0,-1-6 0,-5-1 0</inkml:trace>
  <inkml:trace contextRef="#ctx0" brushRef="#br0" timeOffset="150">12536 4218 8978,'-9'0'2979,"2"0"0,14-6 0,4-1-2435,4-2 1,1 5 0,0-1 0,1 1-400,-1-1 1,0 3-1,1-4-537,-1 5 1,0-5 0,1 1-2068,-1 1 1,0 2-1862,1 2 4320,-1 0 0,-7 0 0,-2 0 0</inkml:trace>
  <inkml:trace contextRef="#ctx0" brushRef="#br0" timeOffset="151">12602 4316 8409,'0'11'3130,"0"-1"0,7-4 1,4 3-2884,3-2 1,3-1 0,-1-6 0,0 0-557,1 0 0,-6 0 0,-1 0 309,3 0 0,9-8 0,3-1 0</inkml:trace>
  <inkml:trace contextRef="#ctx0" brushRef="#br0" timeOffset="152">12896 4218 8809,'-9'7'4512,"1"2"-3945,8 7 0,0 1 0,0-1 0,0 0-64,0 1 1,6 4-1,-1 3-253,-1 2 0,-2-5 0,-2 5 0,0-1-544,0 1 1,5-6 0,1 1 0,-3-2-755,-1-3 0,-2-5-1029,0 0 0,6-6-271,-1 6 1853,1-7 1,-6 1 494,0-10 0,0-4 0,0-8 0</inkml:trace>
  <inkml:trace contextRef="#ctx0" brushRef="#br0" timeOffset="153">12879 4234 17301,'6'-11'760,"-1"0"0,8 6 0,-2-4 0,2 0 231,-2-1 0,3 5 0,-3-4-618,4 2 1,-5 1 0,1 6-1,0-2 1,0-1-338,0-3 1,0 1-1439,5 5 0,1 0 0,-1 0-2217,0 0 1,1 0 1030,-1 0 1,0 0 1511,1 0 1,-8 2 1075,-4 3 0,-3-1 0,-2 7 0,-7-8 0,-2 5 0</inkml:trace>
  <inkml:trace contextRef="#ctx0" brushRef="#br0" timeOffset="154">12912 4283 7727,'-2'9'2177,"-1"-2"1614,-3 1-2678,1-7 0,7 12 1,3-7-634,6-3 1,5-1 0,4-4-1,2-1 746,-2-3 0,0 1 0,0 5 0,2 0-520,-2 0 0,-2 0 0,-2 0 0,1 0-1130,-1 0 1,0 0-1,1 1-808,-1 5 0,-5-4 1,0 3-1585,2-3 2816,-6-2 0,7 0 0,-5 0 0</inkml:trace>
  <inkml:trace contextRef="#ctx0" brushRef="#br0" timeOffset="155">13697 4201 11979,'0'-9'5124,"-2"2"-3115,-4 7-1368,5 0-356,-7 0 0,7 0 1,-5 0 473,-5 0-823,4 7 1,-8-5 0,6 5-1,-2 1-566,1 2 559,-1-2 0,0 4 1,2-4-1,0-1 0,1 2 1,1 0-1,2 4 9,-3 1 1,7-3 0,-5 0-1,2 2 459,-1 1 1,3 3 0,-3-1-259,3 0 1,2 1 0,0-1 0,0 0-105,0 1 0,5-1 1,3-1-1,1-3-102,3-1 1,-2-2 0,0 2 0,3-3 259,2-1 0,1-4 0,0 7 84,1-3 0,-1 0 0,0-3-547,1 1 0,-6 1-1717,0-6 0,-1 0-591,7 0 0,-8-8 2578,-4-3 0,4-3 0,0-2 0</inkml:trace>
  <inkml:trace contextRef="#ctx0" brushRef="#br0" timeOffset="156">14040 4169 7902,'-7'10'1351,"-4"1"1,4-5 79,1 5 0,4-6-796,2 6 1,0-6-1,0 6-248,0 2 0,0-4 1,0 2-1,0 2-60,0 1 1,2 4-1,2 2 1,1 4-154,-1 2 0,-2-5 0,-1 7 0,3-1 0,2 0-129,-3 0 1,-1-7 0,-2 2 0,2-4-2419,3-1 1,-3-7-3664,4 1 4872,-5-7 1,-1-4 1163,0-11 0,8-11 0,1-3 0</inkml:trace>
  <inkml:trace contextRef="#ctx0" brushRef="#br0" timeOffset="157">14024 4250 7182,'0'9'3470,"1"-1"0,5-8-2591,5 0 1,5-6 0,4 1 0,2-1-483,-2-1 1,-2 3-1,0-5-331,4 2 1,-4 2 0,4 3 0,-4-2 0,-2-1-2008,1 1 1,-1 2-1370,0 2 0,1 0 698,-1 0 2612,-7 0 0,-1 0 0,-8 0 0</inkml:trace>
  <inkml:trace contextRef="#ctx0" brushRef="#br0" timeOffset="158">14105 4397 11988,'11'2'5167,"0"2"-3879,2 1 0,1 1 0,3-6-1044,-1 0 1,0 0 0,1 0 0,-1 0 0,0 0-360,1 0 1,-1 0 0,0 0-1384,1 0 0,-6 0 1,0 0-2955,1 0 0,-3 0 4452,2 0 0,0 0 0,-2-8 0,-1-1 0</inkml:trace>
  <inkml:trace contextRef="#ctx0" brushRef="#br0" timeOffset="159">14138 4626 7821,'0'11'2690,"0"0"-1652,0 0 0,7 0 0,4-2 0,4-2 1135,1-3 1,0-2 0,1-2-1278,-1 0 1,6 0 0,0 0-1,-2 0-755,-2 0 0,4 0 1,-1 0-1,-1 0-150,-1 0 0,2 0 1,1 0-2784,-2 0 1,-2-6 0,-3-1 2791,-4-2 0,3-2 0,-5-5 0</inkml:trace>
  <inkml:trace contextRef="#ctx0" brushRef="#br0" timeOffset="160">10052 5280 7960,'-9'7'3426,"1"-5"-2755,8 6 1,-1-8 1142,-5 0 66,4 0-1230,-5 0 0,5 0-148,-3 0 0,1 0-448,-7 0 1,6 0-161,-6 0 0,7 1 0,-3 3-54,0 1 0,5 3 0,-5-5 149,-1 3 1,7 1 0,-7-3 49,1 1 0,5 8 0,-5-2 1,2 3 49,-1 3 1,1-7 0,5 1 0,-2 2-53,-4 2 0,5 1 0,-5 0-60,4 1 1,2-1 0,0 0-1,0 1 33,0-1 1,0 0 49,0 1 1,2-3 0,2-1-53,1-2 1,3-7-1,-5 3 5,3 0 0,6-5 0,-1 3-147,4-3 1,-4 4 0,0-1-397,1-1 0,3-3-896,1-1 0,0 0 700,1 0 0,-6 0 1,0-1-803,1-5 1,-3 4-1184,2-3 2711,0-4 0,6 7 0,-1-5 0</inkml:trace>
  <inkml:trace contextRef="#ctx0" brushRef="#br0" timeOffset="161">10248 5297 8036,'0'-10'1594,"0"1"-940,0 4 0,-2 3 1433,-3-3 68,3 3-826,-5 2-567,7 0 629,0 0-1265,0 7 0,0 2 0,1 8 0,3-1 28,2 0 1,-1 2 0,-3 2 0,1 4-46,3 1 0,1-3 1,-3 4-1,1-1-58,-1 0 0,-1-5 1,1 2-1,2-4-1031,-3-1 0,1-1-346,1 0-2834,-3-6 3264,5-3 1,-7-9 0,0-3 0,0-6 65,0-4 1,0-1-1,0-1 830,0 1 0,0-8 0,0-1 0</inkml:trace>
  <inkml:trace contextRef="#ctx0" brushRef="#br0" timeOffset="162">10281 5329 8012,'-11'0'3745,"0"0"-2631,7-7 1,-3 3-212,7-7 1,5 6 0,3-4 20,1 2 0,2-1 1,5 5-665,0-3 0,1-1 1,-1 3-1,0-1-565,1 1 0,-1 2 0,0 2 0,1 0-1283,-1 0 1,-1-1-1,-3-3 1,-1-1-989,2 1 1,-4 2 2575,2 2 0,0 0 0,5 0 0</inkml:trace>
  <inkml:trace contextRef="#ctx0" brushRef="#br0" timeOffset="163">10346 5444 7895,'-5'11'1144,"-1"-1"0,1-4 0,3 3 1078,-4-2-1847,5-1 1,-7-5-1,10 3 111,4 2 1,-3-1-1,8-5 1,2 0-1,1-2-249,3-3 0,-1 3 0,0-5 0,1 1-697,-1 1 0,-5-1 1,0 5-1,2-3-574,1-2 0,-3 1 1,-2 3-1,0-1-1040,0-3 0,-3 1 2074,5 5 0,0-8 0,5-1 0</inkml:trace>
  <inkml:trace contextRef="#ctx0" brushRef="#br0" timeOffset="164">10330 5640 8319,'-8'9'1668,"7"5"0,-7-10 0,10 5-997,4-2 1,3-1 0,7-6 0,0 0-120,1 0 1,1 0 0,2 0-1106,2 0 1,-1 0-1,-4 0 1,-1 0-1,0 0-4327,1 0 4880,-1 0 0,1 0 0,-1 0 0</inkml:trace>
  <inkml:trace contextRef="#ctx0" brushRef="#br0" timeOffset="165">9006 5558 8283,'-11'-2'1653,"0"-3"0,0 3-1253,-5-3 0,5 8 1,2 4 160,1 3-439,-4 0 0,8 9 1,-5 1-1,2 1 1,1-1-1,1 0 566,-1 2-669,1-4 1,5 11 0,0-5 0,0 0 0,2-1 0,1-3 0,5-2 38,1-1 0,2-8 0,5-4 1,2-3-314,4-2 1,-4 0-1,4-2 1,-4-3 181,-2-6 0,1-4 0,-1-3 1,0-2 42,1-2 0,-3-1 0,-3 3 0,-4-2-49,1 2 1,-6 0 0,3 0 0,-3-2-22,-2 2 0,-2 2 1,-2 2-1,-3-1-373,-2 1 0,-2 5 0,-5 2-88,-1 2 1,3 0 0,1 3-495,2-2 1055,8 1 0,-12 12 0,6 2 0</inkml:trace>
  <inkml:trace contextRef="#ctx0" brushRef="#br0" timeOffset="166">9153 5558 12188,'16'0'1785,"1"2"-1030,-1 3 0,6-1 1,-1 5-1,1 0-187,2 0 0,-4 2 1,5 4-1,1-3-602,-1-1 1,-3 0-1,3 4 1,-1-3-23,-4-1 1,-7-7 0,-4 3 0,0-1-5208,0-1 2505,-5 1 1,3-8 2757,-7-4 0,-7-3 0,-3-7 0</inkml:trace>
  <inkml:trace contextRef="#ctx0" brushRef="#br0" timeOffset="167">9463 5444 7874,'-16'7'1935,"5"-3"423,0 6 0,2 1-1648,-2 6 1,-3-1 0,5 0 0,-2 3-70,0 2 1,5-1 0,-3 8 0,0-1-335,0-2 0,4 6 0,-4-5 0,1-1-1135,5-3 1,-1-4 0,0-2-2203,-1 1 0,1-8 3030,10-4 0,3-10 0,7-4 0</inkml:trace>
  <inkml:trace contextRef="#ctx0" brushRef="#br0" timeOffset="168">10885 5705 9724,'-1'9'1653,"-5"-3"1,4-3-1147,-3 3 0,3-3 1,0 7 38,-3-3-497,3 5 0,-5-8 0,5 7 0,-2 2 0,-1 1 1,-1 3-1,1-1-995,-1 0 765,-6 1 1,8-1 0,-5 0 0,2 1-4692,3-1 4872,2-7 0,2-2 0,0-7 0</inkml:trace>
  <inkml:trace contextRef="#ctx0" brushRef="#br0" timeOffset="169">11441 5395 9415,'-9'0'4045,"0"0"-3599,4 0 0,3-2 0,-6-2 35,1-1-182,5-1 1,-12 6 0,3 2-22,-4 4 1,5-3 0,0 8 0,1 2-136,0 1 0,6 4 0,-5 2 0,3 2-176,-1-2 0,1 4 1,5-2-1,0-2-293,0-2 0,2-2 0,3 0 100,6 1 0,4-8 1,1-4-1,2-3 233,4-2 0,-4 0 0,4 0 1,-4 0 26,-2 0 1,3-7-1,1-2 1,1-2 27,-1 0 0,-7 0 1,-2-3-1,2 1 19,1 2 0,-3 0 1,-2-5-1,-2-1-17,-3 1 1,-2 0 0,-2-1 0,0 1 26,0 0 0,0-3 1,-2-1-1,-2-1-57,-1 1 0,-8 2 1,2 1-1,-1 1-38,1 0 0,-4 6 0,4 5 1,-3 3-870,-2 2 1,5 0 0,0 2-674,-2 3 1,4 1 0,0 8 1545,2 5 0,1 1 0,6-4 0</inkml:trace>
  <inkml:trace contextRef="#ctx0" brushRef="#br0" timeOffset="170">11719 5411 16204,'5'11'614,"1"0"0,1-8 1,-1 5-1,5-1-302,3 4 0,-3 3 0,0 3 0,2-3-238,1-3 1,2 4 0,-1-4 0,-2 3-930,-2 2 0,-6-1 0,4-2 0,0-4-1016,0-2 1,-3-2 702,5-5 1168,-8 0 0,4-7 0,-7-2 0</inkml:trace>
  <inkml:trace contextRef="#ctx0" brushRef="#br0" timeOffset="171">11899 5329 7939,'-6'17'2356,"-1"-1"450,-2 0 0,4 1-2299,-6-1 1,5-2 0,-3-1 0,2-2-284,3 2 0,-3 1 0,0 3-161,-2-1 1,5 6 0,-3 0 0,1-1-282,1 3 0,-6-4 1,5 5-1,3-1-340,1-4 0,-3-2 0,-1-1-1340,3-1 1,3-7 0,3-5 1897,3-8 0,6-5 0,-3-7 0</inkml:trace>
  <inkml:trace contextRef="#ctx0" brushRef="#br0" timeOffset="172">12160 5117 7935,'-16'7'1006,"1"-3"0,3 5 1,1 0 3372,-2 0-3689,6-6 0,0 12-420,7-4 1,5 3 0,2 5-1,1 2 55,-1 7 0,4 4 1,-4 5-1,0 3-159,1 1 1,2-4-1,-4 1 1,-3-5 81,-1-6 1,4-4 0,-1-6-5328,-1-1-1000,-2-7 6079,-2-9 0,7-16 0,2-10 0</inkml:trace>
  <inkml:trace contextRef="#ctx0" brushRef="#br0" timeOffset="173">12095 5247 17124,'16'0'931,"1"-5"1,1 0-1,2-1-1509,2-1 1,5 0 0,-5-4-351,-2 5 1,3-1 0,-1 0 0,-2-1 0,-2 1-3625,-2 4 4552,-6 1 0,11-6 0,-3-1 0</inkml:trace>
  <inkml:trace contextRef="#ctx0" brushRef="#br0" timeOffset="174">12144 5395 13881,'16'0'1212,"1"0"0,-1 0 1,2 0-650,4 0 1,-2-2 0,5-2 0,-1-1-931,-4 1 0,4 0 0,-3 1 1,-1-3-2374,-2 3 1,-1-5 2739,-1 3 0,1-8 0,-1 4 0</inkml:trace>
  <inkml:trace contextRef="#ctx0" brushRef="#br0" timeOffset="175">12504 5117 7912,'-11'0'4388,"0"0"-3287,7 0 1,-3 7-1,7 4-526,0 3 1,2 5-1,1 2 1,5 7-245,1 2 0,-4 9 1,6 1-1,0 0-112,-2-1 0,0 0 0,-5-7 0,3-1-1327,2-4 0,-5-3-5896,1-8 7004,-3-7 0,-2-16 0,0-11 0</inkml:trace>
  <inkml:trace contextRef="#ctx0" brushRef="#br0" timeOffset="176">12471 5149 17709,'16'0'657,"1"0"0,-1-5 1,0-1-1,1 3-756,-1 1 0,2 2 0,2 0 0,2 0-894,-2 0 1,-2 0 0,-2 0-496,1 0 1,-1 0 1487,0 0 0,1 0 0,-1 0 0</inkml:trace>
  <inkml:trace contextRef="#ctx0" brushRef="#br0" timeOffset="177">12536 5346 11615,'0'10'5556,"2"0"-4936,4-3 1,3-2 0,9-5 0,2 0-3157,2 0 0,-1 0 2536,-4 0 0,6 0 0,3 0 0</inkml:trace>
  <inkml:trace contextRef="#ctx0" brushRef="#br0" timeOffset="178">12961 5558 8215,'-11'6'593,"0"-1"0,8 2-36,-3-1 0,-1-3 0,2 8 46,1 2 1,2 1-1,2 3-217,0-1 0,0 0 0,0 1-106,0-1 1,0-5 0,2-2-5459,3-2 5178,-3 6 0,20-18 0,-4 3 0</inkml:trace>
  <inkml:trace contextRef="#ctx0" brushRef="#br0" timeOffset="179">13386 5247 7956,'-16'0'-1,"1"2"1,3 2 2245,1 1 1,5 1-459,-5-6 0,6 0-1427,-6 0 1,7 2 0,-3 1-153,0 3 1,5 6-1,-3 1-34,3 7 1,2-2-1,0 6 1,0-2-262,0-1 1,0 3 0,0-4 0,2 2-194,3-2 1,-1 0-1,7-2 1,1 0 30,3-3 0,1-10 0,2 2 0,2-1-108,2-1 0,0 1 1,-6-8-1,1-4 203,-1-4 1,-5-5-1,0-3 1,0-4 187,-2-5 0,3 1 1,-6-1-1,-1-2 41,3-2 1,-7-1 0,5 1 0,-4 2 31,-2 1 0,-6 7 1,-1-3-1,-2 2-101,-4 2 0,4 11 1,-2-5-1,-2 4-526,-1 7 0,3 1 1,0 2-837,-2 0 0,1 7 1356,1 4 0,-4 4 0,6 1 0</inkml:trace>
  <inkml:trace contextRef="#ctx0" brushRef="#br0" timeOffset="180">13664 5247 8747,'0'11'1828,"0"0"0,0-5 0,2 3 0,1 0-1444,3 0 1,5-4 0,-4 4-1,2 1-276,4-1 0,1 2 0,3 5-538,-1 0 0,0 1 1,1-1-1314,-1 0 0,-5-5-201,0 0 0,-6-2 341,6 2 1603,-7-11 0,3-9 0,-7-7 0</inkml:trace>
  <inkml:trace contextRef="#ctx0" brushRef="#br0" timeOffset="181">13844 5198 9309,'-9'0'1868,"-6"0"0,8 2 1,-4 4-1,4 5-1555,0 3 1,3 10-1,-5 1 1,0 4-298,0 4 0,3-4 0,-3 9 0,0-3-674,0-3 1,4-4 0,-5-3 0,3-1-3450,4-4 4107,1-10 0,2-2 0,0-8 0</inkml:trace>
  <inkml:trace contextRef="#ctx0" brushRef="#br0" timeOffset="182">14040 5051 7859,'-9'17'3023,"-4"-6"-1783,8-1 1,-1-4-1,6 5-911,0 2 0,0 1 0,0 4 0,0 2 35,0 2 1,6 5 0,-1-3 0,1-1-506,1 1-1,-3 0 1,5-4 0,-2 1-618,-3-1 1,-1-7-1,1-2-1226,1 2 1985,1-6 0,-6-7 0,0-9 0</inkml:trace>
  <inkml:trace contextRef="#ctx0" brushRef="#br0" timeOffset="183">14040 5182 8564,'-9'0'7191,"3"0"-6939,12 0 0,3-2 0,7-1 0,1-3-735,-1 3 1,0-5 0,1 3 0,-1 1-584,0 2 1,-5 1 0,0-3 0,2-2-1256,1 3 2321,-4 1 0,4-5 0,-5-2 0</inkml:trace>
  <inkml:trace contextRef="#ctx0" brushRef="#br0" timeOffset="184">14056 5280 9432,'-7'9'3042,"5"0"-1856,-3-3 1,5-4-662,5 3 0,-1-3 1,7-2-461,1 0 1,3 0 0,1 0 0,1-2-300,-1-3 1,-5 3-1,0-5 1,2 1 80,1 1 0,2-6 1,1 3-1,-1 1-3939,0 0 4092,-6-6 0,11 4 0,-3-7 0</inkml:trace>
  <inkml:trace contextRef="#ctx0" brushRef="#br0" timeOffset="185">14367 5051 12910,'-9'17'927,"2"-1"0,7 0-665,0 1 1,0-1-1,0 2 1,1 4-1,3 5-253,1 4 0,1-4 0,-6 1 0,2-1-392,3-2 0,-3 1 1,3-6-1584,-3 1 1,0-1 1965,3-9 0,-3-3 0,6-8 0</inkml:trace>
  <inkml:trace contextRef="#ctx0" brushRef="#br0" timeOffset="186">14351 5117 12306,'-8'0'1906,"8"0"1,8 0-1,8-2-1863,0-4 1,1 5 0,-1-5 0,0 3-331,1-3 0,-1 4 0,0-3-1479,1 3 0,-1 2 0,0 0 145,1 0 0,-6 0 1621,-1 0 0,1 0 0,6 0 0</inkml:trace>
  <inkml:trace contextRef="#ctx0" brushRef="#br0" timeOffset="187">14383 5231 7809,'0'11'2994,"0"0"0,2-7-2659,3 1 1,5-3-1,4 0 1,-1 1-876,-2 3 0,0-1 0,5-5 0,0 0-1415,1 0 0,-6 0 1955,-1 0 0,1-7 0,6-2 0</inkml:trace>
  <inkml:trace contextRef="#ctx0" brushRef="#br0" timeOffset="188">14073 5411 9407,'0'9'1248,"0"6"0,0-6 0,0 7 1,1-1-1346,5-5 1,-4 5-1,3-4-1068,-3 3 1,0 1 1164,3-4 0,-3 3 0,5-5 0</inkml:trace>
  <inkml:trace contextRef="#ctx0" brushRef="#br0" timeOffset="189">14645 5411 13323,'0'16'324,"0"1"0,0-1 1,0 0-1,0 1-275,0-1-232,0 0 0,0 1 0,0-1 0,0 0 1,0 1-1,0-1-3357,0 0 3540,0-6 0,0 4 0,0-5 0</inkml:trace>
  <inkml:trace contextRef="#ctx0" brushRef="#br0" timeOffset="190">15053 5182 8164,'-11'0'1457,"1"0"0,4 0 1,-5 0-464,-1 0 1,2 0-728,0 0 1,4 0 0,-3 2-75,2 3 1,-1-1-1,3 7-31,-6 2 1,4-4-1,0 2 1,1 3 4,1 6 0,-3-2 0,5 6 0,-3-2-94,3-1 1,1 9 0,2-5 0,2 0-586,3-3 1,4-4 0,8-3 0,1-4 99,4-6 0,-2-3 0,5-2 0,-1 0 550,-4 0 0,3-7 0,-1-4 0,-2-4 19,-2-1 0,-7-6 1,0 0-1,0 1-147,-2-3 1,4 6 0,-8-4-1,-1 2 22,-3-2 0,-1 4 0,-1-4 0,-3 2 26,-1-1 1,-8 2-1,2-1 1,-4 6-56,-1 3 1,0 5 0,-1-3 0,1 2-482,0 4 1,5 1-1,0 2 1,-2 2-2476,-1 3 2953,5 4 0,-6 7 0,6 1 0</inkml:trace>
  <inkml:trace contextRef="#ctx0" brushRef="#br0" timeOffset="191">15331 5247 7812,'0'17'805,"0"-6"1443,0 0 0,0-6 1,2 4-1341,3-2 1,5 1 0,6-5-558,0 3 1,1 5-1,-1-4-339,0 2 1,1 0 0,-3 4-949,-3-2 0,2-6 0,-6 4-6319,2-2 7255,-5-1 0,3-13 0,-7-2 0</inkml:trace>
  <inkml:trace contextRef="#ctx0" brushRef="#br0" timeOffset="192">15478 5166 11634,'-16'16'1195,"5"0"1,2 1-279,2-1 1,-4 0 0,5 3 0,3 1-863,1 1 1,-4 3 0,1-4 0,0 4-501,-3 1 0,7-5 0,-5 2 1,4-4-449,2-2 0,0 1 893,0-1 0,0-7 0,0-2 0</inkml:trace>
  <inkml:trace contextRef="#ctx0" brushRef="#br0" timeOffset="193">15723 4953 8539,'-16'17'2031,"5"-7"1,2 1-1393,2 2 1,1-4-1,8 2-314,4 2 1,-4 3-1,5 4 1,-2 4 43,1 1 0,5-3 1,-6 5-1,-1 2 130,-3 2 0,5 2 1,-1-2-1,-1-2-697,-2-2 1,0-7 0,1 2-1865,3-4 1,1-9 886,-2-4 1,-3-10 0,4-6 1174,-4-3 0,-2-10 0,0-1 0</inkml:trace>
  <inkml:trace contextRef="#ctx0" brushRef="#br0" timeOffset="194">15691 5051 10216,'-9'0'3367,"3"0"1,12 0-3049,5 0 0,9-5 0,1-2 0,1-1-302,2 1 1,-6 0-1,4 3 1,-4-1-523,-2 1 1,1-3-1,-1 1 1,0 3-267,1 1 0,-6 2 1,-1-2-4326,3-3 5096,-6 3 0,1 2 0,-8 9 0</inkml:trace>
  <inkml:trace contextRef="#ctx0" brushRef="#br0" timeOffset="195">15691 5166 12831,'18'0'1831,"2"0"-1710,2 0 0,1-6 0,-3 1 0,4-1-318,1-1 1,1 3 196,1-6 0,4 6 0,-6-3 0</inkml:trace>
  <inkml:trace contextRef="#ctx0" brushRef="#br0" timeOffset="196">16067 4970 8592,'-9'0'7113,"1"7"-6925,8 4 1,0-2-1,0 2 1,0 3-24,0 6 1,0 0-1,0 6 1,2-1 49,4 0 1,-5 3-1,7 3 1,-3-2-384,1-2 1,-1-5 0,-3 1 0,2-3-260,1-5 1,0-2-1,-3 1-5579,4-3 6006,-4-4 0,12-14 0,-5-2 0</inkml:trace>
  <inkml:trace contextRef="#ctx0" brushRef="#br0" timeOffset="197">16067 5002 8495,'-8'-16'1120,"7"5"16,-5 0 0,6 6 0,4-6-135,1-2 1,8 4 0,-2 0-379,3 2 0,-3-4 0,0 3-565,2-1 0,1 6 1,1-5-706,-4 1 0,3 5-2947,-3-3 3594,-3 3 0,6 2 0,-5 0 0</inkml:trace>
  <inkml:trace contextRef="#ctx0" brushRef="#br0" timeOffset="198">16116 5084 16277,'16'0'574,"0"0"0,1 0 0,-1 0 0,2 0-456,4 0 0,-4 0 0,4 0-1261,-4 0 1,-1-5 0,-1-1 122,0 2 1020,1 3 0,-8-7 0,-2-1 0</inkml:trace>
  <inkml:trace contextRef="#ctx0" brushRef="#br0" timeOffset="199">16704 5133 7963,'-11'0'4569,"0"0"-2176,-1 0 0,6 0 1,6-2-1261,9-3 1,8 1-1,3-7 1,3-1-463,3-3 0,-5 0 0,5 3 0,-1 1-236,1-2 0,-4 4 0,3-2 1,0 0-436,1 2 0,-4-4 0,3 6 0,-1 0 0,-4 0 0,3-1 0,-1 5 0,0-3 0,1 3 0,-4 1 0,2 2-560,-2 0 1,-3 0-9095,0 0 3444,-7 0 6210,-1 0 0,-8 0 0</inkml:trace>
  <inkml:trace contextRef="#ctx0" brushRef="#br0" timeOffset="200">16802 4871 7896,'-9'-1'651,"2"-3"1070,0-1 0,3-1-293,-7 6 1,6 0-881,-6 0 0,5 7 0,-3 4 140,2 4 0,0 1 0,1 1-432,-5-1 1,2 0-1,-2 1 1,1-1-433,0 0 0,-4 1 0,5-1 0,-2-2-114,0-3 0,6 4 0,-6-4-72,-2 3 0,6 3 0,1-1-306,4 0 1,2 1 723,0-1 0,8-1 0,3-4 282,3-6 1,2 2-1,3-1-96,2-3 1,-2-3 0,2-3 0,-2-3-614,-3 3 0,0-5 0,1 3 0,-1-1-328,0-1 1,1 4 0,-1-7 0,0 1-3016,1 0 3714,-1 6 0,8-12 0,1 6 0</inkml:trace>
  <inkml:trace contextRef="#ctx0" brushRef="#br0" timeOffset="201">17407 4659 18234,'0'22'0,"0"1"25,0 3 1,5 1 0,1 4 0,-2 0-1076,-3 2 393,7-12 0,-7 16 0,5-14 0,-2-1 0,-1-2 657,3-5 0,6-3 0,-3 5 0</inkml:trace>
  <inkml:trace contextRef="#ctx0" brushRef="#br0" timeOffset="202">17603 4871 10497,'-2'15'2382,"-3"-4"0,3 3 0,-3-3-1849,3 4 1,2-4 0,0 0-728,0 1 1,0-3 0,0 2-1679,0 2 0,0-4-1085,0 2 0,2-7 2957,3 1 0,-3-10 0,5-4 0</inkml:trace>
  <inkml:trace contextRef="#ctx0" brushRef="#br0" timeOffset="203">17603 4708 7972,'-16'2'760,"-1"3"1591,1 6 1,7-2-3433,4 2-2471,3-7 3552,9 3 0,2-14 0,7-2 0</inkml:trace>
  <inkml:trace contextRef="#ctx0" brushRef="#br0" timeOffset="204">17783 4577 8470,'-9'2'2339,"3"3"1,5-1-2015,1 7 0,0-6 0,0 6 0,0 2 12,0 2 1,1 3 0,3 4 0,3 5-42,2 4 1,-5 3 0,3 3-1,-1 1-295,-1-2 0,2-1 1,-3-5-1,2-1-766,-3-1 0,4-8 0,1 0 48,1-8 0,-4-6 1,4-12-1,-1-5 717,-5-3 0,6-10 0,0-1 0</inkml:trace>
  <inkml:trace contextRef="#ctx0" brushRef="#br0" timeOffset="205">17897 4594 8517,'-11'0'3592,"1"0"1,6 1-3072,-1 5 0,3-3 0,2 8 0,0 2-70,0 2 0,2 3 0,3 2 1,4 3-330,0 3 1,6 1-1,-6 6 1,2-1-201,0 1 0,-6-6 0,4 1 0,0-1-735,0-2 1,-5-7-1,1-7 1,-1 0-4844,1-2 1741,-3-1 3915,5-8 0,-14-8 0,-2-1 0</inkml:trace>
  <inkml:trace contextRef="#ctx0" brushRef="#br0" timeOffset="206">17783 4871 15668,'11'0'1734,"0"0"1,3 0-1734,6 0 0,0-5 0,6-2 0,-1 0-585,1-1 1,-5 1-1,5 2 1,-1-5-4607,1 1 5190,-6-5 0,10 5 0,-4-8 0</inkml:trace>
  <inkml:trace contextRef="#ctx0" brushRef="#br0" timeOffset="207">18094 4610 7893,'-10'2'3959,"5"3"1,3-1-3149,2 7 1,0-6 0,0 6-465,0 2 0,0 1 0,0 3 1,0 1-73,0 4 1,6-4-1,-1 4 1,-1-4-668,-2-2 0,3 2 1,0 2-1810,-1 2 0,0 0-3568,1-6 5769,-3-7 0,12-1 0,-4-8 0</inkml:trace>
  <inkml:trace contextRef="#ctx0" brushRef="#br0" timeOffset="208">18192 4871 7572,'10'0'1004,"1"0"1,-5 0 0,5 0-401,1 0 1,3-1 0,1-3-40,1-1 1,-6-6 0,-1 3-656,3-1 1,0-2 0,0-3 0,-4 1-221,-2 2 1,-2 6 0,-5-6 0,0-2-55,0-1 0,0 3 1,0 0 293,0-2 1,-7 6-1,-4 1 388,-3 5 0,3 1 0,0 0-49,-2 0 0,4 0 0,0 1 0,2 5 136,3 5 1,-3 3 0,1 3 0,3 1 71,1 4 0,2-4 1,0 5-1,0-1-196,0 0 1,0 5-1,2-5 1,1-2-762,3-2 0,7-1 0,-3-3 0,3-1-2,-2-2 1,4-8-1,-4 3 482,3-4 0,2-10 0,1-1 0</inkml:trace>
  <inkml:trace contextRef="#ctx0" brushRef="#br0" timeOffset="209">18878 4822 9554,'-9'0'1688,"4"0"-1610,10 0 1,-1 0-557,7 0 0,-6-5 55,6 0 1,-8-3 609,3 3 1,-4 1 117,-2-7 0,0 6-34,0-6 1,-2 7 0,-4-1 99,-4 3 1,1 2 0,-1 2 0,1 2-24,0 1 0,6 8 0,-5-2 0,3 3-144,-1 2 1,-1-5 0,4 0-1,-3 2-345,3 1 0,1 3 0,2-1-1015,0 1 0,5-7 1,2 0-527,2-3 1,2-2 1681,6-5 0,-1 0 0,0 0 0</inkml:trace>
  <inkml:trace contextRef="#ctx0" brushRef="#br0" timeOffset="210">19025 4806 8398,'0'16'0,"-2"1"1033,-3-1 0,3-5 0,-3 0 1,1 2 686,-1 1 0,3 3-1686,-4-1-1789,4-7 1576,2-2 0,0-19 1,2-5-75,4-1 1,-3 0 0,6 1 0,-1 1 395,-5 0 1,5-1 0,-1 3-1,0 1 1253,0 2 1,6 2-860,-2-2 0,4 6 0,-1 10-238,-3 6 1,2 4 0,-6 1 0,0 0-666,0 1 0,1-1 0,-5 0 0,3 1-1985,-3-1 0,1-5-375,2 0 2726,-5-7 0,7 3 0,-8-7 0</inkml:trace>
  <inkml:trace contextRef="#ctx0" brushRef="#br0" timeOffset="211">19368 4512 8254,'8'-9'1516,"-7"1"1,7 18-1,-6 4 1,1 8-538,3 3 1,-1-1 0,-3 5-1,2 4-477,1 1 1,2-3 0,-3 5 0,1-5-636,-1-3 0,3-8 1,-1 1-1,-3-3-378,-1-1 0,4-6-2438,-1 0 2195,0-8 1,-6 3 0,-5-10-1,-3-3 378,0-2 0,-5 0 0,3-4 256,-4 2 0,-1 7 1,1-3-1,3 2 890,1-1 0,0 1 1,-4 7-64,4 3 1,-1-1 0,6 7-205,3 1 1,1 3-1,2 1-372,0 1 0,2-1 0,3-2 0,4-1-394,0-2 1,6-6-1,-4 5-1138,3-3 1,2-2 0,1-5-2299,-1 0 3699,0-7 0,1-2 0,-1-7 0</inkml:trace>
  <inkml:trace contextRef="#ctx0" brushRef="#br0" timeOffset="212">19581 4790 8570,'0'16'4988,"0"0"-3970,0 1 0,0-1 0,0 0 0,0 1-937,0-1 0,0 1 1,0-1-1,2 0-514,3 1 1,-1-7-2663,7 1 0,-8-9 3095,3-2 0,-4-7 0,-2-9 0</inkml:trace>
  <inkml:trace contextRef="#ctx0" brushRef="#br0" timeOffset="213">19565 4675 8121,'-17'-7'3831,"6"5"-1620,0-3-3521,1 3 1,0 4 1309,5 3 0,10 4 0,5 8 0</inkml:trace>
  <inkml:trace contextRef="#ctx0" brushRef="#br0" timeOffset="214">19826 4806 7842,'-16'16'1078,"-1"-1"0,3-2-326,3-2 0,-2-1 0,6 5 1,0-2-1,-1-2-94,5 1 1,1 3-1224,2 1 1,7-1-121,4-4 1,4-4 0,1-7 443,0 0 1,-1-2-1,-4-3 1,-4-6-7,0-4 1,-3-1 0,5 0 0,-2-1 273,-3 1 0,-2-1 1,-2 1-1,0 0-66,0-1 0,0 1 1,0 0 972,0-1 0,0 7 1018,0-1 0,0 9-1256,0 2 1,0 7-1,0 9 1,0 1-325,0-1 1,0 6 0,0 2 0,2-1-1257,3 1 0,-3-2 0,5-6 65,0 0 1,-5-5 0,5-2 818,1-2 0,1-1 0,7-6 0</inkml:trace>
  <inkml:trace contextRef="#ctx0" brushRef="#br0" timeOffset="215">20006 4741 7842,'0'16'1641,"0"0"0,-6-5 0,1 0 0,1 2-756,3 1 1,1-3 0,1 0-1,3 2-357,1 1 0,3 3 1,-5-1-134,3 1 0,5-7 0,-6 1 403,-1 2-917,5-6 0,-6 1-173,8-8 1,-7-2-1,1-4 45,-3-5 0,0-3 0,2-2 0,1-1 17,-1 1 1,3-6 0,0 0 0,1 2 95,-1 2 1,4-4 0,-4 1 0,2 1 275,4 1 0,-4 8 0,0 1 0,0-3 94,0-2 0,2 6 0,5 4 211,1 3 0,-6 2 1,-1 2-1,1 3 62,-2 6 1,6 11 0,-6 5 0,2 4 195,0 2 0,-6-1 0,4-1 1,-1-2-644,-5-1 1,1-3 0,0 2 0,1-5-3041,-1-4 1,-3-1 1323,-1-1 1654,0-7 0,8-2 0,1-7 0</inkml:trace>
  <inkml:trace contextRef="#ctx0" brushRef="#br0" timeOffset="216">6276 4773 8458,'-9'0'7215,"2"0"-6410,7 0 0,2 0 1,3 2 2215,6 4-2518,3-5 0,3 7 1,-1-8-1,1 0 1,-1 0-1,0 0 1,2 0 1639,4 0-1883,4 0 0,1 0 1,0 0-1,2 0 0,4 0 1,3 0-1,4 0-242,2 0 0,3-2 0,8-2 0,1-3-18,-1-2 0,3-2 0,-1-3 0,-2 1 0,-3 2 0,-4 0 0,-1-5 0,2 1 0,-1 4 0,-12-3 0,3 5 0,-1 0 0,0-6 0,-1 6 0,-1-2 0,3 2 0,-1 2 0,-9 1 0,10 6 0,-1 0 0,-2 0 0,-5 0 0,-3 0 0,-1 0 0,1 0 0,-6 0 0,1 0 0,-1 0 0,2 0 0,-7 0 0,5 0 0,0 0 0,-2 0 0,2 0 0,0 0 0,3 0 0,3 0 0,-4-5 0,3-2 0,0-3 0,1-2 0,-4 3 0,5 0 0,2-1 0,2 1 0,-9 0 0,-2-2 0,0 4 0,-2 0 0,0 3 0,-2-5 0,1 2 0,-1 3 0,0 1 0,1-1 0,-1-1 0,0 1 0,1-3 0,-1-1 0,0-1 0,1 6 0,-1-3 0,0 4 0,-6 2 0,-3 0 0,-7 2 0,-2 4 0,-3 5 0,3 9 0,-4 3 0,4 4 0,2 8 0,-1-1 0,-3 10 0,-1 3 0,1 6 0,-3 1 0,1 8 0,1 4 0,-3 1 0,5-9 0,-6 4 0,1-6 0,5-3 0,1-4 0,2 7 0,0-2 0,0-1 0,0-11 0,0 7 0,0-2 0,0 0 0,0-3 0,0-2 0,0 1 0,0 5 0,0-10 0,0 7 0,0-5 0,0-2 0,0-3 0,0-6 0,0 0 0,0-5 0,0-3 0,0-1 0,0 2 0,2-2 0,1-7 0,3-2 0,1-8 0,-1 3 0,-5-4 0,14-2 0,-11 0 0,7 0 0,-6 0 0,6 0 0,0 0 0,5 0 0,0 0 0,1 0 0,-1 0 0,0 0 0,-3 0 0,2 0 0,3 0 0,0 0 0,6 0 0,-3 0 0,1 0 0,2 0 0,-4 0 0,7 0 0,2 0 0,2 0 0,2 0 0,-1 0 0,1 0 0,0 0 0,-1 0 0,1-2 0,2-2 0,3-1 0,-4-1 0,6 6 0,-2 0 0,1 0 0,6-2 0,-1-1 0,5-4 0,5-3 0,-1 7 0,7-4 0,1 1 0,3 1 0,-2-6 0,-1 3 0,3 1 0,-2 0 0,-6 0 0,2 3 0,0-3 0,0-2 0,2 5 0,6-1 0,-1 3 0,0 2 0,1-6 0,-1 1 0,1 1 0,-1 2 0,-3 2 0,-2 0 0,1-1 0,1-5 0,-9 4 0,10-3 0,-1 3 0,2 2 0,-4-5 0,12-1 0,3 3 0,-4 1 0,-1 2 0,-2 0 0,-1 0 0,-4 0 0,-3-2 0,2-2 0,-2-1 0,2 1 0,3 2 0,4 1 0,2-3 0,-2-1 0,5-1 0,-1 6 0,-2 0 0,-6 0 0,-7 0 0,4 0 0,3 0 0,3 0 0,-14 0 0,10 0 0,5-2 0,7-3 0,-3 3 0,5-3 0,-4 3 0,1 2 0,-14 0 0,12 0 0,-4 0 0,-2 0 0,-9 0 0,8 0 0,-1 0 0,4 0 0,0 5 0,4 1 0,-2-1 0,-2 2 0,-9-5 0,7 4 0,0-3 0,0 3 0,-12-5 0,6 5 0,3-4 0,1-2 0,1 0 0,8 0 0,1 0 0,-1 0 0,-3 0 0,3 2 0,-1 1 0,-4 3 0,-7 1 0,-6-3 0,-1 3 0,-3 2 0,3-5 0,8 1 0,-1-3 0,-2-2 0,0 5 0,5 1 0,1-3 0,-1-1 0,-5-2 0,-4 0 0,-1 0 0,-3 0 0,-4 0 0,6 0 0,-3 0 0,-2 0 0,2-2 0,2-1 0,3-3 0,2 3 0,-4 1 0,5 0 0,-1-2 0,0-1 0,-6-6 0,3 6 0,-4-1 0,-2-1 0,-6 3 0,-1-5 0,0 2 0,0 3 0,-4-3 0,5 0 0,3-1 0,1 1 0,2-4 0,0 4 0,0 0 0,0-1 0,-3-2 0,1 4 0,4 1 0,0-3 0,-6 7 0,-3-5 0,-2 3 0,-4-3 0,4 4 0,-2-3 0,0 3 0,2 2 0,-9 0 0,5 0 0,2 0 0,2 0 0,-3 0 0,1 0 0,-2 0 0,2 0 0,-3 0 0,1 0 0,-3 0 0,0 0 0,-10 0 0,10 0 0,-2 0 0,0 0 0,-4 0 0,-2 0 0,1 0 0,-1 0 0,1 0 0,1 0 0,-4 2 0,1 3 0,-4-3 0,7 4 0,2-5 0,2-1 0,-4 0 0,1 0 0,1 0 0,2 0 0,1 0 0,1-1 0,1-3 0,5-2 0,-9 1 0,7 3 0,-1-1 0,-1-3 0,5-1 0,-2 3 0,0-1 0,2 1 0,-6 0 0,4 1 0,-1-4 0,1-3 0,-4 7 0,6-4 0,-1 1 0,-1 1 0,2-8 0,-2 4 0,5-2 0,5 0 0,6 2 0,2-4 0,2 2 0,4-1 0,-2 3 0,4-2 0,3 0 0,0 2 0,-5-6 0,-4 6 0,0-2 0,0 0 0,0 6 0,4-4 0,0 0 0,5 0 0,-3 3 0,8-3 0,4 0 0,1 0 0,-5 3 0,1-4 0,0-1 0,1 2 0,-8-6 0,12 6 0,-2-2 0,6 0 0,-4 0 0,7-3 0,2 1 0,2 2 0,-9 6 0,-2-4 0,-5 1 0,-4 5 0,-11 1 0,7 2 0,1 0 0,3 0 0,2 0 0,7 0 0,2 0 0,-2 0 0,-6 0 0,1-2 0,-2-2 0,-2-1 0,-9-2 0,9 3 0,2-3 0,1-2 0,3 5 0,8-3 0,6 1 0,-2 1 0,-5-2 0,-7 3 0,-3-1 0,-5 1 0,-12 2 0,8 0 0,-1-1 0,2-3 0,-6 1 0,11 5 0,0 0 0,-2 0 0,-5 0 0,-6 0 0,-1 0 0,-3 0 0,-12 0 0,4 0 0,-8 0 0,-3 0 0,-4 0 0,2 0 0,3 0 0,1 0 0,1 0 0,0 0 0,-9 0 0</inkml:trace>
  <inkml:trace contextRef="#ctx0" brushRef="#br0" timeOffset="217">1160 4005 7395,'9'-7'-29,"-1"3"0,-8-7 1455,0-1 0,-2-1-637,-4 2 0,-3 4-607,-7 7 0,-1 0 1,1 0-1,2-2-71,3-4 0,-4 5 1,2-5-1,-5 4-124,-3 2 1,-1 0 0,4-1 0,-4-3-91,-5-2 1,-3 1 0,0 5 0,-1 0-79,-4 0 1,-7 0-1,2 0 1,1 2-42,-1 3 1,1 4 0,5 8 0,-2-1 164,-3 0 0,3 6 1,9 2-1,5-1 1,4 3 27,2-1 1,7-5 0,3 4-1,4-2 32,2-1 0,2 3 0,4-4 0,6 4 42,8 1 1,7-3 0,10 3 0,3-1-42,2-4 0,1 0 1,6 0-1,0 3-64,0 3 1,-3-10 0,1 4 0,2 0 12,-4-2 1,4 6-1,-7-4 1,2-4-24,-1-3 0,-6-4 0,1 4 0,-4-4 224,-1-2 0,1-1 0,3-6 1,3 0 67,1 0 1,10 0 0,7 0-1,4 0-61,4 0 1,-5 0 0,12 0 0,0 0 97,3 0 1,-2 0 0,1 1 0,-3 3-29,-3 2 1,0-1-1,-1-5 1,2 0-124,5 0 1,-8 5 0,13 1 0,-4-3-138,-1-1 0,-10 4 1,2-1-1,-1-1 10,-5-2 0,-4-2 0,-1 0 0,-1 0-226,-3 0 0,1-2 0,9-2 0,-2-3 35,1-2 0,-10 5 0,-2-3 0,-3 2 141,-5-1 0,1 1 0,-7 5 0,-1-2 26,-3-4 0,-9 3 1,1-6-1,-1 0 8,0-1 0,0 0 0,-6-7 0,1-1 5,-1-4 0,0 4 1,-1-4-1,-3 4-131,-1 2 1,-7-6 0,1 0 0,-3 2-64,-2 2 1,0 0-1,0-2 1,0-2 26,0 2 1,-7 2 0,-6 0 523,-7-4 1,2 9-1,-4-3 1,2 1-125,-1 1 1,-5-4 0,-8 0 0,-3-2-172,-1 0 1,-7 5 0,1-7 0,-7 4-237,-9 2 0,-1-6 1,-17 0-1,-6 2 31,-7 2 1,4 0 0,-2-2 0,42 9 0,0 0-45,-2 1 0,0 0 1,2 0-1,-1 0 0,-4 0 1,-1 0-1,-3-1 0,-1 0 144,-3 1 0,0 0 0,6 1 0,-1 0 0,-3 1 0,0 0 0,4 0 1,1 0 126,2-1 0,0 1 1,4 3-1,0 1 1,-5 1-1,0 2 0,-1 2 1,-1 2 19,0 2 0,-1 1 1,4 1-1,-1 1 1,-5 0-1,1 2 1,2-1-1,1 2-151,2-1 0,2 1 0,-27 11 0,-8-7 0,6-2-1062,7-3 1139,10-6 0,8-2 0,4-8 0,-4 1 0</inkml:trace>
  <inkml:trace contextRef="#ctx0" brushRef="#br0" timeOffset="218">866 5198 6299,'-11'-1'-252,"0"-5"1,6 4 251,-6-3 0,5 3 0,-5 0 0,-1-3 0,5 3 0,-1-5 0</inkml:trace>
  <inkml:trace contextRef="#ctx0" brushRef="#br0" timeOffset="219">784 5133 9616,'-9'0'2589,"0"0"-1284,4 0 1939,3 0-47,-5 0-2450,7 0 0,0 2-557,0 3 0,0-1 1,0 7-1,0 2-109,0 1 1,0 10 0,0 1 0,1 2-419,5 1 1,-4-1 0,3 6-1,-3-1-1527,-2 1 0,5-6 1,1 0 767,-3 2 1,5-10 0,-1-5 1095,2-5 0,2 4 0,5-4 0</inkml:trace>
  <inkml:trace contextRef="#ctx0" brushRef="#br0" timeOffset="220">1078 5297 7808,'-9'7'931,"-5"-4"0,5 8 1,-2 2-200,0 2 0,0-5 0,-3 1 0,1 2-3,2 2 0,7-5 0,-1 1-325,3 2 1,2 2-1,0 1-493,0 0 0,2-1 0,3-2 0,6-4-84,4-2 0,1-2 0,2-5 215,4 0 0,-4 0 0,4 0 1,-4 0 168,-2 0 1,1-5 0,-1-2-1,1-1-190,-1 1 0,-5-4 0,0 4-270,1-2 0,-3-2 0,1-5 249,-3-1 1,-2 1 0,-5 0 0,0-1 34,0 1 0,-2 5 0,-3 0 0,-6-2 43,-3-1 1,3 3 0,0 2 0,-2 2-160,-1 3 0,-3 2 1,1 2-1,-1 0-237,1 0 1,0 2-2162,-1 3 0,3-1-1038,3 7 3517,4-7 0,14 10 0,2-5 0</inkml:trace>
  <inkml:trace contextRef="#ctx0" brushRef="#br0" timeOffset="221">1520 5280 8568,'-22'6'0,"0"1"2134,2 2 1,2-5 494,2 1-2251,-1-3 1,6-2-182,1 0 1,6 7 0,-2 4-260,5 4 1,1 1 0,0 0-45,0 1 1,5-1 0,2-2-1,1-1-339,-1-2 1,6-7 364,-2 1 0,3-3 0,2-2-309,1 0 1,-6-7 0,0-4 143,1-4 0,-3-1 0,0 0 379,-1-1 0,3 1 1,-6 0 430,-1-1 1,-1 6 1849,3 0-1228,-4 1 1,5 2-1040,-7 8 0,5 2 0,1 9 1,-1 2-326,2 1 0,-5 3 0,5-1-1698,1 0 1,-5 1-816,8-1 0,-5-7 2690,5-4 0,0-10 0,5-4 0</inkml:trace>
  <inkml:trace contextRef="#ctx0" brushRef="#br0" timeOffset="222">1912 4953 7714,'-16'0'3704,"5"6"-2429,0-1 1,2 8 0,-2-2-724,5 3 0,5 3 0,2 1 1,3 4-226,2 5 0,6-2 0,-3 2 0,2 3-37,0 0 1,-2 5 0,4-1 0,-4 1-380,-2-4 0,4-8 0,-4 5-362,3 1 0,-5-13 1,4-3-961,-2-4 628,-1-7 0,-6-2 652,0-11 0,-2-2 1,-2 0-1,-3 2 123,-2-1 0,4 3 0,-5-2 0,1-2 23,0-1 1,-2 3 0,-5 0 92,0-2 0,-1 6 0,1 1 886,0 5 1,-1 1-596,1 0 1,1 1-1,3 3 1,3 3-161,1 2 1,3 2 0,5 6 0,0-1-148,0 0 0,0 1 1,0-1-1,2 0-221,3 1 0,-1-1 0,7-1 0,1-3 98,3-1 0,1-7 0,1 1 0,-1-1-842,0 1 1,3-3 0,0 4-149,3-5 0,0-6 0,-6-1 1,-1 1 1020,-4-2 0,3-2 0,-5-8 0</inkml:trace>
  <inkml:trace contextRef="#ctx0" brushRef="#br0" timeOffset="223">2795 5198 7657,'-11'-14'393,"2"1"1,0 4-1,1 0 1445,1 0-1361,-6 5 0,4-8 240,-7 6 0,5 1-220,0 5 1,6 0-349,-6 0 1,2 7 0,-4 4-36,2 3 0,6 3 1,-4 1-1,1 4 0,5 5-194,1 4 1,2-4 0,0 0 0,2 2-23,3 2 1,4-4 0,8-1 0,-1-2-440,0-4 0,1-2 1,1-4 353,4-3 0,-10-4 0,5-7 0,-1-1 89,4-5 0,-7-3 0,3-9 0,-1-2 29,-1-2 0,1-7 1,-3 2-1,-3-4 4,-1-2 1,-1 6 0,-3 0-1,1-1 44,-1 3 1,-3-4-1,-2 7 1,-3 0-44,-1-1 0,-8 5 0,2-4-83,-4 4 0,4 7 1,1 2-708,-3 1 0,4 3 854,-2 5 0,0 7 0,-5 2 0</inkml:trace>
  <inkml:trace contextRef="#ctx0" brushRef="#br0" timeOffset="224">2991 5247 7625,'0'11'661,"0"0"465,0 2 0,0-4 0,2 0 1,1 0-245,3 0 0,6 2 1,-1 6-663,4-1 0,1-5 0,1-2 1,-3 0-298,-3 0 1,3 0 0,-3 4 0,4-4-878,1-2 0,-5 4 0,0-5 0,0-1-990,-2 2 1,0-5 1943,-3 4 0,-5-5 0,7-1 0</inkml:trace>
  <inkml:trace contextRef="#ctx0" brushRef="#br0" timeOffset="225">3187 5215 7630,'-7'16'620,"3"-5"0,-5 0 0,0 2 442,0 1 0,5 3 1,-3-3-1,1-1-496,1-2 1,0 0 0,3 3 0,-2-1-134,-1-2 0,-1 0 0,6 5 1,-2 0-405,-3 1 0,3-1 0,-5 0 0,1 1-418,1-1 1,-2 2-1,3 4 1,-3 3-872,-2 1 1,5-1 0,-1-5 1259,3 2 0,2 0 0,0-6 0</inkml:trace>
  <inkml:trace contextRef="#ctx0" brushRef="#br0" timeOffset="226">3563 5051 8596,'-9'-7'1292,"0"5"152,3-3 586,4 3 109,-5 2-1887,7 0 1,0 7 0,0 4 0,0 5 0,0 4 0,0 4 204,0 1 1,2 3-443,3 4 0,-3 3 1,6 1-1,-3 2 0,0-3 1,1-4-898,1-4 0,-5-7 0,3 2 0,-1-6-806,1-5 1,-3-2 667,4-3 0,-4-6 0,-2 0 600,0-9 0,0-6 0,-2 0 0,-2 3 420,-1 1 0,-1 0 0,-1-5 0,-2-1 0</inkml:trace>
  <inkml:trace contextRef="#ctx0" brushRef="#br0" timeOffset="227">3547 5182 7667,'0'-16'-333,"1"-1"1,3 1 152,1 0 1,1 5 2414,-6 0-248,0 7-1366,0-3 1,2 7-1,3 0 189,6 0 0,4 0 0,1 0-272,0 0 1,1 0 0,-1 0-1,0 2-49,1 3 1,-3-1 0,-1 5 0,-4 0-399,-2 0 1,4-3 0,-5 4-545,-3 3 0,-1 2 0,-2 1-129,0 0 1,-7-1 0,-2-2 0,-2-2 127,0 1 1,2-3 0,-4 0 0,4 1-169,2-1 570,-6-6 0,6 6 191,-4-3 1,5-4 0,12 3 133,5-3 0,3-2 0,3 0 0,-1 0 16,0 0 0,1-6 0,-1 1 1,0 1 62,1 3 0,-6 2 0,0 3-83,1 1 0,-5 8 0,1-2-55,-1 4 0,-5 1 0,3 0-35,-3 1 0,-7-1 1,-3 0-1,-1 1-14,-3-1 1,3-5 0,-2 0-1,-2 0-37,-2-2 1,-1 3 0,0-6-818,-1-2 0,1-3 0,0-1-1108,-1 0 1,6 0 105,1 0 0,0-7 0,0-4 1691,4-3 0,4-3 0,2 1 0</inkml:trace>
  <inkml:trace contextRef="#ctx0" brushRef="#br0" timeOffset="228">3955 5133 9269,'-9'-2'3261,"2"-1"-1429,0-3-1334,5 1 0,-7 5-192,3 0 0,4-2 0,-5-2 488,0-1-567,5-1 1,-7 6-50,4 0-179,3 0 1,-6 8-21,8 3 0,0 3 0,0 2 22,0 1 0,0-1 0,0 0 0,0 1-190,0-1 1,6 0 0,1 1-135,2-1 1,-5 1 0,3-3-77,0-3 1,-5-2 0,5-5 281,1 1 0,-5 2 136,8-1 0,0-4 70,6 3 1,-1-3 0,0-2 519,1 0 0,-7 0 1,0 2-194,-3 3 0,4-1 1,-4 5-126,2-2 1,-5 6-115,1-2 1,-3 3-1,-4 3-6,-3-1 0,1 0 0,-7 1-352,-2-1 0,4-5-583,-2 0 0,2-6 0,-3 4-36,1-1 1,2-5-1,-4-6 1,4-5 158,2-1 0,-1 0 0,5-4 641,-3 3 0,1-9 0,5-6 0</inkml:trace>
  <inkml:trace contextRef="#ctx0" brushRef="#br0" timeOffset="229">4249 5133 9149,'-11'0'3224,"1"0"0,4 5-2726,-5 1 0,6 1-5,-6-1 1,7-3-107,-1 8 0,3 0 1,2 5-167,0 1 0,0-1 1,0 2-1,0 2-215,0 2 0,0 5 1,2-5-1,1-2 1,5-2-305,1-1 0,0-1 1,4-2-1,-3-1-144,3-2 0,2-7 0,1 1 1,0-3 363,1-2 0,-1 0 1,0 0-1,-1-2 149,-4-3 1,3 1 0,-5-7 0,2-2 128,0-1 0,-5-2 0,3-3 0,-2-1 125,-3-1 1,3-3-1,-2 4 1,-1-2-166,-2 2 0,-2-3 1,0 1-1,-2 0 51,-3-2 0,1 6 1,-7-3-1,-2 4-151,-1 6 0,-3-1 1,1 4-1,0 1-466,-1 0 1,1 1 0,0 6 0,-1 0-807,1 0 0,0 2 0,-1 2 0,1 3-2280,0 2 3492,7-5 0,-6 10 0,6-5 0</inkml:trace>
  <inkml:trace contextRef="#ctx0" brushRef="#br0" timeOffset="230">4903 5198 11953,'0'11'1260,"0"0"1,0 2-800,0 1 1,0 3 0,2-1-1,2 1-112,1-1 0,1 0 0,-6 1 0,1-1 116,5 0 1,-4 1-161,3-1 1,-3-5-433,-2 0 231,0-8 1,5-3 0,1-11 0,-3-3 0,-1-2 55,-2-1 1,0-5-1,0 1 1,2-1-84,3-2 1,-3 4 0,6-5 0,-3 1-1882,0 4 0,3 2 1,-5 2-1045,3-1 1,-1 6 2847,-5 1 0,7 6 0,3-3 0</inkml:trace>
  <inkml:trace contextRef="#ctx0" brushRef="#br0" timeOffset="231">5116 5280 7900,'9'17'505,"-2"-7"0,-5 1-4,3 2 1,-1-6-1,7-1 1,2-4-232,1-2 1,-3 0 0,0 0 0,2-2 134,1-4 0,2 3 0,-1-8 1,-2-2-83,-2-1 0,-8 3 0,3 0-244,-5-2 0,-1-2 0,0-1 12,0 0 1,-1 5-1,-5 0-51,-5-2 1,2 6 0,-2 2 84,-1 3 1,-3 2 0,-1 0 117,-1 0 1,1 2 0,2 3 0,1 6 30,2 3 0,7 5 1,-3 1-1,2 1 10,-1-1 1,1 4-1,5-2 1,0-2-1127,0-2 1,1-2 0,5 1-854,5-1 1,3-7 0,3-4 0,-1-3 1694,0-2 0,1-7 0,-1-2 0</inkml:trace>
  <inkml:trace contextRef="#ctx0" brushRef="#br0" timeOffset="232">5426 5215 7856,'-11'5'290,"0"1"0,2 1 1,-3-3-1,3 3 1347,1 2 0,-3 2 1,4 5-1355,-2 1 0,5-1 1,-1 0-1,3 1-661,2-1 0,2-5 0,2 0 0,3 0-308,2-2 1,0 0 0,4-6 0,-2 3 155,1-3 1,-3-1-1,2-4 491,2-3 1,0-4 0,-2-7-1,-6-1 201,-3 1 0,3 0 1,1-1-1,-3-1 92,-1-4 0,-2 4 1,0-4-1,0 4 98,0 2 0,0 5 0,0 0 736,0-2-755,0-1 0,0 6 0,2 8-23,4 10 1,-5 4 0,7 4-1,-3 2 22,0 2 0,6 7 1,-5-3-1,-1 1-66,3 0 1,-7 0-1,7 6 1,-3 0-2,1-1 0,-1-4 0,-5-1 0,0 2-136,0 2 1,0-6 0,0-3 0,-2-4-77,-3-2 0,-4 1 0,-8-3-35,1-3 1,0-3 0,-1-8-956,1 0 0,0-2 0,1-4 0,2-5-590,2-3 1,6-3 0,-4-1 1526,2-3 0,1-5 0,6-7 0</inkml:trace>
  <inkml:trace contextRef="#ctx0" brushRef="#br0" timeOffset="233">5688 5002 17622,'2'17'535,"3"-1"1,-3 0 0,3 2 0,-1 4 0,0 6-95,1 2 1,2 5-1,-3 1 1,1 2-1911,-1-1 704,5-10 1,-7 2 0,3-7 0,-1-2 764,1-2 0,4-9 0,8-2 0</inkml:trace>
  <inkml:trace contextRef="#ctx0" brushRef="#br0" timeOffset="234">653 6245 10398,'-1'-9'3064,"-5"3"-706,4 4-376,-5 2-949,7 0 0,-2 0-71,-3 0-997,-4 0 1,-2 6-1,2 1 1,0 0-1,1 2 1,-1 0 0,2 4-440,0 2 1,0 1 0,3 0-361,-1 1 0,-1-1 0,6 0 180,0 1 1,2-3 0,3-1 488,6-2 1,4-7 0,1 1 50,0-3 1,1-2-1,-1 0 1,-1-2 219,-4-3 0,3 1 0,-5-7 0,2-2-178,0-1 1,-7-3 0,3 1 0,-2 0-16,1-1 1,-1 6 0,-5 1 0,0-3-72,0-2 1,0 4 0,0 1 658,0-3 1,0 4 1512,0-2-201,0 7-1213,0-3 0,0 9-374,0 3 0,0-1 1,0 7-1,0 1-103,0 3 1,6 1-1,1 1 1,2-1-252,4 0 1,-4 1 0,2-1 0,0 0-421,-2 1 1,3-1-1,-4 0 84,1 1 1,0-1 0,4-1-1936,-3-4 0,-6-2 463,1-4 0,3-5 1936,-3 0 0,8-7 0,-4-9 0</inkml:trace>
  <inkml:trace contextRef="#ctx0" brushRef="#br0" timeOffset="235">1144 5999 8424,'-9'0'4463,"0"0"-3047,3 0 632,4 0-1640,-5 0 1,7 8-1,0 3 1,0 5-42,0 6 1,0 3-1,0 8 1,2 1-338,3 5 0,-1-5 0,5 2 0,-2-5 0,-3-5-1113,-2-3 0,3-1 1,1-6-1535,-3 1 2160,6-8 1,-7-9 0,2-11 604,-8-4 0,1 1 0,-6 1 0,-1 2 57,1-1 0,4-1 1,-6 0 136,-2 2 1,-1 2 0,-3-2-43,1 6 1,5 3-1,2 4 1,0 3-22,0 6 0,4 4 0,-5 1 1,3 0-6,4 1 1,1 1 0,2 2 0,0 2-584,0-2 0,2-4 1,3-3-216,6-2 1,3-8-1,3 5 1,-1-3-244,0 0 1,1 1 0,-1-8-149,0-3 0,-5 1 0,0-5 915,2 2 0,2-6 0,1 4 0</inkml:trace>
  <inkml:trace contextRef="#ctx0" brushRef="#br0" timeOffset="236">1389 6032 11460,'-16'9'2922,"7"0"-2769,3-3 0,4-3 0,2 8 163,0 2 1,2 2-1,2 1 1,3 2 144,2 4 1,-3-2-1,4 7 1,1 2-389,-2 2 1,6-4 0,-6-1 0,2-1-450,0 1 1,-8-6 0,5-1-453,-1-6 1,-5-4 203,3-3 0,-5-6 470,-5 0 1,-4-2 0,-8-7-1,1 0 142,0 0 0,5 3 0,0-3 0,-2 2 86,-1 3 0,-3-3 1,1 2-1,0 1 441,-1 2 0,6 2 0,0 2 65,-1 3 0,5-1 0,-1 7-138,1 2 0,5 1 0,-3 2-270,3 1 1,9-1-1,4-1 1,4-4-231,1-6 0,2-1 1,4-1-1,3 3-821,1-3 1,3-3-1,-6-3 1,3-5-4413,3-1 5291,-5-1 0,6-14 0,-4-2 0</inkml:trace>
  <inkml:trace contextRef="#ctx0" brushRef="#br0" timeOffset="237">2141 6098 11722,'-9'0'3812,"2"1"-3510,7 5 0,0 3 0,0 7 0,0 1 349,0-1-554,0 8 0,5-1 0,0 6 0,-1-2 0,-2 4 0,-2 4 0,2 3-415,3-2 115,-3-8 1,5 1 0,-7-8 0,0-1 0,0-1 0,2-5-3454,3-3 2361,-3 4-806,6-14 983,-8-1 1,1-7 1117,5-4 0,3-3 0,7 5 0</inkml:trace>
  <inkml:trace contextRef="#ctx0" brushRef="#br0" timeOffset="238">2778 6343 7633,'-9'0'744,"0"0"-391,4 0 189,3 0 70,-5 0 1,7-2 739,0-4-823,0 5 1,0-5-305,0 12 0,0-3 1,0 8-1,1 2-94,5 1 1,-4 3-1,3-1 1,-1 0-33,1 1 1,-3-6 0,4 0 0,-3 1-57,3 3 0,-5-4-437,5 0 0,-3-2 139,3 2 0,-4-11 0,3-11 1,-3-4 238,-2-1 1,0-6-1,0-2 1,2-1 79,3-4 0,-3 4 0,5-3 1,-1 1 43,-1 2 0,6-1 1,-4 6-1,1-2-744,-1 2 0,4 8 1,-4 1-836,2-2 1,-3 6 14,5 1 1456,-8 5 0,12 8 0,-6 2 0</inkml:trace>
  <inkml:trace contextRef="#ctx0" brushRef="#br0" timeOffset="239">3056 6310 7669,'0'11'282,"2"0"-198,3 2 1,-3-4 1152,4 2 1,-4-6-1,-1 4-491,5-2 1,3-3-801,7-9 0,-5 1 0,-2-7 23,-2-2 0,-1-1 0,-4-3 1,1 1-57,3 0 1,-1 5 0,-5 0 300,0-2 0,-5 4 0,-2 0 310,-3 2 0,5 1-211,-6 6 1,0 0-163,-5 0 0,1 2 0,3 4 1,3 4-74,1 5 1,1 7-1,3 1 1,-1 1-50,1 0 0,2 3 0,2-4 0,0 1-349,0 0 1,0-1-1,2-5 1,4 1-289,5-5 0,-2-3 1,2 0-1,1-6-129,3-3 0,1-4 0,1-1 737,-1-3 0,8-14 0,1 2 0</inkml:trace>
  <inkml:trace contextRef="#ctx0" brushRef="#br0" timeOffset="240">3481 6294 7866,'-16'0'1434,"-1"0"1,1 0-1,0 0-714,-1 0 0,1 7 0,2 4-602,3 3 1,2 3 0,5 1 0,-1 2-361,1 2 1,2 1-1,2-3 1,2 2-239,3-2 1,-1-7 0,7-4-1,2 0-20,1 0 1,-3-5-1,0 1 1,2-3 176,1-2 0,-3-2 0,-2-3 0,-2-6 259,-3-4 0,3 2 0,-1-3 47,-3-7 0,-1 1 0,-2 0 0,0 2 247,0-2 0,0 8 0,0-6 75,0 0 1,-2 2 488,-3 7 1,3 5-253,-3 12 0,5 3 1,3 7-1,3 2-313,-3 4 1,6 3 0,1 6 0,0-2-29,1-1 1,-5-1 0,3 6-1,0-1 7,0 1 0,-5-6 0,1 0 0,-3 1-19,-2-3 0,0 4 0,0-7 0,-2-2-115,-3-2 1,-6-3 0,-9-3 0,-2-3-122,2-1 1,0-3 0,0-5 0,-2 0-351,2 0 1,2-5 0,2-3 0,-1-2-435,1-9 1,5 3-1,2-8 1,0 1-2717,0-4 3547,5 3 0,-3-14 0,7 3 0</inkml:trace>
  <inkml:trace contextRef="#ctx0" brushRef="#br0" timeOffset="241">3694 6048 14364,'7'17'488,"-5"-1"0,3 2 0,-1 2 0,-1 6 207,3 5-617,7-2 0,-12 12 0,5-4 0,-3 1 1,1-2-1,2-1 0,-3-4-1086,-1-4-2927,5-3 3935,-5-8 0,13 0 0,-6 1 0</inkml:trace>
  <inkml:trace contextRef="#ctx0" brushRef="#br0" timeOffset="242">4462 6277 8082,'-7'9'1228,"5"1"0,-5-7-106,-1 3 1,5 1-638,-8-2 1,5-3-328,-5 4 1,6 1-340,-6-2 1,7 3-1,-3-5-343,0 3 1,5 1 219,-3-2 1,3-1 0,2 7-105,0 2 0,2-6 0,3 0 333,6 0 0,3-3 0,3 5 363,-1-2 0,1 4 1,-1-3 102,0 1 0,-1-4 0,-3 6 143,-1 2 1,-7-4 649,1 2-1232,-3 0 0,-9 3 0,-4-3-392,-3-6 0,-3-3 1,1-2-33,0 0 1,-1 0 0,3-2-1,1-1-1750,2-3 2222,0 1 0,2-2 0,2-2 0</inkml:trace>
  <inkml:trace contextRef="#ctx0" brushRef="#br0" timeOffset="243">4658 5999 7851,'-5'11'3455,"-1"0"-2612,2 2 0,3 1 0,1 3 0,0-1-626,0 1 1,1 1 0,3 5-128,2 10 1,4 5 0,-4 8-1,-2-3 1,-1 3-327,3 1 1,-5-4 0,5-1 0,-4-2-1165,-2-4 1,0-8 0,0-7-766,0-2 2165,0-10 0,0-9 0,0-9 0</inkml:trace>
  <inkml:trace contextRef="#ctx0" brushRef="#br0" timeOffset="244">4642 6310 8174,'-9'7'1715,"-4"-3"1,7 7 471,3 2 1,1-4-2122,2 2 1,7-8 0,4 3 0,4-5-615,1-1 1,0 0-1,1 0 1,-1-1-560,0-5 1,3 4 0,1-3 0,1 1 93,-1-1 0,-7 3 1,-2-3 1365,2 3 0,-1 4 0,-1 3 107,-5 6 1,-5 0-1,-1 3 289,0 4 0,0 8 1,0-4-1,-1-2-237,-5-2 0,4-2 1,-3 1-426,3-1 1,2 0-170,0 1 0,2-8 1,3-4 87,6-3 0,-2-2 0,0-2 0,-1-3 337,-5-6 1,5 2 0,-3-2-105,-1-2 0,-2-1 0,-2-3 1,0 1-335,0 0 0,-6 5 0,1 0 0,-1 0-590,-1 2 0,3-6-408,-7 4 0,8 2 0,-5 0 1093,1 2 0,5-6 0,-5 4 0</inkml:trace>
  <inkml:trace contextRef="#ctx0" brushRef="#br0" timeOffset="245">5083 6441 7853,'0'16'0,"-2"1"0,-1-1 0,-3 0 2434,2 1 1,3-1-1340,1 0 1,0-5 260,0 0-1262,0-7 0,0-4 0,0-11 36,0-4 1,0-1-1,0 0 1,0-1-397,0 1 0,0 0 0,0-1 0,0 1-649,0-1 1,5 1 0,1 0 0,-1-1-563,2 1 0,-3 5 1477,7 0 0,0 0 0,5-5 0</inkml:trace>
  <inkml:trace contextRef="#ctx0" brushRef="#br0" timeOffset="246">5214 6408 7960,'11'6'734,"0"-1"1,-6 0 0,6-5-116,2 0 0,-4 0 0,2 0-355,1 0 0,-3 0 0,0-1-281,-1-5 1,3 3-131,-6-8 0,0 0-25,-5-6 1,-7 8-1,-4 4 478,-3 3 1,-3 2 0,1 2 487,0 3 0,-1 4 1,1 8-272,0-1 0,7 2 0,3 2 0,4 2-153,2-2 1,0 0 0,0 0-1,2 2-534,4-2 0,-1-2 0,10-2 0,3-1-1303,0-4 0,2-4 0,0-7 0,4 0 1467,1 0 0,2-15 0,6-3 0</inkml:trace>
  <inkml:trace contextRef="#ctx0" brushRef="#br0" timeOffset="247">5998 6392 7573,'0'9'722,"0"-2"1,-2-7 0,-1 2 673,-3 3-866,1-3-3,5 5 0,0-5 1,0 4-1,0 5-377,0 3 0,0-3 0,2-2 0,1 0-1281,3 0 0,-1-3 0,-5 5-1954,0 1 3085,0-4 0,8-1 0,1-7 0</inkml:trace>
  <inkml:trace contextRef="#ctx0" brushRef="#br0" timeOffset="248">5998 6163 9204,'-9'7'-47,"2"-5"-1232,7 5 1279,0-7 0,7 0 0,2 0 0</inkml:trace>
  <inkml:trace contextRef="#ctx0" brushRef="#br0" timeOffset="249">6194 6392 7969,'0'23'143,"0"-4"1,0 2-1,0-2 871,0-3 0,0-5 1,0 0 271,0 1-1381,0-4 0,0-3 0,0-10 0,0 1 0,0-7 0,0-2 30,0-1 0,6-2 0,-1-1 0,1 1 35,1-1 0,-3 1 0,5 0 0,0 1 486,0 4 0,-4-3 0,6 5-234,2 0 0,-4 0 1,2 5-163,2-2 0,-1 3 0,1 6 1,-4 5 53,-2 1 0,4 2 1,-5 5-1,-3 0-209,-1 1 0,-2-1 0,0 0 0,0 1-1708,0-1 0,0-5 1803,0 0 0,7-7 0,3 3 0</inkml:trace>
  <inkml:trace contextRef="#ctx0" brushRef="#br0" timeOffset="250">6799 6245 7853,'-2'14'0,"-1"-1"0,-5-2 0,-1 2 0,6-4 0,-3 1 0,4 3 990,2 2 0,0 1 1,0 0-305,0 1 0,0-1 12,0 0 0,6 1-47,-1-1 1,3-7-356,-3-3 1,-3-6-299,3-6 1,-3-3 0,-2-7-1,0-1 32,0 1 1,0-6-1,0-1 1,2-1-44,3 0 1,-3 1-1,6 3 1,-3-2 7,0 2 0,3 2 1,-5 2-1,5-1-1567,1 1 0,-4 0 303,6-1 1,-6 6 0,6 2 1268,2 2 0,2 2 0,1 5 0</inkml:trace>
  <inkml:trace contextRef="#ctx0" brushRef="#br0" timeOffset="251">7012 6228 7853,'0'17'737,"1"-6"0,3-1-59,2 3 0,4-4 0,-2 0 1,1-1-282,4-5 0,-4-1 0,1-2 0,3 0-447,2 0 0,-4-2 0,-2-3 0,0-4 49,0 0 0,-4-6 0,4 4-20,-1-3 1,-3-3 0,-5 1 268,0 0 1,-2 5-1,-3 2-84,-6 1 1,-4 3 0,-1 5-50,0 0 0,5 0 0,0 0 1,0 2-81,2 3 1,-4 4 0,6 8-1,0-1 46,-1 0 0,3 1 0,5-1 0,0 0-12,0 1 0,0 1 1,0 2-1,0 2-824,0-2 1,5-8 0,3-1 0,1 0-1123,4-2 1,-4-2 1876,1-7 0,1 0 0,6 0 0</inkml:trace>
  <inkml:trace contextRef="#ctx0" brushRef="#br0" timeOffset="252">7339 6179 7853,'-8'11'0,"-3"0"1794,-3 2 1,-1 1-1238,4 3 0,-1-1 1,6 0-1,3 1-653,1-1 1,2-5 0,2 0-184,3 2 1,-1-4 0,7 0 68,1-2 0,-3-2 0,2-5-642,2 0 0,-4 0 705,2 0 0,-7-7 1,3-4 44,0-3 0,-5-3 0,3 1 25,-3 0 0,-2-1 0,0 1 1,0 0 398,0-1 1,0 1 0,0 0 1419,0-1 73,0 8-1367,0 2 1,6 20 0,-1 5-306,-1 5 1,-2-1 0,-1 5 0,3 3-85,1 0 1,1 3 0,-4 0 0,1-1 87,3 1 0,-1 0 0,-5 0 0,0-3-94,0-2 0,0 1 0,0-7 0,0-2 87,0-2 0,-7-7 0,-4-2-617,-3-2 1,-3-3-1,1-8-310,0-2 0,-1-8 1,1-1-1,0-5-323,-1 0 1,6-3 1109,0 1 0,8-14 0,-5 1 0</inkml:trace>
  <inkml:trace contextRef="#ctx0" brushRef="#br0" timeOffset="253">7567 5983 7837,'0'11'2494,"0"0"2148,0 2-4089,0-6 1,0 7 0,0-3-1,0 4 1,0 3 0,0 2 32,0 2 1,6 7 0,-1-2 0,-1 4 0,0 2-327,1-1 1,-3-4-1,5-1 1,-1 0-1406,-1-1 0,0-3 1,-5-7 1144,0 1 0,8-1 0,1 1 0</inkml:trace>
  <inkml:trace contextRef="#ctx0" brushRef="#br0" timeOffset="254">245 5166 17004,'0'16'301,"0"0"1,0 3 0,0 1 0,0 3-380,0 3-247,0-6 1,0 5-1,2-5 1,1 2 0,3-2-1,-3-2-4343,-1-2 1419,-2-7 3249,7-1 0,-5-16 0,6-1 0</inkml:trace>
  <inkml:trace contextRef="#ctx0" brushRef="#br0" timeOffset="255">261 5051 8788,'-9'-2'2431,"2"-1"-635,0-3-672,5 1 0,-7 5-473,3 0 0,3 0 0,-6 2-370,1 3 0,-3-1 0,6 7 1,-1 1 147,-1 3 1,5 1 0,-5 1 0,2 1-343,-1 4 1,1 3 0,5 8 0,0-1-457,0 1 0,2 0 0,1-2 1,5-2-11,1-2 1,1-7 0,5 2 0,-2-2 90,-2 2 0,0-10 0,5 3 0,0-6 135,1-5 0,-7-1 0,1 1-124,2 1 0,2-7 1,-1-8 130,-3-5 1,-2-3 0,-5-2-1,1-2 85,-1 2 1,-2-4 0,-2 3 0,0-1 52,0-2 1,0 4 0,0-5 0,0-1 295,0 1 0,0 5 0,0-4 1,0 3-44,0-1 1,-6 0-1,-1 6-138,-2-1 0,5 6 1,-3 2-123,0 2 0,-2 2-630,-8 5 0,6 5 0,0 2 1,1 2-1,-1 4-3734,0 2 4379,7 1 0,-10 0 0,5 1 0</inkml:trace>
  <inkml:trace contextRef="#ctx0" brushRef="#br0" timeOffset="256">163 6212 7857,'-11'0'1330,"0"0"268,8 0-93,-5 0-755,8 0 1,0-2 94,0-3 0,8 3 1,1-5-285,0-1 0,5 7 0,-3-5-319,4 4 0,1 2 0,1 0-93,-1 0 1,-5 0 0,0 2-13,1 4 1,-3 3-1,1 7-351,-3 0 0,0 6 0,-3 0 0,1-2-76,-1-2 0,-4-2 0,-4 1 0,-3-1-105,-2 0 1,3 1 0,-5-1 199,-1 0 0,3-1 0,-2-4 0,0-4-436,2 0 0,0-5-1131,3 4 1449,-3-4 1,0-10 445,4-3 0,3-3 333,2-3 1,0 7 365,0-1 0,2 7 0,3-1-489,6 3 0,-2 2 0,2 0-109,2 0 1,-4 0 0,2 0-712,1 0 1,-3 2-1602,2 3 1,-5-3-155,5 3 1,-6-3 2231,6-2 0,-7 0 0,3 0 0</inkml:trace>
  <inkml:trace contextRef="#ctx0" brushRef="#br0" timeOffset="257">327 6114 7857,'-17'-16'333,"6"5"296,0 0 0,2 0-89,-2-6 1,-1 7 0,4 1 573,-1 1 0,4 3 1,-6 5-230,-2 0 1,4 0-1,-2 2-437,-1 3 1,3 4 0,0 7 0,-1 1-202,1-1 1,4 1 0,-4 1 0,2 2-167,3 1 0,-3 3 0,1-4 0,3 4-369,1 1 1,2-3 0,0 5-1,0 2-41,0 2 1,7-4-1,2 1 1,2 1 30,0 2 0,2-4 0,8 0 329,7 2 0,-5-11 1,-1-1-1,-2-5 184,2-3 0,-4-1 1,4-8-1,-4 0-329,-2 0 0,6-8 1,0-4-1,-2-8-314,-2-8 0,-2 1 0,1-4 1,-3-3 84,-3-1 1,-2 6 0,-5 2-1,1-2 277,-1-2 0,-10 4 0,-4 1 0,-5 1 278,-1 0 1,-2 3 0,-4-6 0,-6 1-202,-2 2 1,2-1-1,3 8 1,0 0-88,-1 4 0,4 1 0,-3-2-399,1 4 0,2 4 0,8 9 475,3 3 0,-3 4 0,4 8 0</inkml:trace>
  <inkml:trace contextRef="#ctx0" brushRef="#br0" timeOffset="258">147 6980 7857,'-9'8'940,"0"-7"0,5 7 0,-3-3 1402,-2 1 0,7-1 80,2-5-1740,0 0 0,14 0 0,-3 0 0,4 0 0,1 0 1,0 0 480,1 0 1,1 0 0,2 0-866,2 0 0,0 0 0,-4 0 0,2 0 0,3 0 155,3 0 1,-4 0-1,5 0 1,2 0-454,2 0 0,3 0 0,3 0 0,2-2 0,3-3 0,-4 3 0,6-5 0,0 1 0,-3 1 0,1-1 0,-6 6 0,3 0 0,-3 0 0,-2-5 0,-3-1 0,-3 3-689,-7 1 0,-3 2 1,-1 0-1,-1 0-35,0 0 1,1-6-1,-1 1 250,1 1 0,-7 3 1,1 1 171,2 0 0,2 0 0,1 0 123,0 0 1,-5 0 0,0 0 58,2 0 0,1 0 0,3 0 216,-1 0 1,0 0-1,1 0 1,-1 0-8,0 0 0,-3 0 0,0-2 0,3-2-3,2-1 0,-3-1 0,7 6 0,-4 0 77,-2 0 0,2-2 0,2-1 0,2-3-34,-2 3 1,4 1 0,-3 2-1,1 0-6,2 0 0,-1-6 1,6 1-1,-1 1 588,1 3 0,-2-1 0,4-2 0,3-1-402,1 1 0,1 2 0,2 2 0,6-2-702,3-3 0,2 1 1,-2-5-1,1 2 202,1 3 0,-8 1 0,10-1 1,-2-1 36,-3 1 1,1 2 0,4 2 0,1 0 1,1 0 0,-13 0 0,6 0 1,-5 0 58,3 0 1,-8 0 0,1 0 0,-1 0 66,-2 0 0,1 6 0,-2-1 0,-1 0 66,1 3 0,1-5 0,3 6 0,3-1-29,1-5 1,-1 1 0,6 0 0,3 1 12,2-1 0,-4 3 0,6-2 0,-4-1 11,0-2 1,-9-2 0,7 2 0,-4 1 53,-1 3 1,-5-1-1,1-3 1,-4 2-105,-1 1 1,0 2 0,-1-3 0,1 1-69,0-1 1,5 0 0,2-1 0,1 3 55,5-3 1,-3 1-1,3 0 1,1 1 207,-2-1 0,1-2 0,3-2 0,0-2 84,0-4 0,-2 3 0,-1-6 0,-3 1-116,3 5 0,1 1 0,2 2 0,0 0-120,0 0 0,0 0 0,-2 0 0,0 0-63,2 0 0,-9 0 0,8 0 1,-5 0-29,-1 0 0,-4 5 1,4 1-1,-2-3 8,-4-1 0,0 4 1,-1-1-1,1-1 98,1-2 1,-7-2 0,9 0 0,-5 0 116,-1 0 0,0 5 1,-1 1-1,3-3-129,3-1 0,-2-2 1,6 0-1,0 0 73,-1 0 1,-2 0 0,2 0-1,1 0-16,0 0 0,-4 0 0,2 0 0,-2 0 26,-2 0 1,-3 0 0,9 0 0,-2 0-81,-4 0 0,1-5 1,-1-3-1,4 1-60,2 0 1,-4-4 0,3 5 0,1 1-44,0-2 0,2 3 0,3-5 0,-4 0 85,-4 0 1,-3 5 0,0-3-1,2 1 20,-1 1 1,-3 0 0,-3 5 0,-2-2 25,-2-4 1,1 4-1,2-3 1,-2 3 3,-6 2 0,-3 0 0,3 0 1,4-2-14,-1-3 1,1 3 0,-6-3 0,1 3-137,-1 2 0,4 0 0,-2-2 0,-2-2 119,-2-1 0,0-1 0,4 6 18,5 0 1,-7-1 0,2-3-10,3-1 0,-3-1 0,0 6 0,-4-2-28,-2-3 0,2 3 0,2-3 0,2 3-18,-2 2 0,-2-6 0,-1 1 0,-1 1 0,0 1 0,1-1 0,-1-1 0,-7-1 0,6 6 0,-12 0 0,8 0 0,0-5 0,5-1 0,1 3 0,-6 1 0,0 2 0,1-2 0,3-4 0,3 5 0,2-5 0,2 4 0,-2 2 0,-2-1 0,-2-3 0,1-1 0,-1 1 0,-5 2 0,0 2 0,1 0 0,3 0 0,1 0 0,-7 0 0,-1 2 0,-8 3 0,0-3 0,0 5 0,0-7 0,0 0 0,-8 0 0,7 0 0,-7 0 0,8-1 0,0-5 0,0-5-137,0-3 1,0-4 0,-1-4 0,-3-5 51,-2-4 1,-1-4-1,4-3 1,-5-6 41,-1-3 0,6-2 1,-5 0-1,3 0-35,-1 0 1,-1 11-1,4 3 1,-3 4-324,2 8 0,3 3 0,1 4-2537,0-1-1561,0 8 3632,0 2 0,0 7 0</inkml:trace>
  <inkml:trace contextRef="#ctx0" brushRef="#br0" timeOffset="259">376 7422 8505,'0'9'7710,"0"-2"-6022,0-7 1,0 2 350,0 3-1650,0-3 1,0 7 0,0-3 0,1 5-1,3 3 393,2 2-752,-1 1 0,-5 6 1,0 3-1,0 1 0,0 0 1,0 2-1,0 0-1842,0-1 675,0-5 1,2-3 0,1-2-1,3-3-2318,-3-1 1,1-8 781,2-6 2673,-5-7 0,14-17 0,-6-1 0</inkml:trace>
  <inkml:trace contextRef="#ctx0" brushRef="#br0" timeOffset="260">408 7356 9331,'-16'0'3110,"5"0"-2254,0 0 0,6 0-134,-6 0 1,5 0 164,-5 0 1,1 0-163,-7 0 0,6 2-307,0 4 0,2 3 1,-2 7-1,4 2-186,0 4 0,5-2 0,-3 7 1,3 2-163,2 2 0,0 2 0,0-1 0,0 1-44,0 0 0,0-2 1,2-4-1,3-3-427,6-1 0,4-6 0,1 1 0,0-7 127,1-4 0,1 0 0,2-3 1,2 1 96,-3-1 1,5-4 0,-2-4-1,0-3 118,1-2 1,-5-2 0,4-5-1,-4-1-18,-1 1 1,-1 0 0,0-3 0,1-1-33,-1-1 1,-5-3 0,-2 4 0,0-4-26,0-1 1,-5 3 0,3-3-1,-1-1 308,-1 1 0,1 3 0,-8-3 1,-2-1 6,-1 1 0,-8 3 1,2-3-1,-4 1 21,-1 4 0,-6 7 0,1 4 0,-1 0-202,-2 0 1,4 5 0,-5-1 0,1 5-826,4 5 0,2-1 1,2 7-1,-1 2-1431,1 1 2256,7 3 0,2 6 0,7 3 0</inkml:trace>
  <inkml:trace contextRef="#ctx0" brushRef="#br0" timeOffset="261">1291 7503 8107,'-9'-1'2469,"3"-5"-954,5 4 0,-1-5 596,-4 7-1635,5 0 0,-7-2 1,6-1-1,-3-3 846,-6 3-1179,4 1 1,-8 2 0,6 2 0,-2 1 0,0 4 0,-1 2 57,-3 4 1,4 2 0,0 1 0,0 2-6,2 4 1,2-2 0,7 5 0,0 1-190,0-1 0,0-3 0,0 4 1,2-3-430,3-3 1,4-2 0,8-3-1,-1-2-303,1-3 0,-1-6 0,0 2 0,1-5-262,-1-1 0,0-7 0,1-6 1,1-5 53,4-4 933,-12-7 0,20 4 0,-12-8 0</inkml:trace>
  <inkml:trace contextRef="#ctx0" brushRef="#br0" timeOffset="262">1405 7405 9824,'-1'11'2618,"-5"0"1,4 0 0,-3 7-2271,3 4 0,2-2 0,0 7 0,2 2 119,3 2 1,-1 4 0,5-1 0,-2 2-456,-3 1 1,3-12 0,-1 6 0,-1-5-1166,2-6 1,-5-8 437,4-1 1,-5-9 0,-1-2-91,0-9 0,0-11 0,0-4 0,-1-1 578,-5-4 1,4-2 0,-5 0 0,2 2 263,-1 2 1,1-1 0,5-2-1,0 1-67,0 1 1,0 6 0,0-3-1,0 1 771,0 4 0,2 2 1,3 4-1,6 1 197,3 2 0,3 8 0,-1-3 1,0 4-392,1 2 1,1 2-1,2 4 1,2 6-247,-2 8 1,-2-2-1,-2 4 1,-1-4-92,-4-1 0,1-1 0,-6 0 1,-3 1-230,-1-1 1,-2 0 0,0 1-1,-2-1-79,-3 0 1,-4 1-1,-9-3 1,-2-1-156,-2-2 0,-2-2 1,4 4-1,-3-4-558,-3-2 0,12-1 0,-3-6 0,3 0-476,-1 0 0,4 0 0,2-2 1,2-4 1286,4-5 0,8-10 0,4-5 0</inkml:trace>
  <inkml:trace contextRef="#ctx0" brushRef="#br0" timeOffset="263">1765 7487 12127,'-9'0'4763,"0"0"-3898,3 0 1,5 2-192,-5 3 0,4 4 0,2 8 0,0-1-219,0 0 0,2 1 0,2 1 0,1 2-119,-1 2 0,-1 5 1,1-5-1,3 0-221,2 1 1,-5-5-1,3 4 1,1-4-46,2-1 1,0-8 0,0-4 0,3-1-339,2 1 0,3-3 0,0 2 0,2-8 341,0-7 1,-6-3 0,8-3 0,-2-1 171,2-4 0,-9 4 0,3-5 0,-1 1-101,-1 0 0,-3-5 1,-2 5-1,-2 0-232,-3-1 0,3 8 0,-1-5 0,-3 0-530,-1 2 0,-2 5-1648,0 2 0,-2 8-3175,-3-3 5441,3 4 0,-12 2 0,4 0 0</inkml:trace>
  <inkml:trace contextRef="#ctx0" brushRef="#br0" timeOffset="264">2713 7781 7746,'-2'11'1364,"-2"0"278,-1 2 1,0-4-682,5 2 0,-6-6 0,1 6 302,1 2 0,2-8-470,2-5 1,0-7-1,0-9-515,0-1 1,-2-1-1,-1-4 1,-3-5-176,3-4 0,-5-7 1,3-2-1,1-2-263,3-3 0,1 1 0,0-1 1,0-2-147,0 1 1,1 6 0,5 0-1,3 4 77,0 5 1,6 9 0,-5 2 0,5 6-56,1 3 1,1 7-1,-1 1 1,0 5-460,1 3 0,1 13 1,0-1-1,2 1-974,0 0 1,-11 4 1716,7-1 0,-3 8 0,3-3 0</inkml:trace>
  <inkml:trace contextRef="#ctx0" brushRef="#br0" timeOffset="265">2566 7585 7731,'-11'0'1601,"0"0"1075,-2 0 0,1 2-2038,1 3 1,5-3 0,12 4 0,6-5-1074,8-1 0,0 0 1,8-1-1,1-3-777,2-1 0,-4-6 0,0 5 1212,2 3 0,2-6 0,2-1 0</inkml:trace>
  <inkml:trace contextRef="#ctx0" brushRef="#br0" timeOffset="266">2942 7667 7731,'2'9'1394,"1"-2"101,3 0 1,1-5 0,-2 4-604,6-4 1,4-2 0,1 0-512,0 0 0,1-6 1,-1-1-1,1 0-352,-1-1 0,0-4-44,1 1 0,-7-2 1,0 0 159,-3 2 0,-4 6 0,-8-6-99,-6-2 1,-3 6-1,-3 2 1,1 3 203,0 2 1,-1 0 0,1 2 0,-1 1 102,1 3 0,0 6 0,-1-1 0,1 4-68,0 1 1,5 1 0,2-1 0,2 2-248,3 4 0,2-4 0,2 4 0,0-4-627,0-2 0,6 1 0,3-3 0,3-3-975,6-5 0,2-5 0,-3-1 0,1 0-617,4 0 1,-4-7 2180,4-4 0,3-3 0,1-3 0</inkml:trace>
  <inkml:trace contextRef="#ctx0" brushRef="#br0" timeOffset="267">3269 7275 7606,'-2'-10'1019,"-2"3"528,-1 0 1,-2 5-1033,1-3 0,4 5 0,-3 5 23,3 6 1,2 4 0,0 1 0,0 2 11,0 4 1,0 9 0,2 9 0,1 1-169,3 5 1,1 1-1,-3 2 1,1 2-489,-1 3 1,3-10-1,-1 0 1,-3-8-1853,-1-3 1,0-8-822,3-3 2779,-3-11 0,5-11 0,-7-9 0</inkml:trace>
  <inkml:trace contextRef="#ctx0" brushRef="#br0" timeOffset="268">3154 7569 7935,'9'0'3851,"-1"0"1,-7 0-4214,5 0 0,3 5 0,9 1 0,2-3 0,4 1-1807,1 1 2169,2-3 0,6 5 0,0-7 0</inkml:trace>
  <inkml:trace contextRef="#ctx0" brushRef="#br0" timeOffset="269">3498 7601 8243,'-28'17'1139,"1"-1"0,7 1 0,-2-3 0,4-1 26,2-2 0,5 0 0,2 5-825,2 0 1,1 1 0,6-1 0,2 0-375,3 1 1,-1-6 0,7-1-1,2 1-477,1-2 1,2 0 0,3-5 0,1 2-184,1-3 1,1-3 0,-5-3 0,-1-5-277,0-1 1,1-2-1,-3-5 1,-1-2 969,-2-4 0,0 4 0,5-6 0</inkml:trace>
  <inkml:trace contextRef="#ctx0" brushRef="#br0" timeOffset="270">3628 7373 18058,'0'18'0,"2"4"478,4 5 0,-5 4 0,5 1 0,-3 1-365,3 0 1,-4 1-1,3 3 1,-3 1-218,-2-2 1,0-3-1,0-6 1,0-5-384,0-4 1,0-7-706,0 0 1,0-9 0,0-2 852,0-9 0,2-6 0,1-1 0,3-3 267,-3-2 0,5 8 0,-1-3 0,0 1 475,1 1 0,-1 4 0,-2 5 241,6 3 0,-2 2 1,2 0-1,0 2-418,-2 3 0,4 5 1,-6 6-1000,2 0 1,0 1 0,4-1-703,-2 0 0,-8-5-424,3 0 1,3-7 1443,2 1 1,-2-8-1,0-5 540,-2-1 0,1 6 1,-3-3 719,6 4 0,-2 0 334,2-3 1,-2 1-1,4-5-731,-2 2 0,-8-6 1,5 4-438,-1 0 1,-5-5 0,3 3 149,-3-4 0,-2 4 1,0 0 266,0-1 1,-2 4-24,-3 3 1,-4 3 0,-6 4-180,4 3 1,-2-1-1,6 7 1,0 2-33,0 1 0,-1 3 1,5-1-564,-3 0 0,1 1 0,5-1-234,0 0 0,0-5 241,0 0 402,0-7 0,7 10 0,2-5 0</inkml:trace>
  <inkml:trace contextRef="#ctx0" brushRef="#br0" timeOffset="271">4135 7618 7695,'-16'11'626,"-1"0"1,1-6 0,0 4 0,-1 0 1410,1 0 1,5-5-1,0 3-279,-2 0-2461,6-5 0,7 6 537,11-8 1,4 5 0,-1 2 0,-1 1 612,-2-1 0,0 6 0,3-3 0,-1 5 535,-2 1 1,0 1 0,5-1-563,0 0 1,-5 1 0,0-1-446,2 0 1,-6-5 0,0-2 1015,1-1-958,-7 4 0,-1-4 0,-10 2-529,-5-4 1,-1-4-1,-1-4 1,-1-2-5435,-4-1 5930,4-8 0,-13-3 0,6-10 0</inkml:trace>
  <inkml:trace contextRef="#ctx0" brushRef="#br0" timeOffset="272">4903 7634 7882,'-11'0'697,"0"0"0,-1 0 0,-3 0-42,-1 0 0,5 0 1,0 0-1,0 2-399,2 3 1,0-3-1,3 6 1,-3-1-134,0 4 0,0-2 1,6 2-1,-3 1 63,3 3 1,1 1 0,2 1 0,0-1-335,0 0 0,0-5 0,2-2 0,1 0-495,3 0 0,6-5 0,-1 2 265,4-5 1,1-2-1,0-3 165,1-2 1,-6-6 0,-2 1 0,0-4 12,0-1 0,-4 0 0,4-1 0,-1 1 307,-5 0 1,5-1 0,-3 1 295,-1 0 0,-2 5 0,-2 0 243,0-2 349,0 6 0,0 1-628,0 12 1,0 3-1,0 7 1,1 2-357,5 4 1,-4-4-1,3 6 1,-1-2-281,1-1 1,-3 1 0,5-7 0,-1-2-842,-1-3 0,1-4 0,-5 3 1110,5-2 0,3-9 0,7-7 0</inkml:trace>
  <inkml:trace contextRef="#ctx0" brushRef="#br0" timeOffset="273">5083 7667 7882,'-2'11'415,"-1"0"1,-3 1 320,2 3 0,-3 1 0,0 1 1,0-1 27,-1 0 1,3-5-1,3 0 211,-3 2-888,3-6 0,-4 0 0,10-8-673,1-5 0,3 2 1,-3-8-1,4-5 321,0-3 1,6-1 0,-4 4 0,1 1 302,-1 0 1,4-1 0,-4 1 461,3 0 0,-3 6 1,0 5-1,2 3 10,1 2 0,-3 0 0,-2 2 0,0 5-239,1 10 0,-1 1 1,1 7-1,-2 1-546,-1-1 0,-5-5 1,3 2-1,-1-4-1906,1-2 0,-1-1 2181,7-4 0,-7-11 0,3-9 0</inkml:trace>
  <inkml:trace contextRef="#ctx0" brushRef="#br0" timeOffset="274">5508 7373 9449,'-15'1'952,"5"5"1,-3-2 0,7 6 0,1 1-240,-2-2 0,5 6 0,-4-4 0,5 5-457,1 6 0,5-2 0,0 5 0,1 1-153,1-1 1,0 1 0,6 3 0,-4-2-134,-2 2 1,4-4 0,-5 1 0,-1-4-558,3-8 0,-7 3 334,5-7 1,-4-4-388,-2-6 0,0-7 1,0-10 98,0 1 1,0 0 0,-2-1 0,-2 1 597,-1 0 0,-6 5 0,4 0 1,-3-2 73,-2-1 0,3 3 0,-2 2 1,-2 1-61,-1 5 1,3 1 0,0 2 0,-2 0 419,-1 0 0,3 5 0,2 3 0,1 1-197,5 3 0,-1 5 1,0 3-1,-1 3 86,1 3 0,4-6 0,4 1 0,3-2-220,2-3 1,2-1-1,4-3 1,-3-3-908,-1-1 1,0-3-1,6-5 1,1 0-1944,4 0 1,-4-5 2689,3-1 0,-2-14 0,-3 2 0</inkml:trace>
  <inkml:trace contextRef="#ctx0" brushRef="#br0" timeOffset="275">6080 7356 7864,'-11'9'2138,"0"-3"1,6-3-1113,-6 3 1,7 3-1,-1 7 1,5 1-761,5-1 1,-1 9 0,5 6 0,0 6 253,0-1 0,-3 0 1,4 1-1,1 3-228,-2 1 0,4-10 0,-7 0 0,-1-5-555,2-6 1,-5-8-444,4-1 1,-5-9-1,-1-2 280,0-9 0,0-6 0,-1-1 0,-3 0-334,-2-1 1,-4 1 0,2 0 0,-1-1 762,-3 1 1,-3 1 0,0 3 0,3 3 628,1 1 1,0 3-1,-5 5-17,-1 0 0,1 2 0,0 3 4,-1 6 0,8 4 1,4 1-346,3 0 1,2 1 0,0 1 0,0 2-726,0 2 1,7-1 0,4-6-632,4-4 0,-5 1 1,1-6-1,2-2-43,2-3 1125,-6-1 0,12-7 0,-2-2 0</inkml:trace>
  <inkml:trace contextRef="#ctx0" brushRef="#br0" timeOffset="276">6292 7716 11289,'11'0'1937,"0"0"0,-5 0-1761,5 0 1,0 0-374,5 0 1,-5-6 0,-2-1 0,0 0 301,0 0 0,-5-6 29,1 2 0,-3 2 305,-2-2 0,-2 7 0,-3-1 381,-6 3 1,2 2 0,0 2-302,1 3 1,-4 5-1,3 6-267,-1 0 1,1 1-1,6-1-212,-3 0 1,1 1-1,5-1-659,0 0 0,2-1 0,1-2-1868,3-3 1,6-6 0,-1 2 1177,4-5 0,-2-2 1309,3-5 0,-3-3 0,10-7 0</inkml:trace>
  <inkml:trace contextRef="#ctx0" brushRef="#br0" timeOffset="277">6717 7552 8837,'-18'0'846,"-4"0"1,10 0 0,-5 0 0,3 0-246,-1 0 1,4 0 0,1 0-229,-3 0 1,4 0-16,-2 0 1,2 8 0,-2 3 87,5 3 1,-1 2 0,2 3-1,1 1-42,2 1 0,2 8 0,0-3 0,0-1-300,0-3 0,0-4 0,2-1 0,2-1-1458,1 0 0,8-5 1,-2-2-395,3-1 0,3-5 0,-1-8 1748,0-6 0,8-4 0,1-1 0</inkml:trace>
  <inkml:trace contextRef="#ctx0" brushRef="#br0" timeOffset="278">6799 7667 8430,'-11'5'1433,"0"1"0,6-1 1,-4-3-69,2 3 0,-1-1-1003,3 7 1,3-6-1,-3 6-127,3 2 1,2 2-1,0 1-309,0 0-1,2-5 1,3 0-94,6 2 0,3-6 0,3-1 88,-1-5 0,1-1 0,-1 0 0,-2-1 47,-3-5 0,4 2 1,-6-6-1,0-3-7,-4-2 1,-1 4 0,0 0 0,1-1 543,-1-3 0,-4-1-487,-6 0 1,-1 5-1,-6 2 1,2 1-1086,-1 5 0,3 1 0,-2 2-1164,-2 0 2232,6 0 0,-8 0 0,6 0 0</inkml:trace>
  <inkml:trace contextRef="#ctx0" brushRef="#br0" timeOffset="279">7175 7389 12095,'-9'0'2515,"2"7"1,7 4 0,0 5-2199,0 6 0,2-2 0,1 6 0,4-1 76,3 1 1,-7 1 0,4 4-1,-1-4-490,-1-5 0,3 1 0,-5-1-873,3-2 1,1-2 506,-2-1 1,-3-10-720,4-7 0,-6-2 0,-4-9 1075,-1-2 0,-8-1 1,2-1 336,-4 4 1,5-1-1,0 4 1,1 1 4,0 0 0,4 2 0,-6 5 114,-2 0 1,4 0-212,-2 0 1,2 7 0,-2 4-583,6 3 0,1-3 0,1 0-52,-3 2 1,3-1-1,6 1-1554,3-2 1,6-7-1,-1 1-673,4-3 2723,1-2 0,0-7 0,1-2 0</inkml:trace>
  <inkml:trace contextRef="#ctx0" brushRef="#br0" timeOffset="280">7339 7634 9335,'10'0'1746,"1"0"1,-5 0-1,5 0-1556,1 0 0,-3 0 1,1-2-141,-3-3 0,4 1 0,-4-5 161,2 2 0,-5 0-86,1 1 1,-5 4 174,-5-3 1,1 3 0,-7 2-116,-2 0 1,-1 6-1,-1 1 1,3 2-6,1 4 0,2 1 1,-2 3-1,4-3-27,-1-3 1,6 3-1,-5-4 1,2 0-865,-1 1 0,1 0-459,5 6 0,0-7 0,2 0 0,3-3-284,6-4 0,-2-1 1,2-2 1453,2 0 0,1-7 0,3-2 0</inkml:trace>
  <inkml:trace contextRef="#ctx0" brushRef="#br0" timeOffset="281">7600 7520 13163,'-2'9'4622,"-3"-4"-4416,3-3 1,-11 0-885,8 3 0,-2-3 265,1 4 0,4-3 550,-3 3 0,3-3 0,4 8 102,3 2 0,-3-4 1,5 0-1,-1 0-91,-1 0 0,6-3 0,-4 3 0,1 0 109,-1 0 1,4 2 0,-4 3 332,2-3 1,-3 2-1,3-6 828,-2 2 0,0-3-365,-1 5 0,-4-6-744,3 6 1,-10-7-1,-6 3-1466,-4 0 1,4-5 0,0 3-1287,-1-3 0,-3-2 2443,-1 0 0,-8 8 0,-1 1 0</inkml:trace>
  <inkml:trace contextRef="#ctx0" brushRef="#br0" timeOffset="282">8303 7373 8342,'0'-11'6984,"0"0"-5238,0 7 1,0-5 719,0 4-2016,0 3 0,0 7 0,0 12-183,0 1 0,0 7 0,0 2 0,0 4-50,0 2 1,0 0 0,0-2 0,0-2-614,0-2 0,0-7 0,0 2-3037,0-4 0,0-7-513,0 0 2842,0-8 1,0 3 537,0-12 566,0-3 0,0-14 0,0-3 0</inkml:trace>
  <inkml:trace contextRef="#ctx0" brushRef="#br0" timeOffset="283">8270 7258 8015,'-7'-9'491,"3"2"0,-5 5-287,2-3 0,0 3 0,3-6 32,-1 1 1,-1 4 734,6-8 1,0 5-74,0-5 0,-2 8-549,-3-3 1,-2 6 0,-6 4 341,2 1 1,6 6 0,-4-3 0,-1 1-417,1 3 1,4-3-1,-4 2 1,0 0-311,0-2 0,3 6 1,-3-4-1,2 3 211,3 3 0,1 1 0,-1 2 0,-1 3-341,1 3 1,2 1 0,2 4 0,0-2-273,0-2 0,2 0 1,2 4-1,3-3 195,2-7 0,-4 3 0,6-2 0,0-2 84,-2-2 0,6-7 0,-4-2 1,3 0-14,2 0 0,1-5 0,1 1 119,4-3 0,-4-2 1,4 0-1,-4 0-172,-2 0 0,2-7 1,2-4-1,4-6-47,1-4 1,-5 2 0,2-4 0,-4 1-317,-1 0 1,-1-7 0,0 4-1,1-2 343,-1-1 0,-5 8 1,-2-3-1,-2 1 374,-3 0 1,-2 0-1,-2 6 1,0 0 140,0-1 0,-2 1 0,-3 1 10,-6 4 0,2-1 1,-2 5 480,-2-3 1,-2 0-1,-1-7-496,0 1 1,-1-1-1,1 3-76,0 3 1,5-2 0,0 6 0,-2 0-45,-1 0 1,-3 1 0,1 6 0,0 0-176,-1 0 1,1 2 0,0 2 0,1 3 311,4 2-283,4 2 0,0-2 0,-2-2 0</inkml:trace>
  <inkml:trace contextRef="#ctx0" brushRef="#br0" timeOffset="284">229 8386 5802,'-17'0'0</inkml:trace>
  <inkml:trace contextRef="#ctx0" brushRef="#br0" timeOffset="285">245 8370 7881,'-11'0'1036,"0"0"-347,7 0 0,-5 0 932,4 0-60,3 0-921,-5 0-976,7 0-532,0 0 0,2-6-2123,3 1 2991,-3-1 0,12 6 0,-4 0 0</inkml:trace>
  <inkml:trace contextRef="#ctx0" brushRef="#br0" timeOffset="286">457 7389 8353,'-7'-9'3516,"-4"3"-1052,-3 5-2099,5 1 1,-6 1 0,4 5-1,-3 3 1,-3 2 0,3 0-1,1 1 960,2 3-1146,8-6 0,-10 6 1,9-6-266,6 0 1,7-4-1,11-10 1,4-4-6,1 0 0,-5-6 0,4 4 29,-1-3 0,-6 3 0,1 2 1,-6 1 381,1 5 0,-6 3 1,-3 5-48,-8 6 0,-5 9 1,-9 4-1,-2 1 24,-2 4 1,1-3 0,4-1-1,1-1 101,0-4 0,5-2-583,0-2 0,9-9-370,2-7 0,7-1 0,10-10 1,-1-2 485,0-2 1,-1 5-1,-2 0 433,-3 3 1,-6 4-132,2 8 0,-5 4 0,-1 7 0,-1 1 11,-5-1 0,2 1 1,-5-1-1,0 0-834,0 1 0,6-7 171,-3 1 1,6-9-1,6-2 1,4-9 108,5-5 0,1-8 0,1 0 0,-1 2 115,0 2 1,1 1 0,-1 1 3261,0 0-2397,1-1 0,-10 17 1,-5 10-1,-8 9-263,-3 7 1,-2-4 0,-5 3-1,0-1-194,-1-4 1,3 3 0,3-1 0,4-4-5116,-1-5 3869,7 2 1,-1-15 0,9-2 0,2-11 586,4-7 1,3-7 0,2 3 0,1 1 90,-5-1 1,-1 2 0,3 6 0,-1-1-1011,-4 1 1365,-4 7 0,7-13 0,4 4 0</inkml:trace>
  <inkml:trace contextRef="#ctx0" brushRef="#br0" timeOffset="287">833 7356 7881,'-11'0'3746,"0"0"-2013,-1 0 0,3 0-1168,-2 0 0,7 2 0,-1 4-167,3 4 0,2 7 1,0 3-1,0 3-35,0 3 0,5 1 0,1 6 1,-1-1-390,3 1 0,-7 0 1,7 0-1,-3-3-387,0-2 0,6-3 1,-3-7-1,-1 0-2386,0-3 0,0-8 1416,-1 4 0,3-7 1383,7 1 0,-7-3 0,-1-2 0</inkml:trace>
  <inkml:trace contextRef="#ctx0" brushRef="#br0" timeOffset="288">964 7781 7881,'-16'6'0,"-1"1"1469,1 2 0,5-5 0,2 3 6299,2 0-5954,-6-5-2079,11 5-2133,-5-7 1,14 0-1,2-1 2398,0-5 0,6-3 0,-6-7 0</inkml:trace>
  <inkml:trace contextRef="#ctx0" brushRef="#br0" timeOffset="289">261 8484 7881,'-11'0'3753,"0"0"-1723,8 0-605,-4 0 0,8-2-616,5-3 1,1 1 0,6-5-190,-2 2 0,0 2-240,5 5 0,0 0-331,1 0 0,-1 0 0,0 0 91,1 0 0,-6 5 0,-2 2 0,0 1 102,0-1 0,-6 5 0,3 1 1,-4 5-163,-2 4 0,0 2 0,0-4 1,0 3-162,0 3 1,0-4 0,-2 3 0,-2-1-331,-1-4 0,-8-2 1,4-2-1,-2 0-234,0 1 0,6-6 1,-6-2 137,-2-2 0,4 0 0,-2-3 66,-2 1 1,4 1 219,-2-6 1,8-7 84,-3-4 1,5 2 317,1-2 1,0 0-39,0-6 0,0 7 0,1 0 0,3 1 403,1 0 0,8 6-90,-2-3 1,2 3-1,-1-1-134,-1-1 1,0-1 0,6 6-191,-1 0 1,-7 2-1,-2 2-946,1 1 1,1 8-2071,7-2 0,-5-4 608,0-2 0,-6-3 2275,6-2 0,0 7 0,5 2 0</inkml:trace>
  <inkml:trace contextRef="#ctx0" brushRef="#br0" timeOffset="290">637 8762 8839,'0'11'5184,"-2"-2"-2218,-3-2 1,3 1-1898,-3-3 1,3-1-2490,2 7 487,0-8 0,0 3 933,0-12 0,0-3 0,0-7 0</inkml:trace>
  <inkml:trace contextRef="#ctx0" brushRef="#br0" timeOffset="291">1078 8648 8015,'-9'0'4065,"2"0"-2313,0 0 0,5 2-672,-3 3-925,3-3 1,4 5 0,3-7 487,6 0-748,-4 0 1,2 0 0,-3 0 0,5-2-2066,3-3 1972,2-4 1,-5-2-1,-2 0 1,1 0 0,-3 0-293,0 0 0,4 6 0,-6-6 493,-1-2 1,-2 4 1661,-2-2-1574,0 8 1,-6-7 0,-1 7-213,-2-3 1,-2 1 0,-5 5-186,-1 0 1,1 7 563,0 4 0,-1 4 0,3 1 1,1 0-73,2 1 0,8-1 0,-5 0 0,3 1-65,0-1 0,-1 2 1,6 2-1,0 2 39,0-2 0,0 0 0,0 0-287,0 2 0,7 0 0,4-8-262,4-3 1,1-2-1,0-5 1,1 1 1,-1-1 1,0-4-1,1-4 1,-1-3-350,1-2 0,-7 3 1,1-5-1,2-1-829,2-3 1565,1 6 0,0-13 0,1 4 0</inkml:trace>
  <inkml:trace contextRef="#ctx0" brushRef="#br0" timeOffset="292">1373 8599 7881,'-17'16'1556,"3"0"1,1 1-173,2-1 1,6-5 0,-4 0-847,1 2 0,3-4 0,7 2-823,3 1 0,-3-3 0,5 0 1,-1 0 252,-1 1 1,1-5-1,-5 4 1,3 0-290,2 0 1,-1-3-285,-5 5 0,2-8 612,3 3 0,-3-12 1,4-5-1,-5-3-4,-1-3 0,6 1 0,-1 0 1,1-1-103,1 1 1,-3 0-1,5-1 1,0 1 187,0 0 1,-6 5 0,5 2 0,-3 0 9,1 0 1,1 5 0,-4 0 502,3 8 1,-1 0 0,-3 6-1,2 3-261,1 2 0,1 1 0,-6 0-1036,0 1 1,2-3-83,3-3 1,-1 2 578,7-8 0,-6-5 1,4-7-1,0 0 561,0 0 1,-3-4 0,5 3 358,1-1 0,3 6 1,1-3-225,0 4 1,-5 2 0,0 0 0,0 2-62,-2 4 0,0-3 0,-5 8-2673,1 2 1,6 1-4841,-5 3 7076,-1-8 0,2-2 0,3-7 0</inkml:trace>
  <inkml:trace contextRef="#ctx0" brushRef="#br0" timeOffset="293">1732 8615 7794,'-5'11'865,"-1"0"0,-1-8 0,3 5 0,-1-1 3,1 4 0,3 3 0,1 3 0,0 1-57,0 4 0,5-2 0,2 7 0,1 2-472,-1 2 1,0-4 0,-3-1 0,1-3-389,-1-3 1,-1-2 0,1-1-910,1-1 0,1-9 417,-6-7 0,0-7 0,0-9 0,0-1-193,0 1 1,-6-8-1,1-3 1,1-4 664,3-1 1,1 1-1,0 2 1,0 1 328,0-1 0,1-2 0,3 1 0,3 0 96,2 3 0,-3 7 0,5 0 1,1 6 996,3 3 0,1 2 0,1-2-889,-1 5 0,0 5 0,-1 2 0,-4 5-144,-6 5 1,2 3-1,-1 3 1,-2-1-233,-3 0 0,-1 1 0,0-1 0,0 0-142,0 1 1,-5-1 0,-2 0 0,-2 1-575,-4-1 1,-2 0 0,-1-1-1,0-2-379,-1-2 0,6-8 1,1 3-1,-1-3-1575,2 3 2582,-6-4 0,13-2 0,-5-10 0</inkml:trace>
  <inkml:trace contextRef="#ctx0" brushRef="#br0" timeOffset="294">2026 8321 7730,'10'0'4123,"-1"2"0,-6 3-3758,3 6 0,-1 3 1,-5 3-1,0 1-1,0 4 1,0 5-1,0 9-98,0 2 0,0 8 1,0-4-1,0-1 0,0-1-676,0 0 0,0-11 0,0 2-1931,0-5 0,2-12 1631,3-8 0,-1-12 710,7-5 0,0-10 0,5-5 0</inkml:trace>
  <inkml:trace contextRef="#ctx0" brushRef="#br0" timeOffset="295">2206 8566 11692,'0'11'3726,"-2"0"-3402,-3 1 0,3 3 1,-3 1-1,3 1 93,2-1 1,0 6-1,0 0 1,0-1-162,0 3 0,0-6 0,0 4-615,0-4 0,2-9 0,3-3 153,6-4 1,-2-2 0,2 0 0,0-2 73,-2-4 0,0-3 1,-5-7-1,1-1 128,-1 1 0,-2 5 0,-2 0 0,0-1-77,0-3 1,0-1 0,0-1-314,0 1 0,-6 5 0,-1 0-31,-2-1 1,3 4 0,-3 1-3496,2 0 3920,2 5 0,-3-13 0,-1 6 0</inkml:trace>
  <inkml:trace contextRef="#ctx0" brushRef="#br0" timeOffset="296">2386 8648 7720,'0'11'709,"0"-1"1479,0 3 0,-5 2-1648,-1 1 1,1 0-1,5 1 1,0-1-455,0 0 1,7-1 0,2-2 0,2-4-266,0-2 0,0-1 0,5-6 1,0 0-7,1 0 0,-6 0 1,0-2-1,-1-4-5,0-5 0,2-3 0,-4-3 0,-1 1 224,0 0 1,-2-1 0,-5 1 174,0 0 0,0-1 1,0 1 374,0 0 0,0 5 1657,0 0-1914,0 7 1,2-1 0,2 10 0,1 6-112,-1 4 0,3 3 1,1 2-1,-1 3 36,0 3 0,4 1 0,-6 6 0,1 0-12,1-1 0,-5-3 1,3 2-1,-3 2-122,-2-4 0,0 4 0,0-8 0,-2 0 15,-3-3 0,-4-4 1,-7-1-1,-3-3-712,-2-3 1,1 2 0,-6-8 0,3-1-470,3-2 0,-4-4 0,2-3 1,2-6-381,2-4 1,4-8 0,1-5 1427,2-3 0,7-9 0,-3-1 0</inkml:trace>
  <inkml:trace contextRef="#ctx0" brushRef="#br0" timeOffset="297">3138 8321 11106,'0'16'657,"0"0"1,0 1 0,0 1-94,0 4 1,0 3-1,0 8 1,0 0-439,0-1 0,5 3 1,1-1-1,-3 1-586,-1-4 1,-2-8 0,0 3 0,0-3-391,0-3 0,0-7 850,0-2 0,0-7 0,0 3 0</inkml:trace>
  <inkml:trace contextRef="#ctx0" brushRef="#br0" timeOffset="298">3056 8599 12469,'17'0'4866,"-1"-2"-4472,0-4 1,1 5 0,-1-5 0,2 2-974,4-1 1,-2 1 0,5-5-1,-1 0-874,-4 0 1,-2 4-1,-2-4 1453,1 1 0,-1-4 0,0 3 0</inkml:trace>
  <inkml:trace contextRef="#ctx0" brushRef="#br0" timeOffset="299">3350 8353 13635,'9'8'517,"-3"3"0,-4 5 0,0 4 0,1 2-68,3-2 0,-1 5 0,-5 2 0,0 6-53,0 5 1,0-7 0,0 4 0,0-3-333,0-3 1,0-7 0,0 0-1016,0-4 1,0-7 536,0 0 1,0-15 0,2-3 0,3-9-86,6-6 1,-2 0 0,0 4 0,0-2 485,1-2 0,-1 0 0,3 8 0,-1 1 544,2 2 0,-4 6 0,2-4 885,2 1 0,1 3 0,1 7-787,-4 3 1,3 4-1,-5 8 1,0 1-684,-3 4 0,-4-4 0,-1 4 0,3-4-1755,1-2 1,1 0-2930,-6 1 4738,0-8 0,0-2 0,0-7 0</inkml:trace>
  <inkml:trace contextRef="#ctx0" brushRef="#br0" timeOffset="300">3726 8664 8149,'9'-2'3129,"-3"-3"0,3 3-2952,2-3 1,-2-3 0,0 1-376,-2-2 1,4 3 0,-4-4 175,3-3 1,-7 4 0,4-2-88,1-2 0,-7-1 2891,5-3-1859,-4 8 1,-10 2 0,-2 7-704,-5 0 0,4 5 0,2 3 0,0 1-44,0 3 0,3 3 0,-3 1 0,2 2 154,3 4 0,3-4 0,1 4 0,0-4-405,0-1 0,0 1 1,1 2-934,5 2 1,-2-2-1,6-9 1,3-6-2021,2-3 3028,-6-2 0,13-7 0,-4-3 0</inkml:trace>
  <inkml:trace contextRef="#ctx0" brushRef="#br0" timeOffset="301">4298 8778 8195,'-1'10'1569,"-3"-3"-601,-1 0 0,-1-3-518,6 7 0,6-15 1,1-1-1,0-8-110,0-4 0,6 1 0,-4 0 0,2-1 0,-2 1 20,-2 0 0,6-6 1,-4 0-161,0 2 1,4-3 0,-6 1 0,0 2-69,1 2 0,3 1 0,-4 1 0,0 0-15,0-1 30,6 1 0,-9 7 1,5 5-115,-2 8 1,-1 7-1,-6 9 1,0 1-149,0-1 0,5 0 1,0 0-1,-1 2 216,-2-2 1,-2-2 0,0-1-686,0-1 1,0-5-149,0 0 1,2-8 512,3 3 0,2-12 0,6-4 1,-4-7-28,-2-5 0,4 2 0,-3-5 0,1 0 271,3-1 0,3 4 1,-1-3-1,-1 1-23,-2 4 1,-5 8 0,4 1 890,3-2 0,-4 6 1,0 3-287,-1 8 0,-1 5 0,-4 9 1,3 2-208,-2 2 0,-1 7 0,1-2 0,1 4-195,-1 2 1,-2-1 0,-2-1 0,2-2-349,3-1 1,-3-7-1,3 5-2605,-3-3 1,-2-6-2095,0-6 4842,0-8 0,0-10 0,0-11 0</inkml:trace>
  <inkml:trace contextRef="#ctx0" brushRef="#br0" timeOffset="302">4838 8713 10308,'0'16'4023,"0"1"0,0-10-3632,0-7 1,7-7-1,2-11-428,0-4 0,6 4 0,-6-6-25,0 0 1,4 4-1,-6-5 1,0 0 45,0-1 1,4 6 0,-3-2-1,-1 4 60,0 2 0,-1 0 0,-5 1 1,3 2 395,1 2 1,1 10-397,-6 1 0,0 7 0,0 11 0,0 2-88,0 2 0,0 5 1,0-5-1,0-2 138,0-2 1,2 0-1,1 2-226,3 2 0,-1 0 0,-5-6-1399,0 0 1317,0-7 1,6-3 0,1-12-29,2-4 1,-4-5-1,5-1 1,-3-1 341,-4 1 1,5-6-1,-1 0 1,0 2 72,1 2 1,2 2 0,-4 0 0,-1-1 304,3 1 1,-7 5-143,5 0 1,-3 7 0,1 1 217,2 6 1,1 3-1,-4 8 1,5 5-368,1-1 0,-6 5 0,3 1 1,-3 0-237,3-1 0,-4 4 0,3-5 1,-3 0-178,-2 2 1,0-10 0,0 6-1713,0 0 1,0 0-5933,0-4 5073,0-6 2797,0-3 0,7-7 0,2 0 0</inkml:trace>
  <inkml:trace contextRef="#ctx0" brushRef="#br0" timeOffset="303">5443 8501 7829,'-11'1'2175,"0"5"0,5 1 1914,-5 4-3755,8-4 1,-4 1-1,8 2 179,5 5 1,-4 1 0,3 1-1,-1-1-42,1 0 1,-3 6 0,5 0 0,-1-2-93,-1-2 0,2 0 1,-3 2-1,3 0-72,2-5 1,-3 1-134,5-5 1,0-4-1,5-1-392,0-4 1,-1-10-1,-2-1 1,-3-4 200,3-3 1,0 3-1,0-8 1,-3 2 396,3 3 0,-4-2 1,0-2-1,0-2 25,0 2 0,-5 0 0,2 0 0,-5-2-621,-1 2 1,6 2 0,-1 2 0,-1 0-2213,-2-1 1,-2 6-3718,0 0 6145,-8 8 0,-1-4 0,-7 7 0</inkml:trace>
  <inkml:trace contextRef="#ctx0" brushRef="#br0" timeOffset="304">6260 8304 10692,'-9'9'1458,"1"1"0,8-5-714,0 6 1,2 5 0,2 6 0,1 5 251,-1 4-996,5 2 0,-5 7 1,5 3-1,0 5 0,-2 1 1,0-2-1,-1-3-1601,1-6 1262,-5-11 1,5 2 338,-7-7 0,7-22 0,3-11 0</inkml:trace>
  <inkml:trace contextRef="#ctx0" brushRef="#br0" timeOffset="305">6227 8501 8476,'-14'10'2306,"3"1"0,3-5-1597,8 5 0,8-8 1,4 3-1,8-3-511,8 3 0,-3-4 1,0 3-1,1-3-643,-1-2 0,-3-2 1,4-1-1,-1-3-583,0 2 0,-5-3 0,2 0 0,-2 0-263,2-1 0,-9 3 0,3 5 1291,-1 0 0,-6 0 0,0 2 31,-2 3 0,-3 2 1,-8 6-1,-3-2 682,-2 2 1,3 1 0,-3 3 0,0-1-250,0 0 1,0 1-1,-2-1 1,4 0 226,-1 1 1,7-6 0,-5 0-332,4 1 0,2-3-153,0 2 0,0-5 0,2 3 172,4-2 0,3-2-405,7-5 1,0-1 0,1-5 158,-1-5 0,-7-3 1,-2-1-1,-1 3-506,-1 1 0,3 0 0,-5-6 0,3 1 85,-3 0 1,-1 5 0,-2 0 593,0-2 1,0-1-309,0-3 0,-5 6 0,-3 2-207,-1 2 0,-2 2-1742,-5 5 1951,0 0 0,-1 0 0,1 0 0</inkml:trace>
  <inkml:trace contextRef="#ctx0" brushRef="#br0" timeOffset="306">7110 8321 7784,'-2'-9'4696,"-4"3"-2607,5 4-1761,-7 2 1,8 8-1,0 3 1,2 5 350,4 6 1,-5 3 0,7 8-355,-1 0 1,-5-1-1,5 3 1,-1 1-361,-1 2 1,0 0-1,-3-5 1,2-2 0,1-4-1643,-1-5 1,-2-4-3035,-2-2 4711,0-6 0,-8-10 0,-1-10 0</inkml:trace>
  <inkml:trace contextRef="#ctx0" brushRef="#br0" timeOffset="307">7012 8517 12765,'12'0'1260,"3"0"0,3 0-1236,0 0 0,6 0 0,-1 0 1,1 0-637,0 0 0,3 0 0,-5 0 0,-1 0-341,3 0 0,-11 0 0,3 2 1,-1 1 281,-1 3 0,1 7 0,-4-3 0,-4 5 1043,0 1 1,-5 2 0,3 2-1,-3 2 339,-2-2 1,0-2-1,0-1 1,0-1 146,0 0 1,-2-1-1,-1-2-259,-3-2-480,1-8 1,3-3 0,-2-11-270,-1-3 0,0-3 0,5 1 0,0-2 73,0-4 1,0 4 0,0-4-1,0 4-198,0 2 0,0-1 0,1 1-471,5 0 0,-3-1 1,8 3 745,2 3 0,2 4 0,1 7 0</inkml:trace>
  <inkml:trace contextRef="#ctx0" brushRef="#br0" timeOffset="308">7600 8550 7784,'-16'5'1154,"-1"2"1,1 2-319,0 4 0,5-4 1,0 2-286,-2 2 0,4-4 1,0 2-1,2 2-660,3 1 0,2 2 1,2 1-1,0-1-428,0 0 1,8-1 0,2-2 419,5-2 0,-4-8 0,0 3 0,2-5-592,1-1 1,-3-7 0,0-4 0,0-5 515,-2-6 0,4 2 0,-8-5 0,0 1 12,3 4 1,-6-3 0,3 1 0,-1 0 162,1-2 1,-3 6 0,3-4 964,-3 4 0,-2 7 11,0 0 1,0 10 0,0 1 0,0 11-590,0 8 0,0 1 0,0 8 0,2 1-501,3 2 0,-3-4 0,4-2 0,-3-1-329,3-4 0,-3-2 0,6-2-2027,-1 1 1,4-8 1358,-1-4 0,2-5 1129,-2-5 0,3-4 0,-4-8 0</inkml:trace>
  <inkml:trace contextRef="#ctx0" brushRef="#br0" timeOffset="309">7829 8599 7894,'5'16'2991,"1"0"-2331,-3 1 1,-1-1 0,0 0-213,4 1 1,-5-1 0,5 0-114,-4 1 0,-1-3 0,3-1-1646,1-2 1112,1-7 0,-6 1 0,0-10 0,2-6 79,3-4 1,-3-1 0,5-2 0,-1-2 256,-1-2 0,2 0 0,-3 6 0,3 1 722,2 4 1,-3 2 0,5 6-107,1-3 0,3 2 0,0 10-848,-5 5 1,5 3 0,-6 3 0,2-1-596,0 0 1,-8 1 0,5-1 580,-1 0 1,-3-1 108,7-4 0,-8-4 0,4-7 0</inkml:trace>
  <inkml:trace contextRef="#ctx0" brushRef="#br0" timeOffset="310">8221 8566 7784,'-11'-5'694,"0"-1"0,6 1 0,-6 3 1036,-2-4 1,-1 3-730,-3-8 1,1 7-922,0-1 1,5 3-1,2 4-220,2 3 0,1 4 1,6 8-1,0-1-68,0 0 1,2 1-1,3-1-111,6 0 0,4 1 1,1-3-1,0-1 461,1-2 1,-6-2 0,0 2 0,1-4 318,3 0 0,-4-5 0,-2 5 1142,-2 1 0,4-5-1134,-6 8 1,1-5-1,-6 5-890,0 1 0,-7-3 0,-4 0-722,-4-1 0,4-3 0,0-5-1632,-1 0 2775,-3 0 0,-1-7 0,-1-2 0</inkml:trace>
  <inkml:trace contextRef="#ctx0" brushRef="#br0" timeOffset="311">8417 8288 8375,'-16'7'4378,"7"-3"-3765,3 7 0,5 0 1,1 5-1,0 0-311,0 1 0,0 1 0,0 4 0,0 7 19,0 7 0,0 0 1,0 6-1,0 0-210,0 0 1,1-6 0,3 0-1,2-5-1143,-3-3 1,-1-8 0,0 1-1631,3-2 0,-1-12 2662,7-7 0,0-7 0,5-10 0</inkml:trace>
  <inkml:trace contextRef="#ctx0" brushRef="#br0" timeOffset="312">8646 8582 8163,'-16'0'1410,"-1"0"1,1 0 0,0 2-145,-1 4 0,7-5 0,0 7 0,1-3-789,0 1 1,6 6-1,-5-1-433,1 4 1,5 1 0,-3 0-377,3 1 1,2-6 0,0 0 0,2-1-1019,3 0 0,4 2 693,8-6 1,-1-1 0,0-5 398,1 0 1,-3-2 0,-1-3 0,-2-4-104,2 0 0,-4-6 1,0 4-1,0-3 200,0-3 0,-5 1 0,3 0 0,-2-1 354,1 1 1,1 0 3485,-2-1-2746,-3 1 1,6 9 0,-8 7-1,0 9-734,0 5 0,0 4 0,0 2 0,0 2-473,0-2 0,0-2 1,0-1-1,0-1-1070,0 0 1,5-5-4857,0 0 6200,8-7 0,-4-4 0,8-9 0</inkml:trace>
  <inkml:trace contextRef="#ctx0" brushRef="#br0" timeOffset="313">8957 8255 7791,'-11'0'1499,"2"2"-449,1 4 1,1-3-1,4 8 1,-3 2-406,2 1 1,3 3 0,1 1 0,0 4-105,0 5 0,0 6 0,0 3 0,0 4-111,0 2 0,0-4 0,0 4 1,0-2-1077,0-4 1,5-7 0,1-4-4045,-3-1 2906,-1-2 1,-2-15 1783,0-7 0,0-7 0,0-10 0</inkml:trace>
  <inkml:trace contextRef="#ctx0" brushRef="#br0" timeOffset="314">8859 8517 10460,'-9'0'4772,"3"0"-4911,12 0 1,-3 0 0,8 0-1,2 0-919,1 0 0,3 5 1,-1 1-80,0-3 0,1-1 0,-1-2 1,0 0 1037,1 0 0,-6 2 0,0 2 184,1 1 0,1 2 0,0-3 0,-2 3 342,1 2 0,-3-5 0,2 3 5,2 1 1,-4-7 0,2 5-482,2-4 0,1-2 0,1-2 0,-3-2 36,-1-1 1,-5-6 0,3 4-1,0-1 121,0 1 0,-5-6 0,3 4 126,0 0 0,-5-5 1172,3 3 0,-5 3 0,-5 3-843,-6 3 0,-3 2 1,-3 0-211,1 0 0,0 2 1,-1 3 59,1 6 0,1-2 0,3 2 1,3 2 96,1 2 1,1-4 0,3-1 0,-1 3-103,1 2 0,2 1 0,2 0 0,0 1-440,0-1 1,6 0 0,1-1 0,2-4-1182,4-6 1,-4 3 0,2-3 0,2-1-4795,1-3 6007,3-8 0,6-9 0,3-10 0</inkml:trace>
  <inkml:trace contextRef="#ctx0" brushRef="#br0" timeOffset="315">10003 8223 6725,'0'-9'8343,"0"1"-6815,0 8-564,0 0 0,-2 6-554,-3-1 0,1 8 0,-5-2-377,2 3 1,-4 3 0,5-1 0,1 0 36,-3 1 1,7-1 0,-5 0-416,4 1 1,2-1 0,0 0-1,0 1 1,0-1 24,0 1 1,0 4-1,2-1 1,2-3 270,1-5 0,8-1 1,-2 6-48,3-1 1,-3-7 0,0-4 124,2-3 0,1-2 1,3 0-78,-1 0 1,1-2-1,-3-3 1,-1-4-3,-2 0 0,-2-6 0,3 4 1,-2-3 121,-3-2 1,4-1 0,-4 1 0,0 0-14,0-1 0,1 1 0,-5-1 0,3-1 83,-3-3 1,1 2 0,0-2 0,1 2 63,-1 3 0,-2 0 0,-2-1 1,0 1-37,0 0 0,-6 5 1,-1 2-1,0 0 343,-1 0 1,-4 5 0,1-2-1025,-4 5 0,-1 1 0,0 0 0,-1 0-1331,1 0 0,5 5 1,0 2-1,0 2 1842,2 4 0,-5 2 0,4 1 0</inkml:trace>
  <inkml:trace contextRef="#ctx0" brushRef="#br0" timeOffset="316">10281 8370 14668,'16'0'618,"0"2"1,1 3 0,-1 4-32,0 0 1,1 6 0,-1-4 0,0 3-578,1 3 1,-1-1 0,0 0 0,1 1-1060,-1-1 1,-5-5 0,0 0-1415,2 1 1,-4-4 2462,2-3 0,0-3 0,5-2 0</inkml:trace>
  <inkml:trace contextRef="#ctx0" brushRef="#br0" timeOffset="317">10542 8304 8226,'-11'0'1511,"0"0"-119,-1 0 1,3 6-1,-1 1-881,3 2 0,0-3 1,3 5-298,-1 1 1,-6 3 0,4 3 0,-1 2-115,1 2 1,-6 5-1,4-3 1,-1 1 62,-1 4 0,5-5 1,-3-3-1,0-2 37,0-3 1,5 0-201,-1 1 0,3-8 0,2-2 0</inkml:trace>
  <inkml:trace contextRef="#ctx0" brushRef="#br0" timeOffset="318">10722 8190 10301,'-9'7'1620,"2"2"1,7 8 0,1 1-1222,5 4 1,-4-2 0,5 7 0,-2 2-58,1 2 0,5 1 0,-6-1-741,-1-3 1,-1 1-1,1-8 1,2-1-1,-3-1-2588,-1-3 1,0-7 2986,3-4 0,-3-3 0,5-2 0</inkml:trace>
  <inkml:trace contextRef="#ctx0" brushRef="#br0" timeOffset="319">10771 8206 7788,'-9'0'2088,"2"-7"1,12 3 0,2-5 0,2 2-1556,4 3 0,2 3 1,1-1-1,0-2-80,1-1 1,-1-1 0,0 6-18,1 0 1,-6 0 0,0 0-397,1 0 1,-3 0 0,0 2-512,-1 4 1,-3-3 0,-5 8 92,0 2 0,-2-4 0,-3 2 0,-4 1-157,0 3 0,-6-4 0,4 0 1,-3 0 369,-3-2 0,7 4 0,0-6-176,3 2 1,-4-4 256,6 6 1,-1-5 180,6 5 0,8-8 0,3 4 0,3-1 420,2-1 1,1 1 0,-3-4 0,-1 1 35,-2 3 1,0 1 0,5-3-52,0 1 1,-5 2-1,-2-1-183,-1 5 0,-3-2 1,-5 2-317,0 1 0,0-3 0,0 2 0,-2 0-83,-3-2 0,1 6 0,-7-6 0,0 2-25,2 0 1,-3-6 0,4 4 0,-1 0-521,-3 0 0,3-5 1,-2 1-405,-2-3 0,4-2 0,-2 0-1322,-2 0 1,4-7 2350,-2-4 0,8-3 0,-5-3 0</inkml:trace>
  <inkml:trace contextRef="#ctx0" brushRef="#br0" timeOffset="320">11261 8239 7820,'-16'0'2248,"5"0"-455,0 0 0,6 0-1363,-6 0 1,5-5-88,-4-1 0,4-1 118,-5 1 1,6-1 223,-6-4 1,7 2 147,-1 4-950,-4 3 1,7-4 18,-4 12 1,5 3-1,1 7 19,0 1 1,1-3 0,3-1-1,3-2 273,2 2 0,-5 1 0,3 2 300,1 1 0,-5-1-452,8 0 1,-7 1 0,3-3-652,0-3 0,-3-4 0,7-5 237,1 4 0,-2-4 0,0 3 357,3-3 1,2-2 0,1 0 505,0 0 0,1 2 0,-1 1 1,0 3-111,1-3 0,-6-1 0,-2 0 0,0 2 578,0 1 1,-5 8-813,1-2 1,-3-2 0,-2 2 0,-2 0-57,-3-2 1,-5 5-1,-6-5 1,0 2-703,-1 0 0,-1-5 0,-2 3 14,-2-2 1,1 4 0,4-6 0,1-1-484,0-2 0,5-2 0,2-2 371,1-4 1,1-1 0,4-6 0,-3 3 708,2-3 0,3-2 0,1-1 0</inkml:trace>
  <inkml:trace contextRef="#ctx0" brushRef="#br0" timeOffset="321">11605 8223 7820,'0'-11'1741,"0"0"0,5 5 1943,0-4-2525,1 6 1,-13-2-863,-4 12 0,2 3 0,0 7 0,0 1 42,-1-1 0,7 0 0,-3 1 0,3 1-20,-3 4 0,4-4 0,-3 4 1,3-2-66,2 1 1,0-1-1,0 8-339,0 1 1,6-11 0,1-2-1,2-3-287,4-4 1,-4-2-1,2-7 1,1 0 26,3 0 1,1 0-1,-1-2 1,-2-3 271,-3-6 1,-1-3-1,4-3 1,-4 1 84,-1 0 1,2-1 0,-4-1 0,-2-2 178,-3-2 1,5 0-1,-1 6 1,-1-2-234,-2-4 1,-2 4-1,0-4 1,0 4-494,0 2 1,-6 5 0,-1 2-1,-2 0-334,-4 0 1,-1 5 0,-3-2-1,1 5-3258,0 1 4127,-1 0 0,-14 0 0,-3 0 0</inkml:trace>
  <inkml:trace contextRef="#ctx0" brushRef="#br0" timeOffset="322">11163 8206 11373,'-9'0'2194,"15"0"0,10-1-2067,2-5 0,2 2 0,0-5-108,2 2 0,0 2 0,-4 3 0,2-2-4623,2-1 4604,-1-1 0,-4-1 0,-1-2 0</inkml:trace>
  <inkml:trace contextRef="#ctx0" brushRef="#br0" timeOffset="323">12193 8076 9089,'0'10'1930,"0"1"0,0 0 0,0 6-1634,0-1 1,0 0 0,2 1-120,3-1 1,-1 6 0,5 1 0,0 1-168,0 0 1,-3 3 0,3-4 0,-2 1 0,-3 2-738,-3-1 1,5-5 0,-1 2-590,-1-4 0,-2-7-2237,-2 0 3553,-8-8 0,-1 5 0,-7-8 0</inkml:trace>
  <inkml:trace contextRef="#ctx0" brushRef="#br0" timeOffset="324">12128 8337 7905,'0'-9'2076,"0"0"-685,0 3-520,0 5 1,1-7-1,5 8-717,5 0 0,3 0 1,3 0-1,1 0-393,4 0 1,3 0 0,8 0 0,-1 0-704,1 0 0,0 0 0,-1 0 0,1 0 942,0 0 0,0 0 0,-1 0 0</inkml:trace>
  <inkml:trace contextRef="#ctx0" brushRef="#br0" timeOffset="325">12569 8337 7256,'-11'7'524,"0"4"1,6 2-1,-4 0 1,0-4 25,-1-2 0,7 6 0,-4-4 0,1 2-265,1 0 0,-1-6 0,6 6-10,0 2 1,0-4-83,0 2 0,7-8 1,4 3-186,4-4 1,1-2 0,1-2 0,-1-2 61,0-1 0,-5-6 1,0 4-1,0-3-47,-2-2 1,4 3 0,-8-2 0,1 0 11,1 2 0,-5-6 0,3 4 190,-3-3 0,-2-3 0,-2 3-63,-3 3 0,1-2 0,-7 8 0,0-1-355,2-1 1,-5 5 0,3-3-593,-4 3 1,-1 2 0,1 2 0,3 2-1999,1 1 2783,7 0 0,-3 3 0,7 1 0</inkml:trace>
  <inkml:trace contextRef="#ctx0" brushRef="#br0" timeOffset="326">13076 8288 13710,'9'2'845,"-4"3"0,-1 4 1,-1 8-1,3-1-696,-3 0 1,-1 1 0,-2-1-1,0 0-917,0 1 1,0-1 0,2 1-4152,4-1 4919,-5-7 0,7-9 0,-8-9 0</inkml:trace>
  <inkml:trace contextRef="#ctx0" brushRef="#br0" timeOffset="327">13092 8108 9468,'-7'-9'1180,"5"2"-2970,-5 7 1790,14-7 0,2 5 0,7-5 0</inkml:trace>
  <inkml:trace contextRef="#ctx0" brushRef="#br0" timeOffset="328">13255 7977 13191,'15'19'987,"-2"1"1,-2 3-493,1 3 1,3-3 0,1 8 0,0 4-35,1-1 0,-6 2 0,-2-1 0,-2 0-291,-3-5 0,3-2 1,-2-1-1,-1-5-1938,-2-4 0,-2-7 0,-2-2-214,-3-2 0,1-1 1,-7-6 1981,-2 0 0,-1 0 0,-3 0 0</inkml:trace>
  <inkml:trace contextRef="#ctx0" brushRef="#br0" timeOffset="329">13255 8304 7915,'2'-16'623,"4"0"1,-3 7-1,8 3 1,2 3 23,1-3 0,3 4 1,-1-3-1,2 3-1560,4 2 1,-4 0 0,4 0 0,-2 0 912,2 0 0,-4 0 0,6 0 0</inkml:trace>
  <inkml:trace contextRef="#ctx0" brushRef="#br0" timeOffset="330">13746 8223 7829,'-17'0'1686,"1"0"-870,0 0 1,5 0 0,0 0 2228,-2 0-2819,6 0 88,0 0 0,9 1 0,3 5 94,6 5 0,3-2 0,1 2 0,-2 2-5,-2 1 1,-1 1 0,5-3 0,-2-1 152,-2 2 1,-6 1 0,4 3-612,-2-1 0,-1-5 1,-6 0-1373,0 2 0,-2 1 994,-3 3 1,-5-7-1,-6 0 1,0-3-2355,-1-4 1,1-3 2786,0-5 0,-1-4 0,1-7 0</inkml:trace>
  <inkml:trace contextRef="#ctx0" brushRef="#br0" timeOffset="331">13582 8076 8557,'0'16'5329,"0"-5"-7188,0 0 1859,8-8 0,1 12 0,7-6 0</inkml:trace>
  <inkml:trace contextRef="#ctx0" brushRef="#br0" timeOffset="332">14334 8304 7803,'-11'0'1322,"0"0"0,0 2-454,2 4 0,2-3 0,7 8 0,0 2-527,0 1 0,7 10 0,2 1-107,1 1 1,4 10 0,-5-3-1,2 1 1,-2 1-80,-2-2 0,1-6 0,-5-2 1,3 1-628,-3-1 1,-1-10-1113,-2 1 1,0-12 847,0-4 1,0-9 0,0-13 0,0-5 443,0-4 1,0-2 0,0 0-1,0-1 278,0-4 1,0 7 0,0-6 0,0 1 305,0 2 1,0 3-1,0 2 1,0-2 314,0 2 1,2 7 0,2 0-70,1 4 0,8 9 1,-2 3 88,3 5 0,3 8 0,-1 4-401,0 3 0,-5 8 0,-2 0 1,-1-2-93,-5-2 1,-1-2 0,-2 1 0,0-1 6,0 0 1,0 1 0,0-1 0,-2 0-320,-3 1 1,1-3-1,-7-1 1,-2-4-801,-1-2 0,3 4 0,0-5 0,-2-3-304,-1-1 1,3-2-1,0-2 1282,-2-3 0,6-4 0,0-7 0</inkml:trace>
  <inkml:trace contextRef="#ctx0" brushRef="#br0" timeOffset="333">14596 7896 7824,'0'16'995,"-6"-5"0,1 0 1,1 2-121,2 1 0,2 2 0,0 3 1,0 1-604,0 1 0,6 8 0,1-3 1,0 1-57,1 0 0,2 1 1,-4 4-1,-2-1-11,-3-4 1,5 4-1,-1-5 1,-1-1-5,-2-3 1,-2-4-987,0-2 1,-6-5-134,1 0 1,-1-9 0,6-2 408,0-9 0,0-6 1,0-1-1,0-2 508,0-4 1,2 4 0,2-4-1,1 4 68,-1 2 0,5-1 0,0 1 0,2 1 263,0 5 1,-6-3 0,6 7-1,0 1 104,-2-2 1,6 5-1,-4-2 152,3 8 0,1 5 0,-3 7 1,-3 2-319,-1 4 0,3 2 0,-6 5 0,-1-2-420,-2 2 0,-2-5 0,0-2 0,0-4-4261,0-2 2237,0 1 0,1-8 2176,5-4 0,-4-18 0,5-5 0</inkml:trace>
  <inkml:trace contextRef="#ctx0" brushRef="#br0" timeOffset="334">14955 8272 9814,'-11'2'2878,"2"3"-2639,2 6 1,2-2-1,5 2-124,0 2 1,0 1-1,1 1 1,3-3 46,1-1 1,8 0-1,-2 4-288,4-4 1,-4-2 0,-1-6 0,3 3-238,2-3 1,1-1 0,-1-4-29,-5-3 1,3-4-1,-6-8 1,1 1-72,-1 0 0,0 3 1,-3-3 671,1-8 1,1 8 0,-4-1 993,3 3 0,-3 5-479,3-2 1,3 9 0,-3 2 0,0 9-451,3 6 1,-5 1-1,6 0 1,0 3-271,1 2 1,-5-2 0,4 4 0,0-1 206,0 0 0,-5 5 0,1-3 0,-3-1 41,-2 1 1,0 5 0,-2-4 0,-1 1-69,-3-4 0,-6 1 0,2-1 0,0-2-666,-1-2 0,0-2 1,-6-1-1091,1-4 0,0-4 1,1-9-888,4-3 1,-1-6 2457,6-11 0,-7-3 0,4-8 0</inkml:trace>
  <inkml:trace contextRef="#ctx0" brushRef="#br0" timeOffset="335">15446 8223 13074,'-11'0'1425,"0"0"0,5 0 0,-3 1-1542,2 5 1,-4 3-245,6 7 1,-1-5 0,6 0-172,0 2 1,2 1 571,4 3 1,3-1 0,7-1 673,0-4 0,-5 3 66,0-3 1,-2 3-860,2 3 1,-4-6-1,-8 0-158,-5 1 1,2-4-1,-6-3-290,-3-3 1,-2-2-1,-1 0 1,0 0-653,-1 0 0,6-7 0,2-4 0,2-4 1179,3-1 0,-5-1 0,0 1 0</inkml:trace>
  <inkml:trace contextRef="#ctx0" brushRef="#br0" timeOffset="336">15609 8272 7824,'-14'18'404,"1"0"1,4 2 905,2 0 0,1-5 0,6 6 0,0-3-465,0-1 1,0-6-1617,0 0 1,2-2-735,3 2 1,-3-11 1504,4-11 0,3-4 0,0-1 0</inkml:trace>
  <inkml:trace contextRef="#ctx0" brushRef="#br0" timeOffset="337">15576 8076 8687,'-16'0'6726,"0"0"-7975,7 0 0,1 1 0,10 3-440,4 1 1689,-5 8 0,14-4 0,-6 8 0</inkml:trace>
  <inkml:trace contextRef="#ctx0" brushRef="#br0" timeOffset="338">15887 8239 8190,'-16'0'0,"-1"0"693,1 0 1,5 0-1,0 0 469,-2 0 1,-1 0 0,-2 2-845,-1 3 0,8-1 0,4 7 1,3 2-171,2 1 0,0 2 0,0 1 0,0-1-105,0 0 0,0 1 0,0-1 0,2-1-1132,3-4 0,4 1 0,8-4-59,-1 1 0,0-6 1,1 1-1,-1-6 1148,0-3 0,8-15 0,1 1 0</inkml:trace>
  <inkml:trace contextRef="#ctx0" brushRef="#br0" timeOffset="339">16067 8288 7824,'-17'0'1960,"1"0"-1393,0 0 1,-1 6-1,3 1 1,1 0 31,2 0 0,6 1 0,-4-3-567,1 6 0,3 3 0,5 3-364,0-1 1,0-5-1,2-2 1,1 0-360,3 0 1,7-5 0,-3 1 368,5-3 0,-4-2 0,0-2 0,0-3 135,-2-6 0,5 2 0,-5-2 0,2-2 65,0-1 0,-7 3 1,3 0-1,-1-2 212,-1-1 0,2 3 0,-3 0 1744,1-2 1,3 6-942,-3 2 0,-3 5 1,5 5-375,0 6 1,-5 3 0,4 3 0,-5-1-483,-1 0 0,6 1 0,-1-1-1936,-1 0 0,0-6-206,1-5 1,-1-3 2104,7-2 0,-8-15 0,5-3 0</inkml:trace>
  <inkml:trace contextRef="#ctx0" brushRef="#br0" timeOffset="340">16263 7912 12805,'0'11'1969,"0"0"1,0 3-1480,0 6 1,0 6 0,2 7-1,1 1-226,3 4 0,5 2 0,-6 6 0,-1-3-823,-2 3 1,3-12 0,0-1 0,-1-4-248,-2-4 1,0-1 805,3-8 0,-3-7 0,5-1 0</inkml:trace>
  <inkml:trace contextRef="#ctx0" brushRef="#br0" timeOffset="341">17031 8255 8030,'-16'0'1623,"5"0"-914,0 0 1,6 0-564,-6 0 1,0 0-1,-6 0 1,3 2 0,1 4 72,2 5 0,8-2 0,-5 2 0,3 1-183,-1 3 0,1 7 0,5-1 0,0-1 85,0-2 1,0-1 0,0-1 0,2-1-669,3-4 0,4-4 1,8-7-1,-1-2 166,0-3 0,1-6 0,-1-9 1,0-4 185,1-1 0,-6 3 0,-2-4 0,0 3 211,0 3 0,-4 2 0,4 1 0,-1 1 500,-5 0 1,-1-1 1379,-2 1-1304,0 7 1,0 9-1,0 11-207,0 3 1,0 3 0,0 1 0,0 2-193,0 2 0,0-6 0,2-5 0,2 2-225,1 1 1,6 2 0,-4 1-827,2-1 0,-3-5 1,5 0-1251,1 2 0,-3-6 175,2-2 1933,0-3 0,6-2 0,-1 0 0</inkml:trace>
  <inkml:trace contextRef="#ctx0" brushRef="#br0" timeOffset="342">17440 7847 7969,'-17'7'429,"6"0"0,2 6 1445,2-2 1,2 0 0,5 7-1444,0 4 0,7 1 0,4 8 0,2 0-56,-3 4 1,3 6-1,-6-1 1,1 0-56,-1 0 1,-2-2-1,-3-7 1,2-4-247,1-5 137,1-4-1476,-6-8 0,-6-5 0,-1-9 1,0-3 384,0-2 0,-6-2 0,2-5 826,-4-1 0,-1 8 0,0 2 0,-1 2 353,1-1 1,0 1-1,-1 5 454,1 0 0,1 2 0,3 3-349,1 6 1,7 3 0,-1 3 0,3-1-74,2 0-1,2 1 1,3-1-471,6 0 1,4 1 0,1-3 0,0-3-418,1-5 1,1-4 0,2-2 0,2 0-8,-2 0 0,0-2 1,0-4-1,1-5-3238,-1-3 3802,-2-3 0,6 1 0,1 0 0</inkml:trace>
  <inkml:trace contextRef="#ctx0" brushRef="#br0" timeOffset="343">17734 7928 15301,'0'19'481,"2"1"0,3 5 0,4 4-51,0 6 1,6 3-1,-6-2 1,2 4-249,0 2 1,-8-6 0,5 0 0,-3-7-110,1-7 0,-1-9 1,-5-2-1326,0 2 1,0-8-172,0-5 0,0-7 1,-2-10 1236,-3 1 1,1 0 0,-7 1 0,-2 3 107,-1 1 0,-2 0 1,-1-6 61,1 1 0,0 7 0,-1 3 1,1 5 1288,0 1 0,5 0 0,0 1-875,-2 5 1,4 3 0,0 7 0,2 1-219,3-1 1,2 0 0,4 1-692,3-1 1,5-1 0,6-3-511,0-1 1,1-7-1,-1 1-371,0-3 0,1-2 0,-1-2 1,0-1 1391,1-3 0,-1-6 0,0 2 0</inkml:trace>
  <inkml:trace contextRef="#ctx0" brushRef="#br0" timeOffset="344">17930 8239 7923,'0'16'205,"0"-5"0,2 0 735,3 2 1,-3 1 0,4 3-420,-5-1 0,5-5-11,-1 0 1,1-6 0,-4 4 1519,3-1-1441,-3-3 1,3-7-387,-10-3 1,3 1-1,-3-7 1,3-1 87,2-3 0,0-1 0,0-2-452,0-4 1,0 9 0,2-3 0,1 1-549,3 1 1,1-3 0,-3 1-1219,1 0 0,8 1 0,-2 2 1927,3 2 0,-5 8 0,-2-4 0</inkml:trace>
  <inkml:trace contextRef="#ctx0" brushRef="#br0" timeOffset="345">18159 8206 7923,'16'0'644,"1"0"1,-7 0-1,1 0-341,2 0 0,-4-5 1,0-2 94,-1-2 1,-3 3-29,-5-5 0,0 6 1,-2-4 53,-3 1 1,1 3 0,-7 5-114,-2 0 0,-1 2 0,-1 3 0,3 6 138,1 4 1,5 1 0,-3 2 0,0 2-368,0 2 1,5 2 0,-1-4-1,3 1-882,2-1 0,0-2 1,2-1 129,3-1 0,-1-7 1,7-3-1453,2-5 1,1-1 2121,3 0 0,-1-7 0,0-2 0</inkml:trace>
  <inkml:trace contextRef="#ctx0" brushRef="#br0" timeOffset="346">18617 8059 7923,'-28'6'0,"3"1"0,-1 0 0,1 0 0,5 4 0,-2-3 0,4-1 3545,2 0 1,1 6-2731,4-2 1,4-2-930,7 2 0,7-6 0,4 4 0,4-1 100,1-5 1,-5 6-1,0 0 1,2 2-176,1 0 0,2-5 0,1 4 390,-1 3 1,1-4-1,-1 0 13,0-1 0,-5 3 0,-2-4 516,-2 2 1,-1-4-357,-6 6 1,-7-2-1,-4 4 1,-4-4-199,-1-2 1,0 1-1,-3-5 1,-1 5-662,-1 1 1,-1-6 0,5 3 0,1-5-472,0-1 1,5 0 0,0 0-920,-2 0 0,6-7 0,2-4 1875,3-3 0,9-3 0,2 1 0</inkml:trace>
  <inkml:trace contextRef="#ctx0" brushRef="#br0" timeOffset="347">18845 8092 8442,'-16'0'2344,"5"0"0,0 0-756,-1 0 0,2 0-888,0 0 0,4 0-365,-5 0 1,6 0 0,-4 2-117,1 3 1,3-1-135,5 7 1,0 0 0,2 5-84,3 0 0,-1-5 1,7 0-1,1 2-90,3 1 1,0-3 0,-3 0-1,-1 0 18,2-2 0,-4 4 1,2-6 352,2 2 0,-6-3 1,0 3-1,-1 0 581,-1 0 1,0-4-459,-5 6 1,-1-2 0,-3 4 0,-3-2 151,-2 2 1,3-4 0,-5 0-658,-1-2 1,2 4-1,0-6-1061,-3-1 1,4-2 477,-2-2 0,0 0 0,-5-2-5244,-1-3 5926,1 3 0,0-20 0,-1 4 0</inkml:trace>
  <inkml:trace contextRef="#ctx0" brushRef="#br0" timeOffset="348">19663 8141 7031,'-9'0'3857,"1"-7"-1413,8 5-1963,0-5 0,0 8-465,0 5 0,0-3 0,0 8 0,0 2 0,0 2 0,0 1-295,0 0 0,6 1 107,-1-1 0,6-5 0,-4-2 0,1 0 0,1-2 0,0 2-600,3 1 1036,-4-7 0,6 4 1,-3-8-1,4-5 0,1-5 55,0-3 0,-5-3 0,-2 1 1,0 0-261,1-1 0,-7 1 0,3 0-339,-5-1 1,5 6 0,-1 0-1083,-1-1 1,-2 3-290,-2-2 0,0 0 1651,0-5 0,7-1 0,2 1 0</inkml:trace>
  <inkml:trace contextRef="#ctx0" brushRef="#br0" timeOffset="349">20039 8059 7836,'-17'2'1010,"1"2"0,0 1 237,-1-1 1,6-1 0,0 1-699,-1 1-1754,4 1 0,3-6 829,10 0 0,-1 0 1,7 0-1,2 2 611,1 3 0,3-1 1,-1 5-1,0 0 132,1 0 1,-1-5-1,0 3 1,1 0-56,-1 4 0,-5-2 0,0 0 0,0 0 479,-2 0 1,0-3 0,-6 5-566,3 1 1,-1-2-152,-5 0 0,-7-4 1,-4 3-1,-3-2-31,-3-3 0,-1 0 0,-2-1 0,-2 3-424,2-3 1,-3-1 0,1-4 0,2-1-559,2-3 0,7-5 0,2 4 0,2-2-993,3-4 1,2 4 1930,2-2 0,0 0 0,0-5 0</inkml:trace>
  <inkml:trace contextRef="#ctx0" brushRef="#br0" timeOffset="350">20251 8125 13174,'5'16'2332,"1"0"-1955,-2 1 1,-1-6 0,1-1-1,1 5-96,-1 5 0,0-2 0,-1 4 0,3-4-1126,-3-2 1,-1-5 0,0-2-1783,3-1 1,-3-5-201,4-8 2827,-5-4 0,7-15 0,1-1 0</inkml:trace>
  <inkml:trace contextRef="#ctx0" brushRef="#br0" timeOffset="351">20284 7912 8301,'-17'0'1122,"6"0"1,1-2 434,-3-3 1,4 3-1556,-2-3-729,7 3 0,4 2 0,11 0 0,4 0 51,1 0 1,2 2 0,2 1 675,2 3 0,14 14 0,-1-2 0</inkml:trace>
  <inkml:trace contextRef="#ctx0" brushRef="#br0" timeOffset="352">20496 8206 7836,'-2'11'179,"-1"0"1,-4 2 816,-3 1 1,5-3-1,-4 0 436,2 2-1866,1-6 1,6-1 0,0-12 396,0-5 1,2-3 0,2-3 0,3 1 200,2 0 1,-4-1 0,5 1 0,-1 0 318,0-1 1,0 6 0,3 0 0,-1 1 492,2 1 1,-4 1 0,2 8-425,2 0 0,-1 2 0,1 4 1,-4 4-386,-1 5 0,2 1 0,-4 1 0,-2-1-1288,-3 0 0,5 1 1,-1-1-892,-1 0 1,-1-5-1,3-2 2012,5-1 0,3-10 0,3-7 0</inkml:trace>
  <inkml:trace contextRef="#ctx0" brushRef="#br0" timeOffset="353">20823 8141 7836,'-16'5'1491,"1"3"1,3-1-900,1 0 1,2 6 0,-4-2-24,2 3 0,7-3 0,-1 0-746,3 2 1,2 1-1,0 3-90,0-1 0,2-1 0,3-3-90,6-1 1,-2-7 0,2 1 73,2-3 1,-4-2 0,0-2 116,-2-3 1,1-2-1,-5-6 1,3 2-58,-3-2 0,-1-1 0,0-3 146,3 1 1,-3 0 0,4-1-1,-5 1 1000,-1 0 0,0-1-103,0 1 1,2 1-146,4 5 0,-3 4 1,6 12-332,-1 4 0,-1 7 0,-3 5 0,3 3-22,2 0 1,-5 6 0,3-3 0,-2 2 159,1 3 0,-1 0 0,-5-1 0,0 1-111,0 0 1,0 1 0,-2 1 0,-3-1-448,-6-3 0,-4-7 1,-1 0-1,0-5-250,-1-4 0,1-4 0,0 0 0,-1-6-785,1-3 0,0-4 0,-1-5 0,1-9-417,0-10 1,5-1-1,2-4 1528,1-3 0,-4-10 0,3 2 0</inkml:trace>
  <inkml:trace contextRef="#ctx0" brushRef="#br0" timeOffset="354">21559 7781 7745,'-2'11'2031,"-2"0"-228,-1 2-1445,-1 1 0,6 3 1,0 1-1,0 4 0,0 5 1,0 4-1,0 3 25,0 4 1,0-1-1,2 5 1,2-3-568,1-2 1,1-4-1,-6-6 1,0-5-1649,0-4 0,0-7 1832,0 0 0,0-15 0,0 2 0</inkml:trace>
  <inkml:trace contextRef="#ctx0" brushRef="#br0" timeOffset="355">21461 8027 7745,'0'-11'0,"1"2"1164,5 1 1,-3 3-1,8 5 1,2 0-1114,2 0 1,1 0 0,0 0 0,2 0-1908,4 0 0,-4-2 1856,4-3 0,4 3 0,-1-6 0</inkml:trace>
  <inkml:trace contextRef="#ctx0" brushRef="#br0" timeOffset="356">21722 7830 8649,'0'17'2735,"0"-1"-2184,0 0 0,0 1 1,0 1-1,0 2-270,0 2 1,6 7 0,-1-2-1,-1 4 85,-3 2 1,-1-1 0,0-1 0,0-2-142,0-2 0,0-7 0,0 2 0,0-4-645,0-1-332,0-8 0,0-4 0,2-10 272,4-6 1,-3-4 0,6-3 0,0-2 419,1-2 1,-1 1-1,3 4 1,-3 1 529,-1 0 1,4 1 0,-3 2 0,2 4 285,0 2 0,-5 2 0,5 5-171,1 0 1,-4 7-1,-1 2 1,-2 4-523,1 3 1,-1-3 0,-3 8 0,2-2-503,1-3 0,1-5 0,-6 0-185,0 1 0,1-2 1,5-1-776,5-2 1,-2-2 0,2-5 1378,1 0 0,3 0 1,1 0-1,2-1 204,4-5 1,-4 2 0,4-5 0,-4 2 43,-1 3 1,-1-3 0,0 0 0,1 0-27,-1-1 1,-5-2 0,-2 2 0,0 1-192,0 0 0,-5-6 0,1 2 21,-3-3 0,-2 3 0,0 0 28,0-2 1,-2 0 0,-1 1 0,-5 3 737,-1 1 0,-2 3 1,-5 5-351,0 0 1,5 5-1,0 3 1,0 2-287,2 9 0,-4-3 0,8 6 0,-1-2-43,-1 2 1,5-4 0,-3 5 0,3-1-181,2 0 0,0 0 0,0-6 0,2 0-1037,3 1 0,4-3 0,8-3-3162,-1-5 4260,0-5 0,1-1 0,-1 0 0</inkml:trace>
  <inkml:trace contextRef="#ctx0" brushRef="#br0" timeOffset="357">22752 8108 8186,'-9'0'1638,"1"2"1,10 2-1250,4 1 1,3 8 0,7-2 0,-1 3 0,-3 4 482,-1 4-598,0 4 0,4 6 0,-3 1 0,-2 0 0,-1-1 1,-2-1-1,0-2-439,-3-1 0,-2-8 0,-2 1-914,0-2 0,0-12 459,0-7 1,0-7-1,0-12 1,0-2-340,0-7 1,0-3-1,0-1 1,0-1 866,0 0 1,0 1 0,0-1-1,1 0 304,5 1 0,-3-1 1,7 2-1,-1 2 18,0 2 0,0 5 0,4-3 0,-3 1 406,3 4 1,2 9 0,1 6-49,0 3 1,-1 4 0,-2 3 0,-4 8-302,-2 7 0,-2 0 0,-5 7 0,0 0-205,0-1 1,0 5-1,-1-6 1,-5 2 42,-5 0 0,2-1 0,-2 1 0,-1-3-149,-3-1 1,-1-5 0,-1 4-1,1-5-496,0-6 1,-1-2 0,1-6-126,0 3 1,6-3-1,5-10 1,3-7-2421,2-6 3065,7-10 0,10-2 0,8-10 0</inkml:trace>
  <inkml:trace contextRef="#ctx0" brushRef="#br0" timeOffset="358">23226 7994 7823,'-17'7'1867,"7"-5"1,-1 5-1067,-2 0 0,4-5 0,0 6-709,2-1 1,-1 0 0,5 6 0,-3-2-67,3 1 0,1 3 1,2 1-1,0 2 161,0 4 0,0-4 0,2 4-557,3-4 1,-1-3-1,7-4-117,1-6 1,-3-3 0,2-2 66,2 0 1,0-7 0,-1-4 0,-3-4 17,-1-1 0,3 0 0,-4-3 0,0-1-9,0-1 1,-1-1-1,-4 6 1147,3-1 1,-3 1 1323,3 0 1,-3 8-1356,-2 8 1,0 9 0,0 11 0,0 2-591,0-2 0,0-2 0,0-1 1,0-1-1007,0 0 0,7 1 0,4-3-600,4-3 0,-4-4 1,0-7 1490,1 0 0,3-7 0,1-2 0</inkml:trace>
  <inkml:trace contextRef="#ctx0" brushRef="#br0" timeOffset="359">23455 8043 8203,'-17'7'1526,"1"4"0,5 4 0,2 1-1328,2 0 1,1-5-1,6 0-1013,0 2 1,0-4 113,0 2 1,8-8 248,2 3 0,0-4-158,0-2 1,-6-2 619,1-4 1,-1 3 0,0-8 35,1-2 1,1 4 0,-6-2-56,0-2 1,0-1 0,0-2 507,0-1 0,0 1 1,1 1 128,5 4 1,-4 2 46,3 4 1,-1 3-1,-1-2-396,3 8 0,1 5 0,-3 9 1,1 4 258,-1 5 1,-2 4 0,-2 0-1,0 0-50,0 2 1,0-10-1,0 10 1,0-2-359,0 0 0,-6-4 0,-1-3 0,0-3-192,-1-1 0,-4-11 0,1 6-1851,-4-6 0,4-5 0,2-10 1913,2-5 0,-6-10 0,4-5 0</inkml:trace>
  <inkml:trace contextRef="#ctx0" brushRef="#br0" timeOffset="360">23504 8141 9560,'16'0'709,"2"-2"1,2-2 0,2-3-647,-2-2 0,0-2 0,0-3 1,2 1-589,-2 2 0,-4 0 0,-3-5 75,-2 0 1,-2-1 445,2 1 0,-11 7 1,-11 3 325,-4 4 0,-1 2 0,1 2 0,3 4 587,1 5 1,5 3 0,-3 4-309,2 4 1,-4-4 0,6 4-1,1-4-316,2-1 1,2-1 0,0 0 0,0 1-238,0-1 1,0 0 0,2-1 0,2-2-1450,1-3 0,6-4 1,-4 3 1400,2-2 0,2 6 0,5-4 0</inkml:trace>
  <inkml:trace contextRef="#ctx0" brushRef="#br0" timeOffset="361">24157 7749 9207,'0'16'762,"0"0"1,0 1-1,0-1 387,0 0-1004,0 8 0,6 1 0,-1 8 0,1 0 1,1-1-1,2 1 0,0 0 149,-3 0-342,3-1 0,-6-6 0,6-3 0,-1-1 0,-5 0-3744,-1-2 3792,-2-9 0,-7-4 0,-2-7 0</inkml:trace>
  <inkml:trace contextRef="#ctx0" brushRef="#br0" timeOffset="362">24108 8027 8169,'0'-10'5212,"2"3"-5003,4 7 1,3 0-1,7 0 1,0 0-614,1 0 1,1 0 0,2 0-1,2 0-500,-2 0 0,3 6 904,-1-1 0,7 1 0,-3-6 0</inkml:trace>
  <inkml:trace contextRef="#ctx0" brushRef="#br0" timeOffset="363">24435 8027 8268,'-16'7'741,"0"4"1,1-2 0,2 0 0,4 0 39,2 0 1,0-4-1,3 6-691,-1 2 0,-1 2 1,6 1-1068,0 0 1,0-5 109,0 0 0,8-2 147,2 2 1,0-4 415,0-7 0,-1-7 0,4-4 319,-2-3 0,-5-3 0,3 1 0,0 0 374,0-1 1,-4 1-1,4 0 866,-1-1 1,-1 6 308,-2 0 1,-1 8-1266,7-3 0,-6 6 1,4 6-824,-1 5 0,-1 3 1,-3 3-1062,1-1 1,0-5 1584,-5 0 0,8 0 0,1 5 0</inkml:trace>
  <inkml:trace contextRef="#ctx0" brushRef="#br0" timeOffset="364">24599 7781 12727,'9'8'397,"-2"1"1,-7 7-1,0 2-143,0 4 1,6 0-1,-1 7 1,-1 4-28,-3 1 1,-1-3 0,0 5 0,0-5-80,0-4 0,0-10 0,0 3 39,0 0 0,2-8-822,4-6 1,-3-6 0,6-6 0,1-5 251,-1-3 1,-4-4 0,6-2-1,2-2 148,1 2 1,-3 2 0,0 2-1,0-1 245,-2 1 1,4 5 0,-6 2 0,2 2 1015,4 3 0,-4 2-321,2 2 1,-8 2 0,5 2 0,-3 3-552,1 2 0,-1 2 0,-5 5 0,0 1-114,0-1 1,-2 0 0,-1 1 0,-5 1 152,-1 4 1,4-4-1,-6 3 1,-2-1 51,-1 2 1,3-5 0,0 1 0,0-6-570,2 1 0,-4-4 0,6 0-1699,-2-1 0,0-5 267,-2-8 1756,4-4 0,-1-15 0,-1-1 0</inkml:trace>
  <inkml:trace contextRef="#ctx0" brushRef="#br0" timeOffset="365">24909 7749 8413,'-1'14'1071,"-5"-3"0,4-2 1,-3-3-24,3 4 0,2 5 0,0 1 0,0 1-291,0-1 1,2 6-1,1 1 1,3 3-450,-2 3 1,-3-4-1,-1 1 1,0-1-864,0 1 1,2-6 0,2 1-4118,1-2 4672,1-3 0,1 0 0,2 1 0</inkml:trace>
  <inkml:trace contextRef="#ctx0" brushRef="#br0" timeOffset="366">25007 8076 12741,'17'0'-191,"-1"0"0,0 0 222,1 0 1,-1-6 0,0 1 0,-1-1 0,-2 1 212,-2-1 1,-6-1 0,6 3 544,2-1 0,-4-6 0,0 4-520,-2-2 0,4 3-523,-6-5 0,1 0 165,-6-5 1,0 5 0,-2 2 205,-3 2 0,1 0 0,-7 3 153,-2-1 1,4-1 0,-2 6-11,-1 0 0,3 0 0,-2 2-63,-2 3 1,4-1-1,0 7 1,0 2 4,0 1 1,3 2-1,-3 1 1,2-1-30,3 1 1,-3 1 0,2 2 0,1 1-172,2-1 0,0-1 1,-1-3-1,-3 0-8,3 1 1,1-1 0,4 0-423,3 1 0,-1-6 0,7-2-728,1-2 0,3-2 0,1-5-114,0 0 0,1-1 1,-1-3 1269,1-2 0,-1-6 0,0 3 0</inkml:trace>
  <inkml:trace contextRef="#ctx0" brushRef="#br0" timeOffset="367">245 9351 6824,'-9'7'3441,"2"-5"-1095,7 5-903,0-7 1866,0 0 1,7 0-3095,4 0 0,-2 0 0,2 0 1,1 0-241,3 0 0,-4 0 1,0 0 208,1 0 0,-3 0 1,2 2 141,2 3 1,-6-1-387,-1 7 0,-4 0 0,-2 5-250,0 0 1,-8-5 0,-1 0 0,-2 0 22,0-2 1,1 6 0,-7-4-375,1 3 0,5-5 0,2-2-136,2 1 0,-4-5 599,5 8 1,-1-7 957,2 1-368,3-3 1,2-2 44,11 0 0,1 2 0,1 2-190,-2 1 0,0 6 0,3-4-194,-3 2 1,2-3 0,-6 3 124,2-2 0,-5 6 0,3-4 113,1 0 1,-7 0 0,5-4 168,-4 6 1,-2-2-244,0 2 0,-8-2-306,-3 2 0,-3 2-869,-2-7 1,1 1 0,2-4-2534,2 3 981,1-1 0,0-7 2510,5-3 0,3-4 0,2-7 0</inkml:trace>
  <inkml:trace contextRef="#ctx0" brushRef="#br0" timeOffset="368">539 9776 7859,'9'1'978,"-3"5"2534,-5 5 1,-1-2 2431,0 2-4742,0 0-2753,0-2 1,2-4 0,2-10 1550,1-6 0,1-4 0,-6-1 0</inkml:trace>
  <inkml:trace contextRef="#ctx0" brushRef="#br0" timeOffset="369">1160 9514 7859,'0'-9'4165,"0"-6"-1507,0 14-1859,0-7-45,0 8 1,-2-5 353,-3 0-1082,-4-1 0,-2 6 0,0 2 0,-2 2 0,1 3 87,1 2 1,-4 2-556,4 5 1,4 0-39,2 1 1,3-1 428,2 0 1,7 1-1,4-3 37,3-3 1,3-2 0,-1-5-1,0 3 305,1 2 1,-1-3 0,1 3 0,-3 0 387,-3 0 0,2-4 0,-6 5-404,2-3 1,-5 6-296,1-3 0,-5 0 0,-5-1-8,-6-2 1,-4 4-1,-1-6 1,0-1-2262,-1-2 0,6-2 0,0 0-441,-1 0 1,3-6 2729,-2 1 0,0-8 0,-6 4 0</inkml:trace>
  <inkml:trace contextRef="#ctx0" brushRef="#br0" timeOffset="370">1226 9694 7859,'16'0'1480,"0"0"-1020,1 0 1,-1 0 0,0 0-1,1 0 202,-1 0 0,0 0 0,1 0 1,-1 0-311,0 0 0,1-2 1,-1-2-1,0-3-251,1-2 0,-6 4 0,-2-6 0,0 0-82,0 2 1,-4-4 0,4 6 61,-1-2 1,-3-2-1,-7-6 47,-3 1 1,1 7 0,-7 2-1,-1 0 0,-3 3 0,-1-5 1,-1 2 160,1 3 1,0 2 0,-1 4 37,1 3 1,1-1 0,3 5 0,3 0-66,1 0 1,-2 4 0,4 7 0,1 2-272,-3-2 0,7 0 0,-5 0 0,4 3-615,2 3 0,6-6 0,1 1 0,2-4-168,4-6 0,1 1 0,3-6 0,1-2-597,4-3 0,-2-8 0,7-4 1389,2-3 0,2-10 0,1-1 0</inkml:trace>
  <inkml:trace contextRef="#ctx0" brushRef="#br0" timeOffset="371">1814 9530 7821,'-11'0'0,"0"2"1567,-2 4 0,4-4 0,-2 3-812,-1-3 1,3 0-1,-2 1 1,0 5-374,2 1 0,0-4 1,3 6-1,-3 2-229,0 1 0,2 4 0,7 4 0,0 5-46,0 4 1,0 0 0,0-2 0,0-3-631,0-3 0,7-1 0,4-7 1,4-3-111,1-1 0,0-7 0,1-1 0,-1-6 184,0-8 0,-5-4 0,0-3 0,0-2 169,-2-2 0,0-1 0,-5 1 0,1-3 153,-1-1 1,-2 1 0,-2 5 0,0-2 1204,0 2 0,0 2 3410,0 1-3941,0 8 1,0 4 0,0 10 0,0 6-63,0 4 0,0 7 1,0 1-1,0 1-589,0-1 0,0 1 0,1-4 1,3 2-1051,2-2 1,4-7 0,-2-3-1074,1 3 1,2-7 2226,5-6 0,0-8 0,1-8 0</inkml:trace>
  <inkml:trace contextRef="#ctx0" brushRef="#br0" timeOffset="372">1994 9563 8633,'0'16'1064,"0"1"1,0-1 0,0 1 138,0-1 1,0 0 0,2 2-665,3 4 1,-3-7 0,3 5 0,-3 0-105,-2-2 1,6 0 0,-1-2 0,-1 1-189,-3-1 0,-1-5 1,0 0-464,0 2 744,0-6 1,0-7-1,0-13-140,0-7 0,0 2 1,0-6-1,0 3-117,0-1 0,2-5 0,2 3 1,1 0-673,-1 1 1,3 1-1,1 6 1,-1-1-397,0 1 1,4-1-1,-4 3-1563,2 3 0,2 4 2360,6 7 0,-1 0 0,0 0 0</inkml:trace>
  <inkml:trace contextRef="#ctx0" brushRef="#br0" timeOffset="373">2304 9612 7739,'-14'-2'-6,"1"-1"1459,2-3 0,6-1 347,-6 2 0,5 3-842,-5-4 1,8 6-683,-3 6 0,5 3 1,1 7-1,0 1 118,0-1 1,0 7 0,0 3 0,0 1-231,0 0 1,0-7 0,0 2 0,1-2-560,5 2 0,-3-9 0,8 1-531,2-5 0,2-3 0,-1-8 0,-1-4-31,-2-4 0,0-7 0,5-3 0,0-3-2812,1-3 3769,-8-1 0,5-6 0,-5 1 0</inkml:trace>
  <inkml:trace contextRef="#ctx0" brushRef="#br0" timeOffset="374">2386 9416 7731,'0'-16'0,"0"-1"718,0 1 0,0 5 116,0 0 0,2 8 265,3-3 0,-1 6 1,5 6-1,0 6-461,0 8 1,-5 0 0,1 6 0,-1 1 381,1 4 0,-3-6 0,4 12 1,-3 1-206,3 2 0,-4-4 0,3 2 0,-3-3-736,-2-3 1,0 1-1,0-2 1,0-4-122,0-5 0,2-11-884,3-6 1,-1-5 0,5-5 0,0-6 284,0-4 0,-5-3 1,3-2-1,-2-3 403,1-3 0,12 4 0,-2-3 0,4 0 70,4-1 0,-11 12 1,3-3-1,-2 5 583,1 2 1,-8-2 135,-7 6 0,-5 8 0,-6 9 0,5 4-326,5 1 1,1 0 0,0 1-1,0 1-72,0 4 0,5-4 0,0 3 0,-1-2-1346,-2-3 1,3-5 0,1 0 1192,-3 2 0,-1-6 0,-2 0 0</inkml:trace>
  <inkml:trace contextRef="#ctx0" brushRef="#br0" timeOffset="375">3579 9498 7599,'-16'0'2240,"5"0"-1000,0 0 0,6 0 121,-6 0-955,7 0 0,-10 0 0,5 2 507,-1 3-833,3-3 0,0 7 1,-4-4-1,-2 6 0,1 4 121,1 1 1,5 0 0,-3 3 0,0 1-88,0 1 1,5 3 0,-1-4 0,3 2-353,2-2 1,0-2 0,0-2 0,2-1-526,3-4 0,4 1 1,8-6 119,-1-2 0,2-3 0,2-1 1,2 0 109,-2 0 1,0-1 0,0-3 0,2-3-1460,-2-2 1992,-2-2 0,6-6 0,1 1 0</inkml:trace>
  <inkml:trace contextRef="#ctx0" brushRef="#br0" timeOffset="376">3792 9579 7599,'-17'0'1648,"6"2"1,1 4-1030,-3 5 0,4-4 0,-2 0-86,-2 0 1,6-3 0,0 5 0,1 0-377,1 0 1,-1-3 0,4 5-171,-3 1 1,3 3 0,-3 1-1,3 1-226,2-1 1,0-5 0,2-2-477,3-2 1,4-1 6,8-6 1,-1 0 276,0 0 0,1-8 1,-3-3 214,-3-3 1,2-2 0,-8-1 0,1 1 42,1 0 0,-5-1 0,3 1 340,-3 0 1,4-1 2083,-1 1-2,0-1-1702,-5 8 1,0 9 0,0 11-424,0 4 0,2 3 0,2 2 0,1 2-429,-1-2 1,3-2 0,0-2-69,3 1 1,-5-3-4072,6-3 4444,0-4 0,5-7 0,0 0 0</inkml:trace>
  <inkml:trace contextRef="#ctx0" brushRef="#br0" timeOffset="377">4086 9579 8863,'-9'-1'2493,"2"-3"-1291,-1-1-439,6-1 0,-7 6-84,4 0 1,-2 2-460,-4 3 0,2-1 1,5 7-1,-1 2-18,1 1 0,2 3 0,2-1 0,0 0-584,0 1 0,0-1 0,2-2 0,2-1-6,1-2 1,8-7 0,-2 1-534,3-3 0,3-2 0,-1-2-1130,0-3 2051,1-4 0,-1-8 0,0 1 0</inkml:trace>
  <inkml:trace contextRef="#ctx0" brushRef="#br0" timeOffset="378">4233 9302 11844,'0'16'1322,"0"0"0,0 1 0,2-1-638,3 0 1,4 6 0,8 2-1,-3 1-301,-3 4 0,4-2 0,-6 4 0,2 2-134,0-4 1,-6 4 0,4-8 0,-2 2 83,-3 1 0,-2-14 1,-2 3-1359,0-3 162,0-7 1,0-7 0,0-11-1,0-3 456,0-2 1,0-1-1,0 1 1,2-2 405,3-4 1,-3 9-1,5-3 1,-1 1 949,-1 1 1,8-3-102,-2 1 1,1 5 0,1 2-1,-2 2-451,2 3 1,-4 2 0,2 2 0,1 2 101,3 4 0,-1 3 1,-1 5-1,-2 1-349,2 1 1,-4-3 0,0 9 0,-2-2-412,-3 1 0,-1-2 0,1 2 0,2-2-1122,-3-3 1,-1 0-391,-2 1 1,0-6-2103,0-1 3875,0-6 0,0-4 0,0-9 0</inkml:trace>
  <inkml:trace contextRef="#ctx0" brushRef="#br0" timeOffset="379">4821 9563 7833,'-1'9'484,"-3"-2"1963,-1 1-1639,-1-6 1,4 10-74,-3-6 1,10-1-496,1-5 0,6 0 0,5-2-199,-1-3 1,-5 1-1,0-5-11,2 2 0,-4-4 0,0 4-40,-2-2 1,0 0-1,-3-4-64,1 2 0,1 6 0,-6-6-19,0-2 1,-2 6-1,-3 1 1,-4 3 96,-1-3 0,-4 4 0,3-3 1,-4 3 137,-1 2 0,0 0 1,1 2-1,3 2 100,1 1 1,0 8 0,-6-2 0,1 3 184,0 2 1,7-5-1,1 0 1,3 2 99,-1 1 1,1 3-1,5-1 1,0 1-342,0-1 0,0 6 1,2-1-1,3 1-122,6 2 0,-2-6 0,2 4 1,2-4 0,1-2 0,5-7 0,1-3 0,1-4-1269,-1-2 1,-2 0-1,1-4 1,1-5-503,1-7 1,-1-6 1705,-9 0 0,11-11 0,-4-8 0</inkml:trace>
  <inkml:trace contextRef="#ctx0" brushRef="#br0" timeOffset="380">5704 9530 13148,'-16'0'1222,"-1"0"1,6 6 0,2 1-1276,2 2 1,0 0 0,3 4-1,-1-2-262,1 2 85,2 1 0,2-3 1,0 0-1,0 2 0,2-1 1,2 1-1,3-4-1965,2-2 2016,-5-1 0,10-6 1,-3 0-1,2-2 53,-2-3 0,2 1 0,-8-7 1,0-2-75,3-1 0,-7 3 1,5 0-1,-4-2-98,-2-1 0,0 3 1,0 0 597,0-2 1,0-1 997,0-3 1,0 7 1009,0-1-1066,0 7 0,2 4 0,1 11-961,3 3 0,1 5 0,-3 1 0,1 1-413,-1-1 1,3-1 0,0-3-1,0 0-443,1 1 0,-1-1 0,-3 0-2044,1 1-932,8-8 3551,-4-2 0,0-14 0,-2-2 0</inkml:trace>
  <inkml:trace contextRef="#ctx0" brushRef="#br0" timeOffset="381">5966 9563 8171,'0'16'488,"-6"1"0,-1-3 1,-2-1 775,-4-2 1,6 0 0,0 3-1,1-1-294,1-2 0,-1-6-1109,6 6 0,2-7-533,3 1 0,-1-10 1,5-6-1,0-3 385,0-3 1,0 1-1,4-2 1,-2-2 295,2-2 1,1 0-1,1 6 1,-2-1 119,-3 1 1,1 0-1,6 1 1,-1 3 1225,0 1 0,-5 7 0,0-1 0,2 3-390,1 2 0,3 3 0,-1 6 0,-1 10-862,-5 4 1,3 3 0,-7 3 0,-3-2-666,-1 2 1,-2-4 0,0 1 0,0-3-1645,0-3 0,0-7-3335,0-2 5541,0-7 0,7-4 0,2-9 0</inkml:trace>
  <inkml:trace contextRef="#ctx0" brushRef="#br0" timeOffset="382">6423 9285 15761,'0'17'762,"6"-1"0,1 0 0,0 2-356,0 4 1,4 2 0,-3 5 0,-1-2-270,0 2 1,4 0-1,-5-1 1,-1-5-637,2 1 1,-5-12 0,3 5-2968,-3-3 2444,-2-6 0,-7-1 0,-4-9 834,-3-3 1,3 1 0,0-5 0,-2 2 502,-1 3 0,-3-3 0,1 1 187,0 3 0,-1 1 0,1 2 379,0 0 1,-1 2-475,1 3 1,7 4 0,3 8 0,4-1 54,2 0 1,2 1 0,4-3 0,5-1-26,3-2 0,3 0 0,-1 3 0,0-1-868,1-2 0,-1-8 0,0 3 0,1-4-368,-1-2 1,0 0 0,-1-2 798,-4-4 0,3-10 0,-5-9 0</inkml:trace>
  <inkml:trace contextRef="#ctx0" brushRef="#br0" timeOffset="383">7028 9563 8014,'-11'7'733,"2"4"1,2 4 285,3 1 0,2-5 1,2 0-1,0 2-274,0 1-633,0-5 1,2 4-1,2-6 194,1 2 0,1-3 695,-6 5-296,7-8-1374,-5 5-946,5-8 1079,-7 0 1,2 0 458,3 0 1,-1 0-1,5-2 1,-2-4 96,-3-5 1,3-3-1,0-2 1,1-1-39,-1 1 1,4 0-1,-4-1 1,2 1 149,4-1 0,-4 1 786,2 0 0,0 1-234,5 4 0,-1 6 1,-4 10-1,-4 6-396,0 4 0,-5 1 1,3 0-1,-1 1-324,1-1 1,-3-5-1,4 0-503,-5 2 1,-1 1-1999,0 3 389,0-8 2028,0-2 0,6-14 1,1-4 121,2-4 0,-3-1 0,3 0 126,-2-1 0,4 6 0,-6 0 0,1 0 363,1 2 0,-5 0 1,5 6 364,0-3 1,-3 1-90,7 5 0,-6 7 1,5 4-1,-3 3-604,-4 3 1,1-6 0,0 0 0,1 1-432,-1 3 1,-2-4 0,-2 0-120,0 1 0,1 1-5799,5-2 6186,-4 4 0,5-21 0,-7 4 0</inkml:trace>
  <inkml:trace contextRef="#ctx0" brushRef="#br0" timeOffset="384">7535 9579 10939,'11'0'1177,"-1"0"1,3 0-862,2 0 1,-4 0 0,0 0 0,1 0-269,3 0 1,-4-5 0,0-2-205,1-2 1,-3 5 0,0-3-84,-1 0 0,-3 3 39,-5-7 1,0 6 0,-2-5 16,-3 3 1,-4-4-1,-8 6 532,1 1 1,5 2 0,0 2 0,-1 0 200,-3 0 0,4 0 1,2 2-1,0 4-34,0 5 0,0-2 0,-4 2 0,4 3-168,2 6 0,1-2 0,6 6 0,0-2-553,0-1 1,0 7 0,0-7-1,0 1-839,0 2 0,8-11 0,3 3 239,3-2 0,2-6 0,1-5 0,-1-6-1003,0-8 0,1-6 1808,-1-4 0,0-5 0,1-6 0</inkml:trace>
  <inkml:trace contextRef="#ctx0" brushRef="#br0" timeOffset="385">7731 9530 7842,'9'0'1943,"-2"0"0,-7 2 1,2 2-1660,3 1 1,-3 3 0,4-3 0,-4 6 360,-2 3 0,5 3 0,0-1 0,-1 1-295,-2-1 1,-2 0 0,2 1 0,1-1-777,3 0 1,-1 1-2202,-5-1 2226,0-7 0,2-4 0,2-10 0,3-6 162,2-3 1,-5-3 0,3-1 0,-2-2 400,1-2 0,5-1 0,-4 3 0,0-2 93,0 2 1,4 2-1,-3 1 370,1 1 1,-4 7 0,6 4-90,2 3 1,-4 2 0,0 2-233,-2 3 0,0 4 0,-3 7 0,2 1 77,-3-1 1,-1 0-1,-2 1-646,0-1 1,2 1-867,3-1 0,-3-5 541,4 0 1,-3-8-1,1 1 80,1-8 0,3 1 1249,-3-8 1,-1 2 0,6-2 401,3 5 0,-4 5 0,2 1-544,2 0 1,-4 0 0,2 0-597,2 0 0,-4 0 1,0 1-1,0 3-251,0 1 1,-4 8-877,6-2 1,-7-2 0,3 0-872,0-2 0,-5 1-1915,4-3 3912,-5-3 0,-1-2 0,0-9 0</inkml:trace>
  <inkml:trace contextRef="#ctx0" brushRef="#br0" timeOffset="386">8336 9465 7842,'-11'0'1837,"2"2"234,1 3 0,-4-1-1186,1 7 1,2-6-312,-2 6 0,7 0 0,-3 5-284,0 1 0,5-1 0,-4 0 0,5 1-151,1-1 0,0 1 0,0-1 0,1 0 50,5 1 0,-3-7 0,8 0-442,2-3 1,0 0 0,-1-3-1,-1 1 329,2-1 1,-4-8 0,2-3-17,2-2 0,-1-2 0,1-5 1,-4-1 14,-1 1 1,-3 5 0,-3 2 0,1 0 203,3 0 1,-1 3 0,-5-5-90,0-1 1,0 3 0,-1-2-664,-5-2 1,2 4-1,-6-2 39,-3-2 0,-2 4 0,-1 0-1669,0 2 0,5 0 1,0 3-1593,-2-1 3695,6-1 0,-8-1 0,6-2 0</inkml:trace>
  <inkml:trace contextRef="#ctx0" brushRef="#br0" timeOffset="387">8417 9514 7842,'11'2'2071,"0"3"0,-5 3 0,3 4-1254,-2-1 0,6 0 0,-4 5-164,0 1 1,-2-6 0,-5 0-92,3 1 1,-3 3-599,4 1 156,-5-7 1,-1-3-1,0-12 13,0-5 1,0-3-1,0-2 1,0-1-327,0 1 1,0-6 0,0 0 0,0 2-607,0 2 0,2 2 0,2-1-700,1 1 0,1 0 0,-4 1-573,3 4 0,-1 2 2072,7 4 0,-1 3 0,7-5 0</inkml:trace>
  <inkml:trace contextRef="#ctx0" brushRef="#br0" timeOffset="388">8695 9465 7842,'0'16'1654,"0"1"-557,0-1 0,0 0 0,0 1-840,0-1 1,0 0 0,2-1-1,2-2-192,1-2 1,6-6-1,-4 4 1,2 0 123,4 0 1,-4-5 0,2 1-176,2-3 0,-4-2 0,2 0 0,0-2 118,-2-3 1,0-2-1,-6-6 1,5 2-336,1-2 0,-6-1 0,3-3 0,-4 1-87,-2 0 0,5-1 0,1 1 1,-3 0 30,-1-1 0,0 1 0,1 0 21,3-1 1,-1 6 0,-5 1 1496,0-3 1,0 4-793,0-2 0,2 9 0,2 2 64,1 9 0,6 2 0,-4 4 0,1 3-465,-1 0 0,4 2 0,-4 2 0,2 3 107,4 1 0,-6 3 1,0-6-1,-1 3 205,-1 3 1,1-4 0,-6 2 0,0 2 34,0 2 1,-8-3 0,-2-1 0,-5 0-287,-1-2 1,-6 1-1,-2-8 1,-1 0-231,-4-3 1,3-10 0,-1 1 0,-2-5-3950,-2-1 0,4-9 4052,0-7 0,-1-8 0,-4-8 0</inkml:trace>
  <inkml:trace contextRef="#ctx0" brushRef="#br0" timeOffset="389">23471 7585 24370,'0'-11'1124,"0"0"-611,0-1-431,0 4 0,2-6 0,1 3 1,3-4-1,-2-1 0,-3 0 140,-1-1 1,6 1-210,-1 0 0,2-6 0,-3-2 0,3-1 0,2-2 0,2-2-98,-2-4 96,6 4 0,-6-11 0,6 7 1,-3 0-1,-1 1 0,2 1 1,0 2 116,-2 2 1,3 5 0,-3-2 0,2 2-79,-2 2 1,3 11 0,-3-7-1112,4 1-1076,-6 8-106,-2 0 0,-7 9-3767,0 3 6010,0-3 0,0 20 0,0-4 0</inkml:trace>
  <inkml:trace contextRef="#ctx0" brushRef="#br0" timeOffset="390">23275 7389 7805,'-9'0'7554,"0"0"-4725,3 0-1359,4 0 0,-3 2-863,10 3 0,-3-1 0,6 5 0,-3 0 639,0 0 1,6 2 0,-5 5-972,-3 1 0,5 1 0,-1 2 0,0 3 0,0 1-275,-3 0 0,3 5 0,-1-4 0,-3 1-184,-1-5 1,4-2 0,-1-3 0,-1 0-458,-2 1 0,3-7 0,2 0 502,2-3 0,-3-2 0,5-5 594,1 0 1,1-2 0,0-3-1,-2-4-220,1 0 0,5-6 1,3 4-1,2-3-728,-2-2 0,-2 5 0,-4 0 0,1-2-1537,1-1 0,-9 3 0,8 0 1,-4-2-1999,-2-2 4028,-5 6 0,17-5 0,-3 5 0</inkml:trace>
  <inkml:trace contextRef="#ctx0" brushRef="#br0" timeOffset="391">23520 6310 12712,'0'-11'3865,"0"0"-2201,0-1-1418,0 4 1,0-1-1,-2 6 1,-3-3-1,-4 1 555,0-3 0,0 7-734,3-5 0,2 4 1,-5 4-1,0 2-611,0 1 533,6 8 0,-5-4 1,8 7-1,0 1 1,0-1-1,0 0 1,0 1-184,0-1 0,0 6 1,2 1-1,4 1-47,4 0 1,0 3-1,0-5 1,5 0-85,5 1 1,-6-10 0,6 3 0,0-3 57,-1-4 1,-1-2 0,-2-7 0,0 0 161,1 0 1,-1-2-1,-1-5 1,-3-7 331,-1-6 1,-5-4 0,3 2-1,-2-5 23,-3-4 1,-1-2 0,1 3 0,1 1-116,-1 1 1,-2 6 0,-2-3 0,-2 0-31,-3-1 1,1 6 0,-7-2 0,-2 4-116,-1 2 1,-3 5 0,1 2 0,0 2-126,-1 3 1,1 2-1,0 2-411,-1 0 0,1 0 1,2 2-1,1 3-1077,2 6 0,2 6 1,-2 3 1622,5 2 0,-3 7 0,0-4 0</inkml:trace>
  <inkml:trace contextRef="#ctx0" brushRef="#br0" timeOffset="392">23798 6277 8530,'7'-9'7162,"2"2"-6501,8 7 0,-1 0 1,0 2-1,1 1-293,-1 3 0,0 7 0,1-4 0,-1 2-503,0-1 1,3 0 0,0 2 0,3-1-653,-2 2 1,-2-6 0,-1 0-1,-1-1-1320,0-1 1,1 1-1,-1-6 783,0 0 0,-5 0 1324,0 0 0,-7 7 0,3 2 0</inkml:trace>
  <inkml:trace contextRef="#ctx0" brushRef="#br0" timeOffset="393">24125 6179 8025,'-7'-9'2274,"5"2"0,-7 7-1056,3 0 1,3 0 1679,-8 0-352,7 0-2085,-11 0 0,8 2 0,-4 3 0,4 6-142,0 4 0,3 1 0,-5 2 0,0 2-78,0 2 0,3 7 1,-3-2-1,0 4-216,0 2 0,4-6 1,-4-2-1,0 1-948,0-1 1,5-5-1,-2 2 148,5-4 0,1-7 0,1-2-3127,5-2 1,3-3 3901,7-9 0,8-4 0,1-8 0</inkml:trace>
  <inkml:trace contextRef="#ctx0" brushRef="#br0" timeOffset="394">24321 5885 16771,'-9'2'67,"3"3"0,-1 4-521,2 8 0,-1-1 0,6 0-42,0 1 379,0-8 1,0 5 0,0-3-200,0 4 239,8 1 1,-5-7 0,8-2-1,2-1 1,1-1 0,3 1-1,-1-1 53,0 1 1,1-1 0,-1-3 0,0 2 118,1 1 1,-1 2-1,0-3 1,1 1 13,-1-1 1,-5 3 0,0-1 0,0-1 74,-2 2 0,4-3 0,-6 5 0,0 0-154,0 0 1,-1 2 0,-4 6-99,3-1 1,-3 0 0,3 1 0,-3-1 31,-2 0 1,-2 1-1,-3-1 117,-6 0 0,-4 1 0,-1-3 0,2-1 59,3-2 1,-4-7 0,4 3-62,-3 0 1,-3-5 0,3 5-32,3 0 1,2-5-257,3 4 1,5-6-76,-5-6 1,4-3-1,2-7 237,0-1 1,0 1 0,0 0 0,0-2 110,0-4 1,2 7 0,2-5 0,1 0 22,-1 2 0,0 0 0,-1 2 0,4-3 19,2-2 0,-3 2 0,3-4 0,0 1-105,0 0 0,-5 0 0,1 6 1,-1 0 22,1-1 1,-3 1 0,4 0-1,-5-1 90,-1 1 0,0 5 1,0 0-27,0-1 1,0-3 465,0-1 1,-7 1-1,-4 2-175,-3 3 0,3 4 1,0-3-1,-2 2-38,-1 3 0,-3 2 0,1 2-197,0 0 0,-1 0 0,1 0-409,0 0 0,1 2 1,2 2-4879,2 1 3275,8 8 1,-6-6 1866,3 4 0,5 4 0,-7-6 0</inkml:trace>
  <inkml:trace contextRef="#ctx0" brushRef="#br0" timeOffset="395">24730 5803 10355,'-11'0'1679,"0"0"1,7-2 0,-3-1-903,0-3 0,3 1 75,-7 5 1,0 0-682,-5 0 1,5 0-1,2 2 1,2 3-107,3 6 0,2-2 0,2 2 0,0 2-24,0 1 0,2 3 0,2-1 0,3-1-690,2-5 1,0 5 0,4-6 119,-2 0 0,0 4 0,5-8 139,0-1 0,-5-2 0,0-4 96,2-4 1,-4 3 0,0-8 175,-2-2 1,4-1 0,-6-3 434,-1 1 1,3 5 0,-1 0 58,-3-1 0,-1 2 1,-2 0 123,0-3 0,-2-2-155,-3-1 0,1 0 123,-7-1 0,6 3 800,-6 3-901,8 4 0,-5 8-43,8 5 0,6 3 0,1 7 0,0 1 37,0-1 1,6 0 0,-2 2 0,4 2 203,1 2 1,-2 7-1,-1-1 1,-2 2-282,2 3 0,1-6 1,3 1-1,-1 1-138,0 2 1,1 1 0,-3-1 0,-1-2 102,-2-2 1,-6-7 0,4 2-6708,-1-4-339,-3-1 6797,-5-8 0,0-16 0,0-12 0</inkml:trace>
  <inkml:trace contextRef="#ctx0" brushRef="#br0" timeOffset="396">9839 9400 7667,'-1'14'0,"-3"-1"-285,-2-2 1,-1-6 284,2 6 0,3 0 0,-5 5 0</inkml:trace>
  <inkml:trace contextRef="#ctx0" brushRef="#br0" timeOffset="397">9692 9547 7850,'-11'16'805,"0"0"0,6-5 0,-4 0 3772,2 2-3372,1-6 1,6-1-773,0-12 1,0 3-1,0-8 152,0-2 1,-5-2 0,-3-1-1,1 0-248,0-1 1,-4-6 0,4-3 0,-2-1-351,-4 0 0,4-2 0,0-7 0,2-3-220,3 3 1,2-4-1,2 2 1,0 2-55,0 1 0,0 8 0,0 1 0,2 3-10,3 3 0,-1 7 1,7 4-1,2 2-118,1 3 0,3 2 1,-1 2-1,0 0-468,1 0 0,-1 2 0,0 4 0,-1 5 219,-4 3 0,3 1 0,-5-3 0,0-1 664,-3 2 0,-4 9 0,-2 3 0</inkml:trace>
  <inkml:trace contextRef="#ctx0" brushRef="#br0" timeOffset="398">9496 9416 11136,'-14'11'4131,"3"0"-3681,-4-8 1,21 5-1,1-8 1,9-2-1173,6-4 1,5 3 0,-3-6 0,-1 1-440,1 5 0,5-4 1,-3-1-1,1 1 421,0 0 1,-7 1 0,2 5 0,-4-3 394,-2-2 1,1 1 1038,-1 5 0,-1 2 437,-5 3 0,-4 4 0,-10 8 1,-3-1-508,-2 0 1,3 6 0,-3 0 0,2 0-243,3 1 1,1-4-1,-1 2 1,-1-3-37,1-1 1,2-1 0,4 1 714,4-1 0,-3-7 1,8-4-215,2-3 1,1-2 0,3-2-576,-1-3 1,0-2 0,1-6 0,-3 2-55,-3-2 0,2-1 0,-6-3-257,2 1 1,-5 0 0,1-1 0,-3 1-184,-2 0 1,0 5 0,-2 0 0,-3-2-120,-6-1 1,2 3 0,-2 0 0,-2 0-329,-1 2 1,3 2 0,0 7-66,-2 0 0,-1 0-2849,-3 0 0,8 1 3583,4 5 0,3 3 0,2 7 0</inkml:trace>
  <inkml:trace contextRef="#ctx0" brushRef="#br0" timeOffset="399">10052 9449 7909,'0'16'3792,"0"0"0,0-5-3012,0 0 0,0-5 0,0 5 0,2-1-326,3 0 0,-3 4 0,3-3 0,-1 3 200,1 3 1,-3-6 0,4 0 0,-4 1-207,-2 3 1,0-4 0,0 0-664,0 1 264,0-4 1,0-8 0,0-11 0,0-4 104,0-1 0,0-2 0,0-4 1,0-4-58,0 1 1,0-6 0,1 6 0,3-1-1158,1 5 1,3-3-1,-3 2-521,6 2 0,-2 4 1,2 5-1,2 4-1761,1-1 3342,-5 7 0,13-7 0,-4 8 0</inkml:trace>
  <inkml:trace contextRef="#ctx0" brushRef="#br0" timeOffset="400">10820 9253 7776,'-15'-2'2320,"3"-2"-633,1-1 0,5-3 1348,-4 3-1558,6 3 0,-11-5-972,4 7 1,2 7 0,0 4-1,2 4-116,3 1 1,-3 2-1,2 4 1,1 5-155,2 4 1,2-2 0,0 0 0,0 2-15,0-2 0,2-2 1,4 2-1,4-3-453,5-3 0,1-6 0,1-8 0,-1-2-315,0-3 0,2-2 0,4-2 597,6 0 0,-10-2 0,-2-4 0,-1-5 137,-1-3 0,-3-3 0,-2 1 0,-2-2-98,-3-4 1,0 2 0,-1-5 0,3-1-190,-3 1 1,-1-1-1,-2-3 1,0 2 71,0-2 1,-5 4 0,-1-1 0,1 1 31,-2-1 0,-1 6 0,-4 0 0,1 6-596,-2 3 0,4 7 0,-2-1-1669,-2 3 1,-1 2-3643,-3 0 5903,8 7 0,2 2 0,7 8 0</inkml:trace>
  <inkml:trace contextRef="#ctx0" brushRef="#br0" timeOffset="401">11082 9285 14428,'9'2'2250,"-2"2"0,0 3-1286,4 2 1,4-4 0,1 6-383,0 2 0,1 2 0,-1 3 1,0 2-1,1 2-445,-1-2 0,0-2 0,1-4 0,-1-1-2024,0-2 0,-5-2-1160,0 2 0,-5-4-2381,5-7 5428,-8 0 0,4-7 0,-7-2 0</inkml:trace>
  <inkml:trace contextRef="#ctx0" brushRef="#br0" timeOffset="402">11327 9220 8922,'-17'0'3452,"1"0"0,7 2-2138,3 3 1,-1 4 0,2 8-591,1-1 1,-3 2 0,1 2 0,1 4-250,-2 1 0,3 2 0,-5 6 0,2 2-573,3 3 0,-3-9 0,1 3 0,3-3-1728,1-3 0,2-2-2226,0-8 0,0-9 4052,0-7 0,14-7 0,5-9 0</inkml:trace>
  <inkml:trace contextRef="#ctx0" brushRef="#br0" timeOffset="403">11686 9138 7755,'-16'9'0,"0"-3"1455,-1-5 0,6 5 2573,0-1-1662,8 1-1643,-4-6 1,7 7-1,1 4-252,5 4 1,-3 1 0,7 0 0,-1 1 176,0-1 0,2 0 1,5 1-1,0 1-85,1 4 0,-1-4 0,-1 4 0,-3-4-281,-1-2 1,-2 0 0,4-1-1,-4-2-204,-2-2 0,1-1 0,-5 7-346,3-1 0,-1-5 1,-7-2-1,-3 0-690,-6 0 0,-4-3 0,-1 3 0,0-2 143,-1-3 0,1-3 1,0-1 358,-1 0 0,1-1 0,1-5 372,5-5 0,2 2 1,8-2 272,0-1 0,0-3 1,2 1-1,4 1-4,4 2 0,5 0 0,1-3 0,1 1 371,-1 2 1,0 0-1,-1-5 1,-2-1-493,-3 1 0,1 1 0,4 3 0,-2 1-290,-2-2 1,-8 4-1,4-2 1,-1-2-1,-1-1 0,1 3 1,-6 0-62,0-2 1,-6 4 0,-1 0 0,0 0 128,0 0 1,-6 4 0,2-4 112,-4 1 1,4 1-1,1 3-910,-3-1 1,4-1-2360,-2 6 193,7 0 3121,-3 0 0,0-7 0,-2-2 0</inkml:trace>
  <inkml:trace contextRef="#ctx0" brushRef="#br0" timeOffset="404">12144 9105 7789,'-11'0'0,"0"0"2160,-2 0 0,4 0 1168,-2 0 1,1 0-2611,-7 0 0,1 2-582,0 4 0,5 3 1,2 7-1,1 0 35,5 1 0,1-4 0,2 1 0,0 4-495,0 0 1,0-5 0,0-2-1,2 0-401,3-2 0,-1 4 1,7-8 220,1-1 1,-3-2-1,2-2 283,2 0 0,0-2 0,-1-2 0,-2-3 16,-3-2 1,4-2-1,-4-5 1,0-1 183,1 1 1,-1 5 0,-4 0-1,3-2 215,-3-1 1,5-3-1,-3 1 291,-1 0 0,-1-1 1749,3 1-1285,-4 7 0,5 4 0,-7 10-347,0 6 1,5 3-1,1 3 1,-2 1-5,-3 4 1,-1 3-1,0 8 1,2 1-117,4 5 1,-5-3 0,5 6 0,-4-1-325,-2 1 1,0 0-1,0 0 1,0-8-159,0-5 0,2-9 0,1 2 0,3-4-6067,-3-1 3580,-1-8 0,3-4 1,1-10-2313,-2-6 4799,5-4 0,-8-1 0,7 0 0</inkml:trace>
  <inkml:trace contextRef="#ctx0" brushRef="#br0" timeOffset="405">12634 9514 19858,'11'-9'311,"0"4"1,0 3-1,5 2-199,1 0 0,-6-2 1,-1-2-1,3-1 194,2 1-102,1 2 0,0 2 1,1 0-1,-1 0 1,0 0-1,1 0 266,-1 0 1,0 0-365,1 0 0,-1 0 0,1 0 0,-1 0 0,0 0 1,2 0 288,4 0-350,-11 0 0,16 0 0,-10 0 0,1 0 0,0 0 1,-2 0-1,1 0 60,-1 0 0,2 6 1,4-1-127,5-1 0,-9-2 1,-1-2-1,-3 0-110,1 0 0,-4 2 1,0 1-3,1 3 1,-3-1 191,2-5 61,-7 7 1,5-5-70,-4 4 1,-3-3-1233,4 3-1570,-5-4-895,-1 5 566,0-7 1,0-2 3079,0-3 0,8-5 0,1-6 0</inkml:trace>
  <inkml:trace contextRef="#ctx0" brushRef="#br0" timeOffset="406">13353 9269 8070,'0'11'3931,"0"0"-3143,0-8 1,2 5 0,4-8-364,5 0 1,-2 0 0,0 1 0,0 3-179,0 1 1,-4 1-1,6-6 1,0 2 1,-2 3 0,6-3 0,-4 5-511,3 1 1,-3-5-1,0 6 141,2-1 1,-4 2-1,2-2 63,1 1 0,-2-6 0,-1 5 205,-2-1 0,4-3 187,-6 6 71,1 1 0,-6 6-224,0-1 1,0-5 0,0 0 49,0 2 1,-6-4 0,-1 2-102,-2 1 0,3-3 1,-3 2-1,0 0 50,0-2 1,4 6-1,-6-4-425,-2 3 0,4-3 1,0 0-1243,2 2 0,-1-6-2876,3-2 3157,3 4 1,-5-9-1661,7 0 2866,0 0 0,7-14 0,2 5 0</inkml:trace>
  <inkml:trace contextRef="#ctx0" brushRef="#br0" timeOffset="407">12275 9040 7777,'-8'-9'1168,"7"-6"0,-12 6 1078,7-7 515,1 7 1,3-4-1398,-3 8 0,1-1 0,-7 6-648,-1 0 0,-3 2 0,-1 2 421,-1 1 0,1 6 0,1-4 1,3 2-1138,1 4 0,0 0 0,-4 0 0,3-3 0,1 3 0,5 4 0,-3 3 0,2 1 0,3-1 0,3 0 0,1 2 0,0 5 0,0 4 0,0 2 0,1-2 0,5 0 0,5 1 0,-2-8 0,2 7 0,1-4 0,3-1 0,1-7 0,-1 3 0,-2-4 0,-3-1 0,1-6 0,6-2 0,-1-2 0,0-2 0,1-5 0,-1 0 0,0 0 0,1 0 0,-6-1 0,0-5 0,1-5 0,-3-1 0,0-1 0,0 2 0,1-2 0,-5-3 0,6-4 0,0-2 0,-2 2 0,0 0 0,-5 0 0,1-3 0,-1-3 0,-1 1 0,1-4 0,1 3 0,-1 3 0,-2-5 0,-2 7 0,0-1 0,0-2 0,0 6 0,0-4 0,0 4 0,-6 2 0,-1 1 0,0 2 0,0 3 0,-1 6 0,5-3 0,-5 1 0,-1 1 0,4-1 0,-6 5 0,-2-3 0,-1-2 0,3 1 0,0 5 0,-2 0 0,-1 0 0,3 0 0,0 0 0,-2 0 0,-1 0 0,3 0 0,0 0 0,-2 0 0,-1 0 0,-3 7 0,1 2 0,0 0 0,5 4 0,2-6 0,0 2 0,-1 4 0,5-4 0,-4 2 0,0 2 0,0 1 0,3 3 0,-3-1 0,0 0 0,0 1 0,5 5 0,-1-1 0,3-1 0,2-1 0,0 2 0,0 3 0,2 1 0,3 4 0,-1 2 0,7 0 0,2-2 0,1-1 0,3-7 0,-3 5 0,-1-3 0,-2-3 0,0-2 0,5-1 0,0-3 0,1-3 0,-1-3 0,0-8 0,1 0 0,-1 0 0,0 0 0,1 0 0,-1-2 0,0-4 0,6-3 0,0-9 0,0-4 0,1-5 0,-3-4 0,6-2 0,-3-1-70,-3-4 0,0 1 1,0-4-1,2 1-356,-2 3 1,-7 1 0,-4 2 0,-2-1 57,-3 4 0,-2 9 1,-2 1-1,0 2 611,0 3 0,-8 2 1,-3 1-1,-3 4-9,-2 1 0,-8-2 0,-1 4 0,-3 2-267,1 3 0,0 1 0,-6 0 1,0 0-943,1 0 0,-1 0 0,2 0 0,2 0-5382,2 0 6357,7 7 0,-11 2 0,6 7 0</inkml:trace>
  <inkml:trace contextRef="#ctx0" brushRef="#br0" timeOffset="408">24697 5787 9119,'16'-2'384,"1"-2"-516,-1-1 387,0 0 1,-5-1-1,0 1 1,0-1-1,0 1 2951,0-1 334,-8 1-1024,5 5-1682,-8 0 1,-8 0 0,-3 0 73,-3 0 0,-2 0 0,-1 0-493,1 0 1,5 0 0,0 0-1,-2 2 52,-1 3 1,-1-1 0,3 7 0,1 0-468,-2-2 0,4 5 0,-2-3 0,0 5 0,2 6 0,-4-4 0,8 6 0,1 0 0,2 3 0,2-2 0,0 3 0,0-1 0,0-2 0,8 4 0,3-7 0,5 0 0,6 1 0,-4-4 0,6 2 0,-1-2 0,4-3 0,-1-5 0,1-2 0,2-2 0,2-3 0,2 3 0,-1-1 0,1-3 0,0-1 0,-8-4 0,-3-1 0,-6-5 0,-5-1 0,4 4 0,-4-6 0,-4 5 0,-2-4 0,-3-3 0,-2-2 0,2-1 0,2 0 0,1-1 0,2-5 0,-3-1 0,1-1 0,-1 1 0,3-6 0,-1 3 0,-3-1 0,-1 0 0,4-1 0,-1-3 0,-1 4 0,-2 5 0,-2 2 0,-2 2 0,-4 0 0,-5 4 0,2 1 0,-2-2 0,-3 3 0,-6 1 0,2 7 0,-6-3 0,2 1 0,1 1 0,-3-1 0,2 6 0,-3 0 0,-1 0 0,-5 0 0,6 2 0,-2 2 0,-1 1 0,9 6 0,-5-3 0,2 1 0,0 3 0,1-3 0,6 2 0,2 0 0,2-2 0,6 6 0,-4-4 0,2 3 0,3 3 0,2-1 0,2 2 0,0 2 0,0 2 0,0 2 0,0-4 0,2 3 0,3 3 0,-1-5 0,5 5 0,0-1 0,0 1 0,-3-5 0,3 5 0,0-1 0,0 1 0,2-6 0,5 1 0,2-2 0,4-3 0,-2 0 0,6-1 0,-1-2 0,0-3 0,-3-4 0,4 3 0,-1-2 0,0-3 0,-5-2 0,2-2 0,-4 0 0,-1 0 0,-1 0 0,0 0 0,1 0 0,-1-8 0,-1-2 0,-3-5 0,-1-1 0,-7 3 0,3 0 0,-1-3 0,-1-2 0,2 3 0,-3-7 0,1 2 0,-1-1 0,0 2 0,-1-4 0,3 1 0,-3 0 0,-1-1 0,-2 3 0,0-4 0,0-1 0,0-1 0,0-1 0,0 3 0,0 1 0,0 5 0,-2-4 0,-1 2 0,-3-2 0,-5 9 0,4-3 0,-2 1 0,-4 1 0,4 3 0,-2 2 0,0 0 0,2 0 0,-5 3 0,3-3 0,-4 0 0,-1 0 0,5 5 0,0-1 0,-1 3 0,-3 2 0,-3 0 0,-2 0 0,-2 0 0,2 0 0,0 2 0,0 2 0,-2 3 0,2 2 0,-3 2 0,1 3 0,2-1 0,2-2 0,2 0 0,1 5 0,2 1 0,2-1 0,2-5 0,-2 0 0,4 3 0,0 6 0,5-2 0,-3 4 0,3-4 0,2-1 0,0 5 0,0-1 0,2 1 0,3 2 0,-1-6 0,7 5 0,3-1 0,6 0 0,0 2 0,6-4 0,-1 1 0,0-1 0,-3-3 0,4-4 0,-1-4 0,0-2 0,-3 0 0,5-3 0,1 1 0,-3-1 0,-1-2 0,-8-4 0,0-2 0,1-1 0,-1-6 0,-1 4 0,-3-2 0,-1-4 0,-5 4 0,3-2 0,0-2 0,0-1 0,-5-3 0,3 1 0,-2 0 0,1-1 0,1 1 0,-3-1 0,3 1 0,2 0 0,-5-1 0,1 1 0,-3 0 0,-2-1 0,0 1 0,0 0 0,0-1 0,0 1 0,0 0 0,-2-1 0,-2 1 0,-1 0 0,-2-1 0,1 1 0,-5 0 0,2 1 0,0 2 0,0 4 0,0 2 0,4-4 0,-6 4 0,-2 0 0,-2-1 0,5 1 0,-1 3 0,-2-1 0,-2 1 0,-1 1 0,0-1 0,-1-1 0,1 1 0,-6 2 0,0 2 0,1 2 0,-3 3 0,4-3 0,-5 5 0,-1 1 0,1 3 0,3 0 0,-3 1 0,1 5 0,4 1 0,2-2 0,0 10 0,-2 1 0,-2 4 0,2-6 0,7 11 0,2 1 0,-1-3 0,4 1 0,3-3 0,5 1 0,5 0 0,4-6 0,10-1 0,4-3-1157,10-3 0,7-4 1,11-5-1,3-5-5603,6-4 6760,-4-2 0,15-8 0,-4-1 0</inkml:trace>
  <inkml:trace contextRef="#ctx0" brushRef="#br0" timeOffset="409">14269 9187 11112,'-9'0'2408,"1"0"1,8 2-2049,0 3 1,0-1 0,0 9 0,0 3-1,0 6 1243,0 3-1377,0 3 1,0 12-1,2 3 1,2 4 0,1 2-1,1-1 1,-1-1 1139,1 2-1425,-1-11 1,1 17 0,-1-12-1,0 3 1,1-3 0,-1-5 0,1-5 31,1-6 1,-5 2-1,5-7-1748,0-2 281,-5-9 803,6-4 0,-8-9 49,0-3 1,0 1-876,0-7 0,0 1 0,0-7 346,0 1 1,0-1 0,0-1 1170,0-3 0,-8-5 0,-1-7 0</inkml:trace>
  <inkml:trace contextRef="#ctx0" brushRef="#br0" timeOffset="410">14318 9236 7902,'-11'-2'686,"0"-3"1,7 1-273,-1-7 1,1 8 0,1-4 658,-3-1 0,1 5-68,5-8 0,2 7 0,1-3-94,3 0 1,6 5-1,-1-4-65,4 4 0,1-3 0,1 0 1,1 1-62,3 2 1,-1-3-1,6-1 1,-1 1-354,1-2 1,3 5-1,7-6 1,4 3-179,2 0 1,-4-3 0,6 5-1,3-3-9,5 3 1,1 1-1,5 2 1,0-2-246,0-4 0,-1 5 0,5-5 0,-1 4 0,-4 2 0,-5 0 0,-5 0 0,-1 0 0,-3 0 0,1 0 0,3 0 0,-1 0 0,-3 0 0,-3 0 0,6 2 0,1 2 0,-2 1 0,-3 1 0,3-6 0,3 2 0,-3 3 0,-5-3 0,2 3 0,-1-3 0,1-2 0,-4 0 0,4 0 0,0 0 0,0 0 0,-4 0 0,4 0 0,-1 0 0,1 0 0,4 0 0,4 0 0,1 0 0,-4 0 0,1 0 0,3 0 0,1 0 0,1 0 0,-11 0 0,5 0 0,-2 0 0,2 0 0,-7 0 0,8 0 0,-5 0 0,-1 0 0,-4 0 0,6 0 0,1 0 0,2 0 0,4 0 0,2 0 0,3 0 0,2 0 0,0 0 0,4 0 0,-4 0 0,-1 0 0,-3 0 0,-7 0 0,-3 0 0,-6 0 0,-3 0 0,-5 0 0,-1 0 0,-1 0 0,-1-5 0,6-1 0,-1 3 0,1 1 0,2 2 0,1 0 0,4 0 0,2 0 0,-2 0 0,5 0 0,2 0 0,-1 0 0,-1 0 0,2 0 0,-1 0 0,-3 0 0,-5 0 0,4 0 0,-2 0 0,-4 0 0,-1 0 0,-4 0 0,-2 0 0,-2 0 0,-7 0 0,4 0 0,-1 0 0,4 0 0,-1 0 0,1 0 0,0 0 0,-1 0 0,5 0 0,-4 0 0,4 0 0,1 0 0,-6 0 0,-4 0 0,-4 0 0,-2 0 0,-5 0 0,0 0 0,-7 0 0,3 0 0,-9 0 0,-3 0 0,3 0-2667,-5 0 0,5 0-1076,-4 0 1,-3 0 3742,-7 0 0,-8-8 0,-1-1 0</inkml:trace>
  <inkml:trace contextRef="#ctx0" brushRef="#br0" timeOffset="411">14351 10086 10035,'-11'6'1155,"0"-1"0,5 1 1,-3-5 409,2 5-935,1-4 1,8 5-1,4-7 1,5 0 1837,3 0-2121,3 0 1,4 0 0,3 0 0,1 0 0,4 0 0,2-2 0,2-1 58,0-3 0,1-5 0,2 4 0,4-2-360,2-4 0,4 4 0,6-2 0,3-2-73,-3-1 0,1 3 0,-2 2 0,0 2 93,-4 3 1,-2 2 0,3 2 0,-3 0-17,-1 0 1,-4 0 0,5 0 0,4 2 67,2 3 0,-8-3 0,8 4 1,2-4-38,3-2 0,1 0 0,12 0 0,-4 0 0,0 0 0,-7-2 0,10-2 0,-1-1-60,0 1 1,-14 2 0,3 0 0,-3-1 12,-2-3 1,-2 1 0,7 5 0,0 0-164,2 0 1,-5 0 0,14 0 0,0 2 94,1 3 1,-9-3 0,9 3 0,-3-3 39,-3-2 0,-8 0 0,1 0 0,-3 0 247,3 0 1,-8-5 0,6-1 0,-1 3-136,-1 1 1,6 2-1,-3-2 1,1-2-152,1-1 1,-5-1 0,3 5 0,-1-3 71,1-1 1,-8-1 0,3 6 0,-2 0-39,0 0 1,2 0 0,0 0 0,0 0 75,0 0 0,6 0 0,-1 0 0,1 0-19,1 0 1,-9 0-1,4 0 1,-2 0-13,-3 0 1,-6 0 0,1 0 0,1 0-57,0 0 0,-6 0 1,2 0-1,-1 0-231,1 0 0,0 0 0,7 0 0,3 0 86,-3 0 1,0 0 0,1 0 0,-4 2 117,-4 3 1,-7-3 0,5 4 0,-7-3 161,-7 3 0,-10-4 0,-2 5 0,-1-2 99,0 1 1,-6 1 0,5-3 0,-1 1-456,4-1 0,-2-2 0,2-2 0,1 0-329,3 0 0,-4 0-37,0 0 1,-6 0 696,6 0 0,-7 1 346,1 5 1,-3-3 55,-2 8 0,2-7-791,3 1 0,-1-3-746,7-2 0,-6 0 358,6 0 1582,-7 0-197,10 0 18,-12 0-1119,5 0-667,-7 0 885,0 0 1,0-7 132,0-4 0,0 2 0,0-2 0,0-2-15,0-1 1,0-4 0,-1-4-1,-3-5-13,-2-4 1,-1-2 0,4-1 0,-3-3 19,3-1 1,-5-7-1,3 3 1,-1-2 56,-1 1 0,5 10 0,-3-2 1,1 3-60,-1 3 1,1 0-1,-5-2 1,0 2-351,0 1 1,3 9 0,-3-3 0,0 2-70,0-2 0,4 7 1,-4-6-1285,1-5 1,-3 4 0,6 1 1754,1 2 0,3 3 0,1 0 0</inkml:trace>
  <inkml:trace contextRef="#ctx0" brushRef="#br0" timeOffset="412">14285 10201 11306,'-5'11'783,"-1"-1"0,-1 1 0,3 6 0,-1 1 282,1 4-956,-5 3 0,6 13 0,-8 2 1,0 0-1,0 2 0,0-2 0,0 0-181,2-4-310,-6-1 1,14-10-1,-5-3 1,4-4-2899,2-2 0,0-16 3280,0-10 0,0-12 0,0-11 0</inkml:trace>
  <inkml:trace contextRef="#ctx0" brushRef="#br0" timeOffset="413">14040 10331 9125,'-16'2'0,"-1"2"1590,1 1 1,5 1-1125,0-6 1,9 0 0,2-2-63,9-3 0,6-5 0,1-4 0,1 1-13,-1 2 1,6 2-1,0-3 1,-2 1-102,-2-2 0,-2 4 0,0-2 0,1 0-204,-1 2 0,0-4 1,-1 6-1,-2 0-68,-2-1 1,-6-2-1,6 4-113,2 2 474,-6 3-3,0 1 0,-5 7 1,2 4-1,1 3-245,-1 3 0,-1-3 0,1-1 0,1-2-334,-1 2 1,-2 1-1,0 2-176,3 1 0,-3-6-5826,3 0 6205,-3-1 0,-2 7 0,0-1 0</inkml:trace>
  <inkml:trace contextRef="#ctx0" brushRef="#br0" timeOffset="414">13255 10904 7809,'-10'0'1306,"-1"0"1,5 0 1123,-5 0-1419,8 0 0,-6 0-443,3 0 1,2 1-1,-5 5-242,2 5 0,0 1 0,3 3 0,-1 0-164,1 3 0,1 2 1,-1-2-1,-2 2-340,3 2 0,1 5 0,4-5 0,1-2-44,3-2 0,5-2 0,-4 1 0,2-3-30,4-3 0,1-4 0,3-7 0,-1 0-23,0 0 0,1 0 0,-1-2 0,0-1 244,1-3 1,-6-6 0,0 1-1,1-4-64,3-1 1,-4-1 0,-2 1 0,-2 0 44,-3-1 0,-1-1 1,1-2-1,1-2 7,-1 3 0,-2 0 0,-4 3 0,-2 0 121,-1-1 1,-6 6 0,4 2 0,-2 0 428,-4 0 1,-2 6 0,-1-3-1034,0 4 0,-1 2 0,1 0-935,0 0 0,7 2 1461,3 4 0,-3 3 0,0 7 0</inkml:trace>
  <inkml:trace contextRef="#ctx0" brushRef="#br0" timeOffset="415">13533 11034 10085,'-9'8'2092,"4"-1"1,10 6-1821,6-2 0,2-6 0,0 6 1,-3 0-152,3-2 0,2 5 0,-1-3 0,-1 2-259,-2-2 0,-6 2 0,4-6 1,0 0-674,0 0 1,-3 4-2448,5-5 3258,-8-1 0,5 2 0,-8 3 0</inkml:trace>
  <inkml:trace contextRef="#ctx0" brushRef="#br0" timeOffset="416">13697 10953 7850,'-17'16'1106,"3"-5"0,1-2 1420,2-2 1,8 1-2123,-3-3 1,4-1-1,1 5 1,-3 0-96,-2 0 0,1 4 0,5 7 0,0 3-78,0 3 0,-2-5 1,-1 5-1,-3-1-603,2 1 1,3-6 0,1 1-1704,0-2 1,1-5-1,5-5 2075,5-9 0,3-7 0,3-9 0</inkml:trace>
  <inkml:trace contextRef="#ctx0" brushRef="#br0" timeOffset="417">13926 10936 7871,'-17'8'526,"1"-7"0,1 7 1,3-3 1024,1 1 1,7 1-1149,-1-2 1,3-1 0,4 7-189,3 2 0,-1-4 1,7 0-1,3 0 254,6 0 0,-2 2 0,4 5 0,-2 0 167,2 1 1,-4-1-1,4 0-152,-4 1 1,-3-1 0,-5 1-413,-4-1 1,-4 0-359,-2 1 0,-8-3 0,-2-3 1,-5-6-327,-1-3 1,-1-2 0,1 0-1,0 0-152,-1 0 0,1-2 456,0-3 0,1-4 0,4-7 235,6-1 1,5 6 0,5 0 0,6-1 119,4-3 1,1-1 0,0-1-1,1 1 36,-1 0 0,-2-1 1,-1 3-1,-2 1 9,2 2 0,-4 2 0,0-4 0,-2 3 132,-3-3 0,-2 4 0,-2-2 125,0-2 1,0 4-1,-2 0-192,-4 2 0,-3-4 0,-5 4 12,3-2 1,-4 5-331,4-2 1,2 5-1,0-1-988,2-4 1,0 5-2476,1-5 3624,5 4 0,-7 10 0,8 1 0</inkml:trace>
  <inkml:trace contextRef="#ctx0" brushRef="#br0" timeOffset="418">14220 11002 8330,'-17'5'2688,"1"1"0,5 6-2317,0-1 1,8 4 0,-3 1-91,4 0 1,2 1 0,0-1 0,0 0-139,0 1 1,2-1 0,2 1 0,3-3-19,2-3 0,0 3 0,4-4 1,-2-1 55,2-4 0,1-3 0,2-2 1,1 0-89,-1 0 0,0-2 0,1-3 0,-1-6-128,1-4 1,-1 4-1,0 0 1,1-3-74,-1-6 0,-5 5 0,-2-6 318,-2-5 1,-1 10 0,-6-1 0,0 3 81,0-1 0,-8 4 0,-3 2 0,-5 0-522,-6 0 0,2 6 0,-7-3 0,-2 3-2697,-2-3 2927,6 4 0,-6-12 0,5 5 0</inkml:trace>
  <inkml:trace contextRef="#ctx0" brushRef="#br0" timeOffset="419">15446 9138 7963,'-9'2'797,"1"2"1,3 3 0,-2 2 359,-3 4 1,7-4 0,-3 2-808,5 1 0,1-3 1,0 2-1,0 4 60,0 5 1,0 0 0,1 7 0,3 4-101,1 5 0,6 6 0,-5 7-325,-3 0 0,5 0 1,-3 2-1,1 0 1,-1 0-330,1-4 1,-1-9-1,-3 0 1,1-3-1023,3-3 0,-1-12 0,-3-5-2619,4-6 3985,-5-4 0,14-19 0,-6-4 0</inkml:trace>
  <inkml:trace contextRef="#ctx0" brushRef="#br0" timeOffset="420">15315 10364 7908,'-11'6'2644,"0"-1"-1781,7 1 0,-8-5 1049,6 5-1472,1-4 1,5 7 0,0-4-7,0 6 0,2-2 0,3 2 36,6 2 0,-2-4 0,0 2 0,0 1-284,0 3 0,0 1 1,4 1-222,-2-1 0,-7 0 0,1 1 0,-3-1-481,-2 0 1,0-5-1,0 0-138,0 2 1,-2-4-291,-3 2 1,-4-6 454,-8 6 1,3-9-1,1 0 342,2-6 1,7-9 0,-1 3 50,3-5 0,2-1 0,2-2 103,3-4 1,-1 9-1,5-3 1,0 1-67,0 1 1,0-3 0,4 1 0,-4 0 159,-2-1 1,4 6 0,-5 0 153,-3-1 0,1-1 0,0 0 50,1 2 0,1 6 1,-8-4-214,-4 2 1,5-1 0,-7 5-1066,1-3 408,-2 1 0,-2 5-4312,0 0 4877,7 0 0,4-7 0,10-3 0</inkml:trace>
  <inkml:trace contextRef="#ctx0" brushRef="#br0" timeOffset="421">15511 10250 12522,'9'16'748,"-2"2"1,-7 4-1,0 5 123,0 4 0,2-2 1,2 0-816,1 0 0,1 9 1,-6-8-1,0-1 1,0 0-266,0-4 1,0-1 0,2-10-2667,3-3 0,-1-5 2875,7-12 0,-1-10 0,7-10 0</inkml:trace>
  <inkml:trace contextRef="#ctx0" brushRef="#br0" timeOffset="422">16606 9220 14518,'2'14'666,"3"-3"1,-3 6-1,5-3 1,-1 6-1,1 4 434,2 5-922,2-2 0,0 15 0,0-4 1,0 6-1,0 5 0,-2 1 1,0 3-1,-2-2 0,0 3 1,-3-1-1,-2 0-1375,-2-6 1,0-14-1,2-2-3537,3-6 454,-3-10 4280,5-15 0,0-9 0,3-8 0</inkml:trace>
  <inkml:trace contextRef="#ctx0" brushRef="#br0" timeOffset="423">16459 10364 7985,'-2'11'0,"-1"0"0,-3 2 564,1-6 1,5 2 0,1-5 0,3 3 0,3 0-9,2 0 1,2 4-1,6-3 1,-1 1-27,0 3 1,1-3 0,-1 2-251,0 2 1,1 2-1,-1 1 1,-1 0-1,-4 1-166,-6-1 0,-1 0 0,-1 1 0,3-1-235,-3 0 0,-3 1 0,-5-3 0,-6-1-349,-4-2 1,5-7 0,-1 1 0,-4-3 45,-5-2 1,7 0 0,-3 0 0,2-2-552,-1-3 1,4-5-1,0-6 738,-1 0 1,4-1-1,3 1 1,3 0 255,2-1 1,2 1 0,3 0 0,6-1 101,4 1 1,1-2 0,0-2 0,3-2 12,2 2 1,-2 2 0,2 3-1,-1 1 146,2-3 1,-9 10 0,3-9 121,-1 1 0,-8 1-244,-2-3 0,-10 8 0,-8 4 0,-5 1-125,-4-1 1,0 3-1,6-3 1,-2 3-535,-4 2 0,9 0 0,-3 0 501,2 0 0,-1 7 0,-1 2 0</inkml:trace>
  <inkml:trace contextRef="#ctx0" brushRef="#br0" timeOffset="424">16868 10331 7861,'0'11'0,"0"0"710,0 2 1,0-4 0,0 2 44,0 2 1,1-1 0,5 1-534,5-2 0,2 0 0,-1 5-154,-1 1 1,-2-1 0,2 0 0,-5 1 5,-5-1 1,-1 6 0,0 0 0,0-2 86,0-2 1,-7-2-1,-4-1-585,-3-5 1,-3 0 0,1-7 22,0 3 0,-1-1 1,3-7-1,3-3-180,5-6 0,5 2 1,1-2-1,0-2 479,0-1 0,0 3 1,1 0 470,5-2 0,3 6 1,7 1-1,1 5 222,-1 1 1,0 0 0,1 0 0,-1 0 195,0 0 0,-5 1 1,0 3-1,0 3-470,-2 2 1,4-3 0,-8 5 0,1 0-3845,1-2 3527,-5 5 0,5-5 0,-7 8 0</inkml:trace>
  <inkml:trace contextRef="#ctx0" brushRef="#br0" timeOffset="425">17881 9204 9383,'-9'0'1688,"2"1"0,7 5-1277,0 5 0,0 3 0,0 4 1,2 6 1537,3 9-1748,-3-1 0,10 16 0,-4-5 0,-1 3 1,0 1-1,-1-2 0,-1 2-274,1-1 1,1-12 0,-3 1 0,1-4-266,-1-8 0,-1-3-5190,3-3 5528,-5-8 0,14 5 0,-6-5 0</inkml:trace>
  <inkml:trace contextRef="#ctx0" brushRef="#br0" timeOffset="426">17816 10364 7844,'-17'0'2554,"1"6"-1410,0-1-916,7 1 1,-1-1 102,5 0-160,3 8 0,-3-11 0,8 5 1,5-1-1,-1 1 0,2 0 344,0 0 1,2 6 0,5-2 0,1 4-213,-1 1 0,0 0 1,-1 1-1,-2-1-295,-3 0 0,-4 1 0,3-1 0,0 0-104,0 1 0,-5-6 1,1 0-29,-3 1 0,-2 3-142,0 1 1,-7-7 0,-4-3-193,-4-5 0,-1-1 0,0 0 183,-1 0 0,1 0 0,1-1 0,3-3-74,1-1 1,5-8 213,-4 2 0,6 2 1,-2-2 263,5-2 1,2 4 0,3-2 0,3-1 62,2-3 0,-3 4 0,5 0-99,1-1 1,3-3-1,0-1 1,-3 1-15,-1 4 0,-5-3 0,3 3 96,-2-4 1,-2-1 0,-5 0 84,0-1 1,0 6 0,0 0-184,0-1 1,-5 3 0,-2 0 0,-2-1-265,-4 1 1,4 6-1,-2-5-1092,-2 1 1,4 5-2427,-2-3 3705,8-4 0,-5 0 0,8-8 0</inkml:trace>
  <inkml:trace contextRef="#ctx0" brushRef="#br0" timeOffset="427">18012 10250 8482,'11'-9'2296,"0"3"-1539,1 4 0,-3 2 1,2 0-68,2 0 1,2 0-81,1 0 0,-2 8-235,-3 3 0,-2 3 0,-5 2-173,1 1 0,1-1 0,-8 0-6,-3 1 0,3-1 0,-5 1-402,-1-1 0,6-5 0,-5-2-388,0-2 0,5 0 0,-5-3-1043,0 1 1205,5 1 441,-5-6 0,8 0 0,5 0 181,5 0 0,3 0 1,3 0 307,-1 0 1,0 0-1,1-2-19,-1-3 0,0 3-28,1-4 0,-6 10 0,-2 3-262,-2 2 0,-2 2 0,-5 6 0,-2-1 20,-3 0 0,1 1 0,-5-1 0,0 0-112,0 1 1,0-1 0,-4-1 0,2-3-620,-1-1 0,-1-5 0,0 3-1546,2-2 1,1-2-654,-7-5 2721,1-7 0,7-9 0,2-10 0</inkml:trace>
  <inkml:trace contextRef="#ctx0" brushRef="#br0" timeOffset="428">19581 10299 9450,'-16'0'1496,"-1"0"1,6 0-1410,0 0 1,1 2-156,-7 3 126,8-3 0,2 7 1,7-4-1,0 6 208,0 4 1,7-4 0,4 0 0,4 1 62,1 3 0,2 1 1,2 1-1,2-1-90,-2 0 0,-2 1 1,-2-1-1,-1 0-192,-4 1 1,1-1-1,-6 0 1,-3 1-423,-1-1 0,-2-5 0,-2-2 0,-3 0-104,-6 0 1,-3-5 0,-3 1-1,-1-3 134,-4-2 0,8 0 1,-6 0 230,0 0 0,5 0 0,6-2 262,2-3 1,2-4 0,5-8 38,0 1 0,7 1 0,4 3 1,3 1-119,3-2 0,-1-1 0,0-1 0,1 2-147,-1 2 1,0 1 0,-1-7 0,-2 3 18,-3 3 0,-6-4 0,3 4 116,1-3 1,-7-2 0,5-1 0,-6 1 189,-6-1 1,3 1-1,-8 0 1,-2 1-192,-1 4 1,3-3 0,0 5 0,-2 0-312,-1 3 1,3 3-624,0-3 0,5 4-576,-5-3-982,8 3 2436,3 9 0,9 2 0,7 8 0</inkml:trace>
  <inkml:trace contextRef="#ctx0" brushRef="#br0" timeOffset="429">19891 10397 14822,'0'16'468,"0"-5"-300,0 0 0,0 0 1,0 5-1,0 1-148,0-1 0,0-5 0,0 0-131,0 1 0,0-2 0,2-1 0,4-2-42,5-3 1,3-3-1,2-1 31,1 0 0,5 0 1,-1 0-823,-1 0 0,-1-5 0,-3-2-68,0-2 1,-1 3 0,-4-5 1011,-6-2 0,-3-1 0,-2-2 0</inkml:trace>
  <inkml:trace contextRef="#ctx0" brushRef="#br0" timeOffset="430">20039 10364 7753,'-10'17'677,"-2"-1"1,6 0 0,3 1 552,1-1 1,2 0 0,0 2-1,0 2-729,0 2 1,0 2 0,0-2-1,0 5-347,0 4 0,0 0 0,0-2 1,0-2-419,0 2 0,0-5 0,0-3 0,2-4-6077,3-6 6341,-3-4 0,5-14 0,-7-2 0</inkml:trace>
  <inkml:trace contextRef="#ctx0" brushRef="#br0" timeOffset="431">14530 9579 11353,'0'10'4013,"0"-3"-2923,0-7 741,0 0-2115,-7 0 0,3 5 192,-6 1 0,6 1 45,-2-2 0,3-1 0,-1 7 0,-3 2 1,0 1 96,-1 3-62,3-1 0,5 0 0,-2 2 0,-2 2 0,-1 2 0,1-2 0,3 0-23,1 2 1,0-8-1,0 6-359,0 0 0,1-1 1,3-7 203,1-1 0,3-5 1,-3 3 174,6-2 1,-2-2-55,2-5 0,-5 0 0,4 0 144,3 0 1,-4 0 0,0-1 0,0-3-23,0-1 1,1-3-1,2 3 41,-1-6 1,-5 2 0,3-2-5,-2-2 0,4-1 0,-6-3 20,-1 1 1,-2 0 2,-2-1 0,0 1-80,0 0 0,0 5 1,0 0 45,0-2 1,-6 4-21,1-2 1,-2 8-1,1-3-113,4 4-81,-5 2-134,7 0-752,0 0 1091,0-7 0,-2-2 45,-3-7 0,3 5 0,-3 0-166,3-2 1,0-1-559,-4-3 1,3 1-710,-8-1 1,7 7 426,-1-1 891,3 7 0,-5-3 0,-2 7 0</inkml:trace>
  <inkml:trace contextRef="#ctx0" brushRef="#br0" timeOffset="432">14677 9710 7514,'0'11'159,"0"0"1123,0-7 1,0 5 1074,0-4-934,0-3 0,2 5-823,4-7 0,-3 6 1,6 1-292,-1 2 1,3-3 0,-4 3-657,2-2 0,-5 0 0,3-3-689,0 1 1,-5 3-1,5-5-3112,0 3 3105,-5-1 1,7-5 1042,-3 0 0,3-7 0,7-2 0</inkml:trace>
  <inkml:trace contextRef="#ctx0" brushRef="#br0" timeOffset="433">14596 9563 7768,'-13'2'1797,"-2"2"178,-3 1 0,-2 6-1489,4-6 1,0 6-1,-1-5 1,3-1 0,1 1-1,4 1 1,2 2-1,1 2 636,-1-2 0,5 5-1530,-3-3 0,10-3 0,6-3 0,4-3 187,1-2 1,6 0 0,1-2 0,1-3 73,0-6 0,3-4 0,-5 1 0,-2 1-57,-2 2 1,-2 6 0,0-6-242,1-2 1,-6 6 0,-2-1-2520,-2 1 545,-2 5 2419,-12-5 0,-2 7 0,-7 0 0</inkml:trace>
  <inkml:trace contextRef="#ctx0" brushRef="#br0" timeOffset="434">14841 9367 13569,'-16'0'9830,"5"0"-7194,0 0 0,5 0-2636,-5 0 0,6 0 0,-6 0 0,-2 0 0,4 0 0,-2 0 0,-1 0 0,-3 7 0,-1 2 0,-1 2 0,1 0 0,5 0 0,0 5 0,-1 1 0,-3-1 0,-1 0 0,1 1 0,2-1 0,3 0 0,0 1 0,-2-1 0,1 0 0,7 1 0,-3-1 0,0 1 0,5-1 0,-4 0 0,5 1 0,2-1 0,5 0 0,3-1 0,7-4 0,1-4 0,-1 0 0,0-5 0,1 3 0,-1-1 0,0 2 0,6-5 0,0 5 0,-2-4 0,-2-2 0,-2 1 0,1 3 0,-1 2 0,0-3 0,-5-1 0,0-2 0,-5 0 0,5 0-2037,-8 0 0,5-2 0,-8-3 1,0-6-6825,0-4 8861,0-1 0,7-8 0,2-1 0</inkml:trace>
  <inkml:trace contextRef="#ctx0" brushRef="#br0" timeOffset="435">14988 9400 7859,'0'-11'3080,"0"0"1,-2 5 4192,-3-4-5850,3 6 1,-4 4 0,10 11-1,2 5-1002,-3 6 0,4 3 0,-1 8 0,-1 2-421,3 3 0,-7-4 0,5 4 0,-3-3 0,3-2 0,-4-1 0,3-1 0,-1-4-4597,1-5 1,-3-4 2529,4-1 0,-3-10 1,1-7 2066,1-9 0,1-20 0,-6-6 0</inkml:trace>
  <inkml:trace contextRef="#ctx0" brushRef="#br0" timeOffset="436">15021 9416 11192,'0'-11'3200,"0"0"0,1 2 1,5-4-2664,5 3 1,3 0 0,3-2 0,-1 3-1115,0 1 0,1-3 1,-1 6-964,0 1 1,1-3 0,-1 2-4052,0 1 5591,1 2 0,-1 2 0,0 0 0</inkml:trace>
  <inkml:trace contextRef="#ctx0" brushRef="#br0" timeOffset="437">15119 9579 8654,'0'10'3035,"2"2"1,3-6 0,6-3-2494,3-1 0,-3-2 1,0-2-1,2-1-1210,1-3 0,3-1 1,-1 3-1523,0-1 1,-5-2-780,0 1 2969,-7 4 0,3-5 0,-7 7 0</inkml:trace>
  <inkml:trace contextRef="#ctx0" brushRef="#br0" timeOffset="438">15102 9743 7812,'0'11'2139,"0"0"56,0 1 0,0 3 0,0 1-1001,0 1 0,8-8 0,3-2 1,3-2-110,2 1 1,6 1 0,0-3-1083,-2 1 0,-2 1 0,-2-6 1,1-2-3812,-1-4 0,-5-3 3808,0-7 0,0-8 0,5-1 0</inkml:trace>
  <inkml:trace contextRef="#ctx0" brushRef="#br0" timeOffset="439">15740 9465 7928,'0'-9'3276,"0"2"1,0 9 0,2 3-2296,3 6 0,-1 9 1,7 3-1,0 5-733,-2 6-504,5-1 0,-7 7 0,6-6 0,-4 1 0,-2-1 0,-1-6 0,-1-5-2753,1-3-458,-1-12 0,-5 4 3467,0-17 0,0-12 0,0-8 0</inkml:trace>
  <inkml:trace contextRef="#ctx0" brushRef="#br0" timeOffset="440">15740 9514 8024,'2'-9'2702,"3"4"1,-1-3 0,7 1-1508,1-2 1,5 0 0,4-4 0,7 2-862,3-1 0,1 2 0,-1 1 0,-2 2-1133,-2 3 0,-7-3 0,2 2 0,-4 1-2958,-1 2 0,-6 2 3757,0 0 0,-8 0 0,4 0 0</inkml:trace>
  <inkml:trace contextRef="#ctx0" brushRef="#br0" timeOffset="441">15903 9547 17770,'2'9'72,"4"-4"0,4-3-1767,5-2 1,1 0 0,1 0 0,1 0 1694,4 0 0,-4 0 0,5 0 0</inkml:trace>
  <inkml:trace contextRef="#ctx0" brushRef="#br0" timeOffset="442">16198 9416 10530,'-8'16'1583,"-3"1"0,4-1 1,2 0-1003,3 1 1,2-1 0,0 0 0,0 3-449,0 2 0,0-2 1,2 4-1,1-1-168,3 0 0,-1 1 1,-5-3-1,2 2-383,3-2 1,-3-2 0,4-1-3951,-4-1 2999,-2-7 0,0-3 1369,0-12 0,0-3 0,0-7 0</inkml:trace>
  <inkml:trace contextRef="#ctx0" brushRef="#br0" timeOffset="443">16148 9514 13986,'0'-11'6052,"0"0"-5505,0-1 0,8 3 0,3-1 0,3 1-875,3 0 1,-1 4-1,0-4 1,1 0-1430,-1 0 0,0 5 0,1-2-2836,-1 5 4593,-7 1 0,6-8 0,-6-1 0</inkml:trace>
  <inkml:trace contextRef="#ctx0" brushRef="#br0" timeOffset="444">16198 9514 7871,'0'9'3341,"0"0"1,1-5-2634,5 1 0,3 1 0,7-4 0,1 1-1266,-1 3 0,2-1 0,2-5 558,2 0 0,0 0 0,-6 0 0</inkml:trace>
  <inkml:trace contextRef="#ctx0" brushRef="#br0" timeOffset="445">16998 9400 7753,'0'16'1060,"0"-5"1,0 0-1,0 2 101,0 1 1,0 2 0,0 1 0,2-1-722,4 0 0,1 8 0,6 1 0,-2 3-278,1-1 0,-3-7 0,0 2 0,0-4-916,1-2 1,-7 1-5180,3-1 5933,3-7 0,-7-16 0,5-11 0</inkml:trace>
  <inkml:trace contextRef="#ctx0" brushRef="#br0" timeOffset="446">17015 9432 14172,'7'-16'1777,"4"0"1,5-1-1,4 1 1,4 1-1935,1 5 1,-5-5 0,2 6 0,-4-2-115,-1 0 0,-1 8 0,0-5-1669,1 1 1940,-8 5 0,-2-5 0,-7 7 0</inkml:trace>
  <inkml:trace contextRef="#ctx0" brushRef="#br0" timeOffset="447">17080 9514 9681,'0'9'3255,"2"-2"0,3-7-2898,6 0 1,6 0 0,3 0 0,1-1-3395,-1-5 0,4 3 3037,-2-8 0,0 0 0,-6-6 0</inkml:trace>
  <inkml:trace contextRef="#ctx0" brushRef="#br0" timeOffset="448">17342 9285 7765,'-2'17'1119,"-4"-1"1,5-5-1,-5 0 1,4 1-2,2 3 0,0 3 0,0 2 0,0 4-700,0 1 1,2 2 0,2 4 0,1-2-374,-1-1 0,-2-1 0,-1 4 0,3-2-875,2-2 1,-1-7-3598,-5 2 4427,0-4 0,0-16 0,0-4 0</inkml:trace>
  <inkml:trace contextRef="#ctx0" brushRef="#br0" timeOffset="449">17325 9400 18748,'8'-9'685,"2"3"0,1-1 0,4 0 0,3-1-792,0 1 1,2-4-1,0 4 1,2 0-436,-2-1 1,-2-3-1,-2 6 1,1 0-3130,-1-3 1,0 5 518,1-8 3152,-8 7 0,-2-3 0,-7 7 0</inkml:trace>
  <inkml:trace contextRef="#ctx0" brushRef="#br0" timeOffset="450">17407 9498 7852,'0'16'0,"0"0"1012,0 1 1,7-8-1,6-4 1,5-3-133,4-2 1,2 0-1,-4-2 1,3-3-881,3-6 0,1-11 0,6-3 0</inkml:trace>
  <inkml:trace contextRef="#ctx0" brushRef="#br0" timeOffset="451">18404 9334 7747,'-5'11'2670,"-3"-2"-1541,-1-1 0,6-1 0,-3-2 0,4 6-483,2 4 0,0 1 0,0 0 0,0 3-253,0 2 1,2-1 0,2 8 0,3 1-374,2 1 1,-3-2 0,3-3 0,0-1-478,0-4 0,-6-2 0,5-4 0,-3-1-1505,1-2 1,1-7-1087,-2 1 1309,-3-3 0,5-9 1739,-7-4 0,-7-4 0,-2-1 0</inkml:trace>
  <inkml:trace contextRef="#ctx0" brushRef="#br0" timeOffset="452">18355 9383 7747,'-9'8'2811,"11"-7"0,14 5 0,10-4-2377,4-2 1,5-2 0,1-2 0,2-1-660,-1 1 1,-3-3 0,-1 1 0,0 3 11,-1 1 1,-12-3 0,-3-1-5446,-3 2 2315,1 3 3343,-14 1 0,-2 7 0,-16 2 0</inkml:trace>
  <inkml:trace contextRef="#ctx0" brushRef="#br0" timeOffset="453">18420 9514 13520,'8'11'2835,"3"-2"-3367,3-2 0,2-1 0,1-4 1,1 1-1303,4 3 1,-4-1 0,6-5 1833,-1 0 0,3-7 0,6-2 0</inkml:trace>
  <inkml:trace contextRef="#ctx0" brushRef="#br0" timeOffset="454">18927 9383 8345,'-11'11'4242,"2"0"-3409,2 2 0,1-4 0,6 2 0,0 2-613,0 1 1,0 2 0,0 3 0,0 2-69,0 7 0,2-3 0,2 0 0,1-1-339,-1-4 0,-2 4 1,-2-3-1,2-1-1634,3-1 0,-3-8-2606,3-1 4427,-3-6 0,-2-11 0,0-11 0</inkml:trace>
  <inkml:trace contextRef="#ctx0" brushRef="#br0" timeOffset="455">18894 9334 10617,'-9'-2'2224,"4"-3"1,5 1-1,5-5-1998,6 2 1,4 0 0,3 3-1,2-3-411,2-2 0,-1 5 0,-4-1 0,-1 1-1062,1-1 0,-1 3 0,0-4-3615,1 5 4862,-8 1 0,5 0 0,-5 0 0</inkml:trace>
  <inkml:trace contextRef="#ctx0" brushRef="#br0" timeOffset="456">18943 9465 9935,'-7'9'3276,"5"-2"1,-3-5 0,10 2-2409,6 1 0,6 1 0,3-6 1,1 0-494,-1 0 0,0 0 1,2 0-1,4 0-523,-1 0 1,0 0 0,-5 0 0,4 0-1225,1 0 1,-5 0-1,2 0 1,-4-2-5237,-1-4 6608,-8-3 0,13-7 0,-4 0 0</inkml:trace>
  <inkml:trace contextRef="#ctx0" brushRef="#br0" timeOffset="457">229 10381 16532,'0'10'350,"0"1"0,0 2-351,0 2 1,0 1 0,0 0 0,0 1 0,0-1-1,0 0 1,0 1-328,0-1 1,0 0 372,0 1 1,0-1-20,0 0 0,5-5 141,0 0 1,8-7 54,-2 1 0,4-3 0,1-2-23,0 0 0,2-2 0,2-1-412,2-3 1,0-5-1,-6 4-43,1-2 0,-6 5 0,-1-1-595,3 3 1,-4-3-1796,2-1 1173,-7 1 0,3 3 1473,-7-4 0,0 5 0,0-7 0</inkml:trace>
  <inkml:trace contextRef="#ctx0" brushRef="#br0" timeOffset="458">441 10446 8701,'-16'0'2176,"7"0"-806,1 0 260,8 0-961,0 0 0,0 7 0,0 4-233,0 4 1,0-3 0,0 3 0,0 3-168,0 0 1,0 2 0,0 0-1,0 4-274,0 1 0,6-5 1,-1 2-1,-1-4-1229,-2-2 1,-1 1-1601,5-1 1,-2-7-229,6-3 3062,-6-5 0,11-8 0,-6-2 0</inkml:trace>
  <inkml:trace contextRef="#ctx0" brushRef="#br0" timeOffset="459">686 10609 10214,'-16'17'0,"1"-1"990,4 0 0,2 1 1912,4-1 1,3-5-2462,-3 0 1,5-7-2906,5 1 674,-3-3 1,11-4 1789,-8-3 0,8-5 0,-4-6 0</inkml:trace>
  <inkml:trace contextRef="#ctx0" brushRef="#br0" timeOffset="460">1078 10577 19698,'0'16'196,"0"-5"1,0 0 0,0 2-329,0 1-75,0 2 1,2 1 0,2-1 0,1 0 0,-1 1 0,-2-1-1048,-2 0 0,5-5 982,1 0 0,1-7 0,-2 1 0,4-5-217,1-5 0,-3 1 600,-7-7 0,5 6 0,1-6 1,-1 0-1,1 0-65,-1 0 1,2 2 0,-3-3-104,1 1 0,3 7 0,-5-3 135,3-1 1,1 7 2,-2-5 1,-1 4 513,7 2 1,-6 2 0,5 4-322,-3 5 0,4 3 1,-4 2-325,2 1 0,-5-6 0,1 0 1,-1-1 67,1 0 0,-1-1 411,7-4 0,-6-3 0,4 2 0,0-8 9,0-7 0,-3 2 0,3-2 0,0-3-202,0-6 0,-5 1 0,3-2 0,-2 2-842,1 3 1,5 5 0,-6 0 0,-1-1-2233,-2-3 1,3 4 522,1 0 2315,6 8 0,-10-12 0,5 6 0</inkml:trace>
  <inkml:trace contextRef="#ctx0" brushRef="#br0" timeOffset="461">1552 10593 10248,'0'16'1375,"0"1"0,0-1 1,0 0-1,0 1-866,0-1 0,0 0 1,0 1-1,0 1 41,0 4 1,6-4 0,-1 4-1234,-1-4 1,0-9 0,-1-2-1494,3 0 0,-1-7 1,-3 2-1545,3-5 3720,-3-10 0,5-3 0,-7-10 0</inkml:trace>
  <inkml:trace contextRef="#ctx0" brushRef="#br0" timeOffset="462">1618 10266 8921,'-17'0'2701,"7"7"0,1 4-1696,1 4 0,1 1 0,3 0 0,-1 1-1326,1-1 0,2-5 1,2 0-1,2 0-121,4-2 0,1 0 1,6-5 441,-2 1 0,-1 8 0,7-4 0</inkml:trace>
  <inkml:trace contextRef="#ctx0" brushRef="#br0" timeOffset="463">1781 10201 8654,'-9'7'1169,"-4"2"0,6 7-547,-2 1 0,6-1 1,-3 0-1,4 3 552,2 2 0,8-1 0,2 6 0,3-1-994,-2 1 0,2 1 0,-6 4 1,0-2-370,1-2 1,2 0 0,-4 4 0,-2-2-268,-3-1 1,5-12 0,-1 4 0,-1 0-1337,-2-2 0,-4-5 1,-4-4-1401,-4-2 3192,2-2 0,-6 3 0,5 1 0</inkml:trace>
  <inkml:trace contextRef="#ctx0" brushRef="#br0" timeOffset="464">1700 10560 7859,'0'-16'409,"0"0"1,0 5-1,0 0 201,0-2 0,0-1 0,1-1 1,3 2-460,1 2 1,8 1-1,-2-5 1,2 2-486,-2 2 0,3 1 0,-3-7 0,4 1 334,1-1 0,0 1 0,1 0 0</inkml:trace>
  <inkml:trace contextRef="#ctx0" brushRef="#br0" timeOffset="465">1896 10201 7771,'-2'9'1603,"-2"-2"-311,-1 0 0,-1-3 1,6 7-968,0 2 1,2 1-1,2 2 1,3 3-86,2 2 1,0 7 0,4 10-1,-4 5 40,-2 5 1,-1 1-1,-4-2 1,1-2-230,3-1 0,-1-8 0,-5 1 1,0-8-723,0-8-19,0-10 1,2-13-1,2-14 1,1-9 361,-1-6 1,-3-4-1,1-1 1,2-4 269,1-2 0,3 11 0,-5-1 0,3 3 330,-3 3 1,5 3 0,-1 8 0,0 2 222,0 2 1,6 8 0,-2-1 0,3 8-66,3 7 0,-6 10 0,0 7 0,1 3-186,3 1 0,-4 8 0,-2 2 0,0 0-156,0-4 1,-5-5 0,3-4 0,-2-4-869,1-1 1,-1-8-1504,-5-5 0,0-9-1561,0-2 3844,-7-7 0,-2-17 0,-7-2 0</inkml:trace>
  <inkml:trace contextRef="#ctx0" brushRef="#br0" timeOffset="466">2664 10282 11105,'-9'2'1499,"3"4"1,5 8 0,2 10 0,3 3 0,3 8-867,2 6 1,-3 7-1,5 1 1,0 1-358,-2 5 1,3-6-1,-4 0-1241,1-9 1,-6-5 0,5-6-1231,-1-8 1,-5-8 0,1-18 2194,-6-6 0,-6-11 0,-8-3 0</inkml:trace>
  <inkml:trace contextRef="#ctx0" brushRef="#br0" timeOffset="467">2615 10560 15953,'18'0'1153,"2"0"0,2 0-1262,-2 0 1,3 0-1,1 0 1,0 0-1092,-1 0 0,-1 0 1,-6 0-1,1-1-2789,-1-5 3989,-7 4 0,6-12 0,-6 5 0</inkml:trace>
  <inkml:trace contextRef="#ctx0" brushRef="#br0" timeOffset="468">2876 10331 14924,'6'22'1379,"-1"0"1,1 2-974,1 5 1,-3-2-1,5 13 1,-2 0-129,-3 3 0,-1 5 1,1 1-1,1-2-261,-1-3 0,-2-4 0,-2-10 0,0-2-2216,0-7 995,0-10 1,0-5 0,0-13-1,0-8 687,0-5 0,2-7 0,1 3 0,4-1 265,3-4 0,-7 3 0,4 3 0,-1 1-163,-1 2 1,3 11 0,-5-8 457,3 3 0,5 5 0,-4 0 86,2 1 1,-4 3-1,4 7 1,1 1 660,-1 3 1,-4 5 0,4-4 0,0 0-244,0 1 1,2-1 0,6-3-434,-1 1 1,2 0-1,4-5-135,5 0 1,-3 0 0,-2 0 0,-4 0-152,-2 0 1,0 0 0,-1-1 0,-2-3-40,-2-1 1,-6-6 0,4 3 0,-2-1 132,-3-3 1,-2 2-1,-2 0 25,0-3 0,-2 4 1,-4 0 181,-4 1 1,-5 1 0,-1 4 0,-1-3 152,1 2 0,0 3 0,-1 2 0,1 3 109,0 2 1,5 6 0,0-1-1,0 4 73,2 1 1,-4 2 0,8 2 0,1 4 48,2 1 1,2 1-1,0 3 1,0-2-370,0 2 1,6-4 0,1 1-1,4-3-569,7-3 0,-2-3 0,6-6 0,-4-6-772,-1-3 0,4-2 0,1-2 1,-2-3 1196,-2-6 0,-9-11 0,-1-3 0</inkml:trace>
  <inkml:trace contextRef="#ctx0" brushRef="#br0" timeOffset="469">3939 10397 11019,'-9'2'1825,"3"3"1,4-1-1399,2 7 0,0 1 0,0 8 1,0 4 291,0 1-676,0 3 1,0 10 0,0 0 0,2-2 0,2 1 0,1-1 0,-1 2-899,-2-2 1,-2-8-450,0-7 1,2-2 0,3-5-2855,6-3 3902,4-4 1,1-14 0,-2-6-1,-1-5 256,-2-4 0,7-7 0,8 4 0</inkml:trace>
  <inkml:trace contextRef="#ctx0" brushRef="#br0" timeOffset="470">4200 10577 10387,'-9'7'1437,"-3"-3"0,4 6 0,1 3-1038,0 2 0,-6 1 1,4 0-1,0 3-304,3 2 1,-1-1 0,2 6 0,1-3-198,2-3 0,2-1 0,2-3 0,4-2 155,4-3 0,5-3 1,1-8-1,2 0 63,4 0 1,-2-2 0,6-4 0,-3-5-128,-3-3 0,-2-2 0,-3-1 0,-2 1-178,-2-1 0,-6-1 0,4-2 1,-2-1 221,-3 1 0,-2 7 0,-2 2 0,-2-2 104,-3-1 1,-5 5 0,-6 1-1,0 3-190,-1-1 1,-1 1 0,-2 5 0,-2 0-555,2 0 0,2 5 0,2 3-803,0 1 1,1 2-2101,4 5 3510,4-7 0,14 6 0,2-6 0</inkml:trace>
  <inkml:trace contextRef="#ctx0" brushRef="#br0" timeOffset="471">4527 10675 9509,'-9'0'6198,"-5"0"-5798,3 0 0,2 0 1,0 2-1,-1 3-446,1 6 0,6-2 0,-3 2 0,5 2-222,1 1 0,0 2 0,0 1-100,0-1 0,1-7 0,5-3-252,5-4 0,-2-2 0,2 0 358,1 0 0,-3-6 0,1-1 0,-3-2 185,-4-4 1,5-2 0,-3-1-57,-1 0 1,-2-1-1,-2 1 570,0 0 0,0 5 0,0 0 1728,0-2-1640,0 6 1,0 2 0,1 10-1,3 6-96,1 3 0,6 5 1,-3 1-1,-1 1-317,0-1 0,4-2 0,-4-1 0,2-1-1168,4 1 0,-4-3 0,0-1-3647,-1-2 4703,4-8 0,-3-10 0,8-11 0</inkml:trace>
  <inkml:trace contextRef="#ctx0" brushRef="#br0" timeOffset="472">4789 10250 14155,'5'18'1135,"1"4"0,-3 5-702,-1 4 0,4 9 1,-1 2-1,0 1-44,3 1 0,-5-1 0,6 3 1,0-6-713,1-8 1,-7-10 0,4 0-2190,1-4 1965,-6-9 0,5-9 0,-7-11 0,0-3 49,0-3 1,-2 1 0,-3 0 472,-6-1 1,2 1 0,-2 2 0,0 1 170,2 2 0,-6 7 0,4-1 264,-3 3 0,-1 4 1,3 3-1,2 6 278,3 4 0,-4 3 1,6 2-1,1 3-226,2 3 1,2 1-1,0 4 1,0-4-306,0-5 1,8-4-1,1-1 1,3-3-431,5-3 1,-8-4 0,11-7 0,0 0-1665,-2 0 1,0-2 1936,-2-3 0,1-11 0,-1-10 0</inkml:trace>
  <inkml:trace contextRef="#ctx0" brushRef="#br0" timeOffset="473">5835 10479 14885,'-7'9'1431,"-4"-4"0,-4 2 1,1 1-1293,3 1 1,-2-4-1,6 6 1,-1 2-1,-1 1-96,0 3-75,6 6 1,-10-3-1,8 6 1,1-1-1,2-1 1,2 1-1,2-1-365,3-1 0,-1-6 0,7-6 0,2 0-208,1-2 1,-3 0-1,0-6-430,2 3 1,1-1 0,2-7 0,1-3 0,-1-6 1034,1-3 0,-1-3 0,0 1 0</inkml:trace>
  <inkml:trace contextRef="#ctx0" brushRef="#br0" timeOffset="474">5998 10560 7914,'-7'17'2139,"3"-1"0,-5 0-1028,2 1 0,2-1 1,6 2-1,5 4-316,5 5 0,-2 1 0,2 2 0,0 3-427,-2-4 0,3 4 0,-6-6 0,-3 4-336,-1 2 0,4-8 0,-1-3-1276,-1-4 788,-2-9 0,-4-3 1,-2-12-1,-1-5-732,1-3 0,-3-8 0,1-2 0,1-1 842,-2-4 1,5 2 0,-4-3-1,5-2 508,1-3 1,0 4 0,0-7 0,1 4-52,5 1 1,-2 6-1,6 1 1,3 1 584,2 0 0,1 10 0,0 0 0,3 6-102,2 6 1,-1 3 0,6 5 0,-3 8-235,-3 7 1,-7-2 0,-4 6 0,0-3-116,0 1 0,-5 6 1,1-5-1,-5 1-196,-5-1 0,-4 1 1,-8-4-1,1 2-664,0-2 1,-2-8 0,-2-2-1,-2-3-921,2-4 0,0-1 1,0-2-1207,-2 0 2742,0-7 0,6-9 0,0-10 0</inkml:trace>
  <inkml:trace contextRef="#ctx0" brushRef="#br0" timeOffset="475">6391 10593 7846,'-10'7'0,"-4"2"4674,3 8-2266,4-8 0,0 5-2040,7-3 1,1-2 0,3 2-1,1 2-41,-1 1 0,3 3 0,-1-1 1,-3 2 129,-1 4 0,4-4 0,1 4-63,2-4 1,-4-1-312,6-1 1,0-7 87,6-4 1,-1-5-1,0-5 130,1-6 0,-1-5 0,-2-4 0,-1-4 134,-2-1 0,0 3 0,5-5 0,-1-1-182,-4 3 1,1 0-1,-4 6 1,-1 1-1671,0 4 0,1 1-6396,-3-3 7813,-3 7 0,5-6 0,-7 6 0</inkml:trace>
  <inkml:trace contextRef="#ctx0" brushRef="#br0" timeOffset="476">7290 10593 9080,'-17'0'1211,"1"0"1,7 2 0,1 1-853,1 3 1,4-1-367,-8-5 1,7 8 0,-3 3-18,0 3 1,5 4-1,-4 2 1,4 2-76,2-2 0,0-2 0,2-2 0,2 1-282,1-1 0,8-5 0,-2-2 101,3-2 0,3-3 0,-1-9 0,-1-6 86,-4-4 1,1-7 0,-4 1-1,-1-1 170,0-2 1,-1 6-1,-6-4 1,0 4 412,0 2 1,0-1 0,0 1 300,0 0 1,0-1 280,0 1-753,0 7 1,0 3-1,0 12-8,0 5 1,0 3 0,0 3-1,1-1-44,5 0 0,-4 6 0,5 2 0,-2-1-105,1 1 1,5 5 0,-4-4-1,0 5 34,0 2 1,-1-6 0,-6 8 0,0-1-24,0-4 0,0-5 0,0 3 0,-2 0-34,-3-2 0,1-1 1,-7-9-283,-2-4 1,-1 1 0,-2-6-352,-1-3 1,3-10 0,1-7 0,4-6-427,2 0 0,-4-6 0,5-1 0,3-4 1021,1-2 0,-5-7 0,-3-1 0</inkml:trace>
  <inkml:trace contextRef="#ctx0" brushRef="#br0" timeOffset="477">7486 10528 7834,'0'16'440,"-6"8"0,1 1 1030,1 0 0,2-1 0,2-8 0,0 1-796,0-1 1,2 2 0,2 4-577,1 5 1,6-9 0,-5-1-148,-3-3 0,1-6 0,-1-1-202,3 0 0,-1-7 1,-5 0 407,0-9 1,0-7-1,0-4 1,0-4 316,0-1 0,0 3 0,0-5 0,0-1-291,0 3 1,2 0 0,2 5-1,3-2-996,2 2 1,-5 2-1,3 1-2081,0 1 1,2 1 2893,8 5 0,-1-5 0,0 6 0</inkml:trace>
  <inkml:trace contextRef="#ctx0" brushRef="#br0" timeOffset="478">7731 10544 10108,'-17'5'766,"1"1"1,7 1 0,2-3 0,1 3-1,-1 0-568,-2 1 0,5 4 1,-1-1-1,3 4-52,2 1 1,0 0 0,0 1-1,0-1-185,0 0 0,0 1 0,2-1-284,3 0 1,-1-6-1,7-5 82,2-3 0,1-9 1,1-4-1,-3-4 61,-1-1 0,-2-1 0,2 1 0,-3 0-27,-1-1 0,-5 1 1,5 0 868,0-1 1,-5 6 845,3 1 1,-1 6-958,1-2 0,-3 12 0,4 5-790,-4 3 0,-1 3 0,3-1-618,1 0 0,3-1 0,-5-2-1616,3-2 1,1-10 2472,-1-1 0,-5-7 0,7-9 0</inkml:trace>
  <inkml:trace contextRef="#ctx0" brushRef="#br0" timeOffset="479">7911 10331 7834,'5'-10'3953,"1"-1"-3401,-1 7 0,-3-3 1,1 9 269,3 3 1,1 6 0,-3 9 0,3 4-355,2 1 0,-5-3 0,3 5 0,-2 2-252,1 2 1,-1 2 0,-5-1 0,0-1-149,0-4 0,0 3 0,0-9-1098,0-1 1,0-7 157,0-2 1,0-9 0,0-2 0,2-9 658,4-6 1,-5-1 0,5-1 0,-2 1 64,1 0 1,-3-1 0,5 1 617,0 0 0,2 1 0,6 2 0,-2 4-26,-2 2 1,-1 2 0,7 5 0,-1-2-169,0-4 1,-5 5-1,0-5 62,2 4 1,-4 4-1,0 4-26,-2 4 0,-1 0 0,-6 0 0,0 3-125,0 2 0,-6 3 1,-1 2-1,-2 2-56,-4-2 0,-1-2 0,-3-2 1,-1 0-1093,-3 1 1,2-6-1,-2-2-492,2-2 1,3-3 856,0-10 1,7-3 595,3-7 0,4-8 0,2-1 0</inkml:trace>
  <inkml:trace contextRef="#ctx0" brushRef="#br0" timeOffset="480">8352 10462 7834,'-15'11'0,"3"-2"1394,1-2 0,2 6 0,-4-4 0,2 2 3,-2 0 0,4-5 0,-2 4-1253,-1 3 0,4-4-531,3 2 1,3-5 226,2 4 0,2-4 1,3 3-201,6-2 0,4 1 0,1-5 673,1 3 0,-1 1 0,0-3 139,1 1 0,-1 2 0,0-3 129,1 1 1,-6 8-178,-1-2 0,-6 3 0,2 3-31,-5-1 0,-6 0 0,-2 1 1,-2-3-131,-4-3 1,-7 4 0,-2-4 0,2 1-66,2-1 0,2 2 1,-1-8-2290,1-1 0,7-4 2111,3-5 0,5-19 0,1-10 0</inkml:trace>
  <inkml:trace contextRef="#ctx0" brushRef="#br0" timeOffset="481">9055 10348 7781,'-17'0'2250,"1"0"0,0 0-1374,-1 0-541,8 7 0,2 2 186,7 8 0,0-1 1,0 0-1,0 1 10,0-1 1,0 2 0,0 2 0,0 2-276,0-2 0,0 3 0,0-1 0,0-2-171,0-2 0,0-1 0,2-3 0,1-1-189,3-2 1,7-8 0,-2 3-289,3-4 1,2-2 0,1 0-1,1-2 604,4-4 0,-4 3 0,4-8 1,-2 0-42,1 2 1,-8 0 0,4 5-1,-3-3-18,1-2 0,-5 5 0,0-3 0,-1 2-3764,0-1 1,-6-1 3610,3 1 0,-4-3 0,-2-7 0</inkml:trace>
  <inkml:trace contextRef="#ctx0" brushRef="#br0" timeOffset="482">9202 10446 7781,'0'16'2271,"-6"-5"0,1 0-805,1 2 0,3 1 1,1 3-640,0-1 0,0 6 1,0 0-1,0-1-576,0 3 1,0 1 0,1 6-1,3-2-999,1-1 0,1-8 0,-4 1-1143,3-2 1,-1-5 0,7-3 265,1-6 1625,-4-10 0,6-11 0,-5-10 0</inkml:trace>
  <inkml:trace contextRef="#ctx0" brushRef="#br0" timeOffset="483">9431 10609 17457,'16'0'386,"0"0"1,1 0-1,-1 0-2795,0 0 0,1 0-714,-1 0 3123,0-7 0,1 5 0,-1-5 0</inkml:trace>
  <inkml:trace contextRef="#ctx0" brushRef="#br0" timeOffset="484">9709 10266 10791,'-10'7'3319,"3"-3"0,7 7-2890,0 2 1,0 3 0,2 6 0,2 3 0,1 2-93,-1 1 0,-1-1 1,1 6-1,1-1-92,-1 1 1,-2-2 0,-2-2-1,0-4-773,0-1 1,0-8 0,2-7-718,3-1 0,-1-3 1029,7-5 1,-6-7-1,4-4 1,0-4 182,0-1 0,0 0 0,4-1 1,-2 1-13,2 0 1,1 5-1,3 2 1,-1 0 445,0 0 0,1 5 0,-1-2-363,0 5 0,1 1 124,-1 0 1,-1 7 0,-4 4 13,-6 3 0,-5 3 0,-5-1 0,-6 0 141,-4 1 1,-3-1 0,-2 0 0,-4 1-204,-1-1 0,5 0 0,-2-1 0,4-2-507,2-2 1,5-8-1956,0 3 0,7-12 1,-1-5-1,3-3 2348,2-3 0,14-6 0,5-3 0</inkml:trace>
  <inkml:trace contextRef="#ctx0" brushRef="#br0" timeOffset="485">10085 10544 8466,'-11'5'2354,"0"1"0,0 7-1124,-6-3 1,8 0 0,4 0-738,3 3 0,2 2 0,0 1-313,0 0 0,7-5 0,4 0-301,4 2 1,1-6 0,1-1-138,-1-5 0,0-1 0,1 0-260,-1 0 0,-5-1 0,-2-5 230,-2-5 0,0-3 0,-3-3 0,1 1 51,-1 0 1,0 5 0,-1 0 1245,3-2 517,-1-1 1,-3 5-873,4 3 1,-5 17 0,5 5 0,-4 4-395,-2 4 1,5-4 0,1 5-1,-3 1-330,-1-1 0,-2-5 0,0 2 1,0-2-163,0 2 1,-5-4-1,-3 4 1,-1-4-96,-4-2 0,-1-5 0,-2 0 0,-1 0-467,1-2 1,5-2 0,0-7-1,-2 0-325,-1 0 1,5-2 0,3-3 0,5-6-257,1-3 0,0-8 1,0-2 1374,0-1 0,0-2 0,0-6 0</inkml:trace>
  <inkml:trace contextRef="#ctx0" brushRef="#br0" timeOffset="486">10444 10184 9317,'-16'2'2243,"-1"4"0,8 3 0,4 9 1,3 4-1755,2 5 1,0 6 0,0 5 0,0 7-139,0 8 0,6-6 0,-1 4 0,-1-2-893,-3-4 0,5-7 0,-1 1-1019,-1-5 0,0-16-1735,1-7 3296,-3-7 0,-9-19 0,-12-3 0</inkml:trace>
  <inkml:trace contextRef="#ctx0" brushRef="#br0" timeOffset="487">10330 10544 7815,'9'-16'1974,"-4"-1"0,-1 8 1,-1 2-510,3 0 1,7 3 0,-2-5-859,3 2 0,2 1 1,1 6-1,-1 0-884,0 0 0,1 0 0,1 0 0,0 2-709,-2 4 0,6-5 0,-9 7 0,3-3-280,-1 0 0,-2 1 1,3-6-1,0 0 352,1 0 1,-7 0 0,1 0 1061,2 0 0,2 0 0,1 0 261,0 0 1,-5 0-1,0-2-220,2-3 0,-4 3 0,0-5 1,0 1 299,0 1 1,-5-8 13,1 2 0,-3 2 0,-4 0 153,-3 2 0,-4 1 1,-8 6-1,1 0-224,0 0 1,-6 2-1,-2 3 1,1 6-133,-1 4 1,-3 3-1,5 2 1,2 2 107,2-2 1,3 0 0,3 0 0,3 2-869,1-2 0,3-2 1,5-2-1,2-1-1026,3-5 1,4 3 0,8-7 0,1-3-2933,3-1 4418,5-9 0,7-2 0,-1-8 0</inkml:trace>
  <inkml:trace contextRef="#ctx0" brushRef="#br0" timeOffset="488">10902 10479 7815,'-11'-9'733,"2"1"1,0 3 1607,0-1 1,3 1-1400,-5 5 1,6 0-1383,-6 0 1,7 2-38,-1 3 0,3 4 1,4 8 524,3-1 1,-1-5 0,5 0-1,0 1 241,0 3 1,-3-4-1,3 0 1,0 1 209,0 3 0,0 1 0,4 1-78,-2-1 0,-2 0 1,3 1 256,-1-1 1,-7 0 0,1 1 381,-3-1 1,-4 0 0,-3-1-1243,-6-4 1,-4 2-1,-1-8 1,0-1-2028,-1-2 0,1-2 0,0 0 2209,-1 0 0,1-15 0,0-3 0</inkml:trace>
  <inkml:trace contextRef="#ctx0" brushRef="#br0" timeOffset="489">11605 10495 9486,'-9'0'2130,"1"0"0,8 7 1,0 4-1782,0 4 1,0 3-1,2 4 1,2 5-300,1 4-216,8-6 0,-11 4 0,5-5 1,-2-1-1,1 1 0,-1-4-3609,3-2 3067,-7-9 708,7-1 0,-1-23 0,2-3 0</inkml:trace>
  <inkml:trace contextRef="#ctx0" brushRef="#br0" timeOffset="490">11621 10331 8672,'-11'0'2560,"0"0"0,6 0-2731,-6 0 0,5 0-1387,-5 0 1,10 0 1557,1 0 0,7 0 0,9 0 0</inkml:trace>
  <inkml:trace contextRef="#ctx0" brushRef="#br0" timeOffset="491">11801 10658 8206,'-8'17'946,"-2"-1"0,2-5 0,1-2 919,0-2-2031,5 6 0,-5-18 0,7-1 0,0-7 259,0-3 0,5 0 0,2-2 0,1-2 358,-1-2 1,0 0 0,-1 6 316,5-1 1,-2 3 0,2 1-209,1 2 0,-3 8 1,2-3-1,2 6-493,1 6 0,-3 3 0,0 7 0,0 0-216,-2 1 1,4 4 0,-8 3-1,1 0-751,1-1 0,-5-1 0,3-6-3938,-3 1 4838,-2-8 0,0-2 0,0-7 0</inkml:trace>
  <inkml:trace contextRef="#ctx0" brushRef="#br0" timeOffset="492">11981 10168 10348,'-10'2'5199,"5"5"-4814,3 9 0,2 3 0,2 8 1,2 4-229,1 5 0,6 2 1,-6 8-1,1 1-316,1-2 1,-5-5-1,3 0 1,-3-4-1595,-2-5 0,0-9 1,0 0 1752,0-4 0,0-9 0,0-2 0</inkml:trace>
  <inkml:trace contextRef="#ctx0" brushRef="#br0" timeOffset="493">11899 10446 7921,'9'-2'2849,"-4"-3"1,-1 1-1589,1-7 1,-1 7 0,7-1-1669,2 3 0,1 2 0,3 0 0,-1 0-902,0 0 0,1-5 0,1-1 0,2 3-1621,1 1 2930,1 2 0,-5 0 0,-1 0 0</inkml:trace>
  <inkml:trace contextRef="#ctx0" brushRef="#br0" timeOffset="494">12193 10446 7907,'0'11'223,"-2"0"1,-1 1 598,-3 3 1,-1 1-1,3 1 1,-1-1-43,1 0 0,2 1 0,2-1-630,0 0 1,2 1 0,4-3 132,4-3 0,5-2 0,1-5 0,1 1 239,-1-1 0,0-2 1,-1-4-1,-2-2 416,-2-1 1,-1-8-557,7 2 0,-8 2 1,-2-2-505,0-1 1,-5-3 0,2-1 1,-8-1 0,-3 1 0,-6 0 0,2-1-78,-1 1 1,3 5-1,-2 0 1,-2 0-1511,-2 2 0,-3 0 0,-2 5 1708,-2-1 0,-7-8 0,4 4 0</inkml:trace>
  <inkml:trace contextRef="#ctx0" brushRef="#br0" timeOffset="495">376 11476 17837,'0'16'0,"1"0"541,5 1 0,-2 6 0,5 3 0,0 1 386,0 0-793,-6-7 0,10 9 0,-7-7 0,-3-2 0,1-2 0,-1-1-2065,3-1 1591,-1-7 0,-5-3 0,0-12 0,0-5 0,0-5-621,0-6 865,0 4 1,0-13-1,2 4 1,2-2-1,1 0 1,-1 3-1,-2 1 26,-2-1 1,2 6 0,1-1 0,3 2-877,-3 3 0,4 5 0,1 2-222,1 2 0,-4 1 0,6 8 0,2 2 1168,1 1 0,3 15 0,-1-2 0</inkml:trace>
  <inkml:trace contextRef="#ctx0" brushRef="#br0" timeOffset="496">637 11558 7860,'11'14'250,"-2"-1"0,0-4 796,0-2 0,-3 4 0,5-6-176,1-1 0,3-2 0,1-2-494,1 0 1,-1 0 0,-2-2 0,-1-2 27,-2-1 0,-6-6 0,5 4-183,-3-2 1,-2-2 0,-5-5-99,0-1 0,0 6 0,-2 2-322,-3 2 0,-4-4 1,-7 6 363,-1 1 1,6 2 0,0 4 0,-1 3 154,-3 6 1,-1 4-1,1 1 1,3 1-52,1-1 1,2 0-1,-2 1 1,5 1-182,4 4 0,2-4 0,0 3 0,0-2-919,0-3 1,2 0-1,4-1 1,5-2-1084,3-3 1,4-6-1,2 2 1,4-5-379,1-1 2292,3-7 0,4-2 0,1-7 0</inkml:trace>
  <inkml:trace contextRef="#ctx0" brushRef="#br0" timeOffset="497">1013 11574 7620,'-11'0'291,"0"0"667,-1 0 0,2 0 0,1 2 1,0 1 19,0 3 1,4-1 0,-4-3-466,1 3 0,-2-1 0,4 7 8,2 2 1,3-2 0,1 5-353,0 8 0,0-8 1,1 0-1,5-1-336,5-1 0,3-3 0,3-2 30,-1-1 0,0-3 0,1-5 1,-3-2-551,-3-3 0,2 1 0,-6-7 0,0-1 250,1-3 0,-3-1 1,-5-3-1,0-1 159,0-1 0,0-7 1,0 7-1,0-1 553,0-2 1,0 6-1,-2-4 1548,-3 4-487,3 2 1,-5 9-952,7 7 1,2 12 0,3 12 0,6 1 10,3 4 1,-3 4 0,0 3 0,2 2-58,1-1 0,1-3 1,-2-1-1,-4 0 108,-2-1 0,4 1 0,-6 0 0,-1-1-93,-2 1 0,-2-6 0,0-1 0,-2-3-146,-3-3 0,-4 4 0,-8-4 0,1-4-254,-1-3 1,-1-4 0,-2 2 0,-1-4-466,1 1 1,0-7 0,-2 3-1,-5-9-2365,-4-12 0,3-1 1,3-9 2875,1-2 0,-12-2 0,2-2 0</inkml:trace>
  <inkml:trace contextRef="#ctx0" brushRef="#br0" timeOffset="498">1340 11378 7172,'7'-9'-85,"-5"0"540,4 3 233,-5 4 0,-1-7 506,0 4 1,2 3 601,4-4 225,-5 5-896,7 1 0,-8 1 0,0 5-162,0 5 0,0 5 1,1 4-1,3 6-781,2 4 1,1 0 0,-4 8 0,5-4-234,1-1 0,-6 0 1,5-3-1,-3-2-626,1-7 1,1-2 0,-4-3-3823,3 0 3338,-1 1 1,-5-6-2706,0-1 3866,0-6 0,-7 3 0,-2-7 0</inkml:trace>
  <inkml:trace contextRef="#ctx0" brushRef="#br0" timeOffset="499">2272 11541 15627,'-8'11'255,"-3"0"1,2 0 0,0 5 0,0 1-532,0-1 60,6 0 0,-5 6 1,8 0-1,0-2 1,0-2-447,0-2 0,8-1 421,2-4 1,-1-4 0,2-7 0,0-2 0,0-1 0,0-5-455,2-1 677,-6-2 1,6-5-1,-8 0 1,1-1-1,-1 1 1,1 0-1,-3-1 9,-1 1 0,-2 5 0,0 0 1,0-2 60,0-1 0,0 3 1106,0 0 936,0 7-1453,0-3 0,0 9-430,0 3 1,0-1 0,0 7-1,2 2-40,3 1 0,-1-1 0,5 3-239,-2 8 0,4-6 0,-4 0 0,1-1-357,-1-5 0,0-1 1,-3 2-1,3-4-2060,2-2 0,-3-1 2485,5-6 0,-1-8 0,7-1 0</inkml:trace>
  <inkml:trace contextRef="#ctx0" brushRef="#br0" timeOffset="500">2648 11476 8011,'-17'0'5715,"8"0"-4777,2 0 1,7 2-298,0 3 1,-6-1-1,-1 5 1,0 0-382,0 0 0,-1 0 0,5 4 0,-3-2-333,3 1 0,1-3 0,2 2-219,0 2 1,0-4-1,2 0 1,1 0-69,3 0 1,6-5-1,-1 3 1,4-1 270,1-1 0,1 2 0,-1-3 0,0 1 216,1-1 0,-1 3 0,0 1 21,1 1 1,-6-6-1,-2 5 564,-2-1 0,-2-3-164,-5 6 1,0-4 171,0 5 0,-7-8-347,-4 3 1,-3 1 0,-3-1 0,1-3-133,0-1 0,-1-2 0,1 0-759,0 0 1,-1 0-1,1 0-1268,0 0 0,-1 0 977,1 0 0,5 0 0,2-2 809,2-3 0,-6-4 0,4-8 0</inkml:trace>
  <inkml:trace contextRef="#ctx0" brushRef="#br0" timeOffset="501">3726 11508 11368,'-9'-7'2363,"2"5"-1830,7-5 0,-2 7 0,-1-2 229,-3-3-500,1 3 0,3-5 0,-4 7-15,-5 0 1,4 2-206,2 3 0,-2-1 0,-1 7 1,1 1-1,0 3 0,3 3-109,2 4-19,2-4 1,0 11 0,0-5 0,0 1 0,0 2 0,0-1-1,2-4-179,4-4 1,3-2 0,7-1-1,0-3-21,1-1 1,-1-7 0,0 1-1,1-3 293,-1-2 0,-1-2 1,-3-1-1,-1-5 149,2-1 0,1-2 1,1-5-134,-4 0 1,2-1 0,-8 1 0,-1 0 22,-3-1 0,5 1 1,-1-2-1,-1-2 33,-2-2 0,-2 0 0,-2 6 1,-2 0 19,-1-1 0,-6-5 0,4 2 0,-2 4-52,-4 3 0,4 4 0,-2-3-333,-2 1 0,4 7 1,-2-1-965,-1 3 1,2 4 0,1 3-6,2 6 1,2 3 0,5 3 1254,0-1 0,0 0 0,0 1 0</inkml:trace>
  <inkml:trace contextRef="#ctx0" brushRef="#br0" timeOffset="502">3955 11574 16437,'15'2'1485,"-3"1"1,-1 5 0,2 1-640,2 3 0,3 3 0,2 1 0,3 1-475,3-1 1,-4 0 0,3 1 0,-1-1-571,-4 0 1,-2 1-1,-2-3 1,-1-1-1072,-5-2 1,3-6 0,-6 4-4697,3-1 3836,-7-3 1,4-7 1097,-7-3 0,0-4 0,0-8 1032,0 1 0,-7 0 0,-2-1 0</inkml:trace>
  <inkml:trace contextRef="#ctx0" brushRef="#br0" timeOffset="503">4266 11476 7271,'-11'0'3089,"0"0"1,5 0-1330,-4 0 0,4 0-975,-5 0 1,6 5 0,-4 2 0,0 3 10,0 2 1,3 3 0,-5 1 0,-2 2-491,-1 4 1,-2 4-1,-1 6 1,1 1-518,0 0 0,5-6 0,2-2 0,0-1-2255,-1-4 0,7-2-1305,-3-2 0,6-7 3771,6-3 0,3-12 0,7-3 0</inkml:trace>
  <inkml:trace contextRef="#ctx0" brushRef="#br0" timeOffset="504">4609 11378 7798,'-11'2'637,"0"3"0,0-3 1170,-5 3-342,7-3-704,2-2 0,7 2 0,0 3-158,0 6 0,0-2 1,0 2-285,0 2 1,1 1 0,3 5 0,3 1-1,1 3-3,-1 3 1,0 1 0,-3 6 0,1-1-417,-1 1 1,3-6-1,-1-1 1,-3-3-449,-1-3 0,3-2-4598,1-1 4002,-1-8 0,-5-4 565,0-10 579,0 3 0,-7-20 0,-2 4 0</inkml:trace>
  <inkml:trace contextRef="#ctx0" brushRef="#br0" timeOffset="505">4560 11459 9544,'-9'0'1698,"2"0"1,8 0 0,5 0-1,5-1-590,3-5 1,3-1 0,-1-6-1,2 2-583,4-1 0,-2-3-355,7-1 1,-5-1-1,3 1 1,-1 1 0,-4 3-1,-2 3-1196,-2 1 0,-5-2-1379,0 4 1,-5 1-531,5 5 2527,-8 0 408,-3 7 0,-2 2 0,-5 7 0</inkml:trace>
  <inkml:trace contextRef="#ctx0" brushRef="#br0" timeOffset="506">4625 11574 8107,'-16'0'185,"5"0"4967,0 0-3668,8 0 0,3 0 1,10 0-797,5 0 0,1 0 0,1 0 0,-1 0-570,0 0 0,1 0 0,-1 0 0,2 0-1188,4 0 1,-9-2 0,3-2 0,-1-1 1069,-1 1 0,2-5 0,1 0 0</inkml:trace>
  <inkml:trace contextRef="#ctx0" brushRef="#br0" timeOffset="507">4936 11443 7813,'0'16'2699,"0"1"1,0-6 0,0 0-2164,0 1 1,0-3 0,0 2 0,0 4-154,0 5 1,7 0-1,2 5 1,0 1-87,-3-1 0,1 0 0,-2 3 0,-1-5-1153,-2 1 0,3-6 0,1 4-5413,-3-4 3153,-1-9 3116,-2-2 0,0-7 0</inkml:trace>
  <inkml:trace contextRef="#ctx0" brushRef="#br0" timeOffset="508">4920 11476 11280,'-8'-2'1416,"8"-3"0,8 1 0,8-7 0,2 0-823,4 2 0,-2-6 0,5 6 0,1-2-338,-1 1 1,-5 4 0,2-3-828,-4 2 0,-2 0 1,1 3-1,-1-2-4656,0 3 5228,-7 1 0,6 2 0,-6 0 0</inkml:trace>
  <inkml:trace contextRef="#ctx0" brushRef="#br0" timeOffset="509">5001 11656 9184,'-9'10'2142,"4"1"1,10-7 0,6 1 0,5-3-1686,6-2 1,-4 0-1,6 0 1,-2-2-208,0-3 1,1 3 0,-5-5-317,-1 0 0,3 3 0,-9-5 0,3 0 66,2 0 0,1-2 0,-1-5 0</inkml:trace>
  <inkml:trace contextRef="#ctx0" brushRef="#br0" timeOffset="510">5443 11459 8578,'-17'0'3276,"8"0"1,2 2 0,7 4-2654,0 5 1,0 9 0,2 3 0,1 3-254,3 3 0,5 2 0,-4 1 1,0 1-402,0 0 1,1-1-1,-5-1 1,3-4-1332,-3-5 1,1-4-2698,2-1 0,-5-10 4059,5-7 0,3-7 0,0-10 0</inkml:trace>
  <inkml:trace contextRef="#ctx0" brushRef="#br0" timeOffset="511">5426 11492 7813,'0'-11'2133,"0"0"1,2 2 0,2-3 0,3 2-1179,2 3 1,-4-4-1,6 6 1,2-1-696,2-1 0,1 5 1,0-3-1,1 3-586,-1 2 0,-5 0 0,0 0 0,1 0-1190,3 0 0,-4 0 1,0 2-3485,2 3 5000,-6-3 0,7 13 0,-5-6 0</inkml:trace>
  <inkml:trace contextRef="#ctx0" brushRef="#br0" timeOffset="512">5475 11705 8368,'-5'11'3689,"-1"-1"1,3-6-3161,8 2 1,4-5 0,8-1-688,-1 0 0,-5 0 0,0 0 0,1 0-3854,3 0 4012,1-7 0,8-9 0,1-10 0</inkml:trace>
  <inkml:trace contextRef="#ctx0" brushRef="#br0" timeOffset="513">5868 11459 9389,'-17'0'5031,"8"2"-4476,4 4 1,3-3 0,2 8 0,0 2-46,0 1 1,0 3 0,0-1 0,0 2-91,0 4 1,0-2 0,0 6-1,2-1-159,3 0 0,-3 1 0,3 1 0,-1-3-685,1-1 1,-3-5 0,4 4 0,-3-4-142,3-1 0,-4-6-4175,3 0-543,-3-8 5283,-2-3 0,7-9 0,2-7 0</inkml:trace>
  <inkml:trace contextRef="#ctx0" brushRef="#br0" timeOffset="514">5802 11508 7813,'-9'-1'2616,"4"-5"1,3 3-1725,2-8 0,0 5 0,2-3 0,1 0 18,3 0 1,6 5 0,-1-3-1,4 2-377,1-1 0,1 1 0,-1 5 0,0-2-550,1-4 1,-1 5 0,0-5 0,1 4-1591,-1 2 0,-5 0 1,0 0-1240,1 0 0,3 0 2846,1 0 0,1 8 0,-1 1 0</inkml:trace>
  <inkml:trace contextRef="#ctx0" brushRef="#br0" timeOffset="515">5868 11639 11276,'-10'17'4915,"5"-8"0,10-2-3419,6 0 0,4-5 0,1 3 0,1-3-1328,-1-2 1,0 2-1,1 2-992,-1 1 1,0 1-1,1-6 1,-1 0-1915,0 0 1,-5-6 0,0-1 2737,2-2 0,1-9 0,3-8 0</inkml:trace>
  <inkml:trace contextRef="#ctx0" brushRef="#br0" timeOffset="516">6342 11394 16653,'0'16'414,"0"-3"0,0 2 1,0 5 415,0 3-852,0-3 0,0 13 1,1-2-1,3 5 1,1 0-1,-1-1 0,-2-2-225,-2-1 1,2-1 0,1-4-339,3-5 1,-1-4-1806,-5-1 1,2-8 1740,3-4 1,-3-10-1,4-6 1,-4-4-1,-2-3 649,0-4 0,7-3 0,2-8 0</inkml:trace>
  <inkml:trace contextRef="#ctx0" brushRef="#br0" timeOffset="517">6358 11427 15538,'7'-11'2226,"4"2"-2147,4 1 0,-5 3 1,1 5-746,2 0 0,-4 0 0,2 0-1434,2 0 0,1 0-1609,3 0 3709,-8 0 0,5 0 0,-5 0 0</inkml:trace>
  <inkml:trace contextRef="#ctx0" brushRef="#br0" timeOffset="518">6358 11607 13215,'16'-2'2083,"2"-2"-2682,4-1 0,-4-3 0,4 5 0,-4-5 138,-1-1 461,-1 6 0,8-12 0,1 6 0</inkml:trace>
  <inkml:trace contextRef="#ctx0" brushRef="#br0" timeOffset="519">6668 11361 7786,'0'17'1912,"0"-6"0,-1-1-760,-5 3 1,4-4-1,-3 2 1,3 2-724,2 1 0,0 3 0,0 1 0,0 4-400,0 5 1,2-2 0,2 3 0,1 1-98,-1 2 0,3-4 1,-2-2-1,-1-1-591,-2-4 1,-2-2-1,2-3-1042,3-5 1,-3 0 752,3-5 1,-3-10 0,-2-1 947,0-7 0,0-3 0,0 0 0</inkml:trace>
  <inkml:trace contextRef="#ctx0" brushRef="#br0" timeOffset="520">6636 11459 7693,'0'-10'1451,"0"-1"0,2 7 644,3-1 0,-1-3 1,7 3-1750,1 1 0,8 1 0,2-1 1,0-2-1,1 3 0,-3-1 0,8 1 0,-1-3 75,-2 3 1,1 1 0,-6 0-4063,1-4 0,1 5-1407,-5-5 5048,-8 4 0,-2 10 0,-7 1 0</inkml:trace>
  <inkml:trace contextRef="#ctx0" brushRef="#br0" timeOffset="521">6701 11558 7786,'-7'16'2457,"5"0"1,-3-1-1,10-4 1,6-6-1716,3-3 0,3-2 0,1 0 0,2 0-399,2 0 0,1-2 0,-3-2 1,2-1-347,-2 1 0,0-3 0,0 0 3,2-2 0,0-2 0,-6-5 0</inkml:trace>
  <inkml:trace contextRef="#ctx0" brushRef="#br0" timeOffset="522">7355 11443 24995,'-9'2'205,"2"2"-157,-1 1-33,-1 0 0,-2-3 0,0 4 1,-1 3-46,-3 0 46,6 5 0,-4-5 0,8 8 1,-1-3-1,1-1 182,0-2-196,-1 0 1,6 5 0,0 1 0,0-1 0,0 0 0,0 1 0,0-1-36,0 0 0,0-5 1,0 0-1,2 2-17,3 1 0,-3-3 0,5 0-5,1 2 0,1 1 1,7 1 351,1-4 0,-7 2 0,1-8 0,0 0-179,-2 3 0,6-7 0,-4 5-696,3-4 1,-3-2 0,0 0 0,0-2-615,-2-4 1,6-1 0,-6-5 0,2 1 198,-1-2 0,-4-2 1,3-1 992,-2 0 0,6-8 0,-4-1 0</inkml:trace>
  <inkml:trace contextRef="#ctx0" brushRef="#br0" timeOffset="523">7600 11443 8737,'0'-9'8629,"0"2"-4809,0 7-2885,0 0 0,0 7 1,0 4-647,0 3 0,0 8 0,0 2 0,2-1-206,3 1 0,-3 5 0,4-3 0,-5 1-1158,-1 0 1,2-7-1,2 2-2238,1-4 0,3-3 2341,-3-5 0,2-4 0,4-12 199,-5-4 1,-5-5 0,-1-1-288,0-1 0,0 1 0,0-2 759,0-4 0,0 9 0,0-3 0,0 1 301,0 1 0,-5-2 0,0-1-11,1 1 1,-3-1 0,1 1 269,3 0 1,-5 5-1,3 0 1249,1-2 1,1 6-295,-3 2 0,4 1 11,-3-2 1,9 3-1,3-6 428,2 1 1,2 3 0,5 3-912,0-3 1,1 3 0,-1-3 0,0 3-1443,1 2 0,-1 0 0,1 0 22,-1 0 1,-5 0 0,0 0-209,1 0 1,-3 0-3174,2 0 1,-7 2 4058,1 3 0,-3-3 0,-2 5 0</inkml:trace>
  <inkml:trace contextRef="#ctx0" brushRef="#br0" timeOffset="524">7698 11541 7788,'0'9'2457,"0"-1"1,2-8-1,2 1 1,3 3-1072,2 1 0,2 1 1,5-6-1278,1 0 1,-1 0-1,0 0-739,1 0 0,-1 0 0,-2 2 1,-1 1-1898,-2 3 1,-6-1 0,6-5 2526,2 0 0,-6-7 0,1-2 0</inkml:trace>
  <inkml:trace contextRef="#ctx0" brushRef="#br0" timeOffset="525">7714 11786 9059,'-14'2'2356,"3"4"-576,-3-5 80,12 7 0,-4-8-323,12 0 0,3 0 0,7 0-895,0 0 1,1 0 0,-1-2 0,1-2-816,-1-1 0,6-1 1,-1 6-1,-1 0-939,-1 0 0,-3-5 1,0-1-1,1 3-3793,-1 1 4905,-7-5 0,13 5 0,-4-5 0</inkml:trace>
  <inkml:trace contextRef="#ctx0" brushRef="#br0" timeOffset="526">376 12342 10111,'0'-9'7640,"1"2"-5736,5 7 1810,-4 0-2671,5 0 1,-7-2-232,0-3 1,-2 3-756,-3-4 1,1 4-313,-7 2-237,8 0 0,-12 0 214,4 0 0,4 2 1,1 4 177,5 5 0,1 3 0,0 3 1,0-1 88,0 0 1,0-5 0,0 0 0,0 2-239,0 1 1,0-3 0,0 0-48,0 2 1,0-4-728,0 2 607,0-8 0,1 5 100,5-8 1,-3 0 3,8 0 0,-5 0 252,5 0 1,0 0 0,3-2-1,-1-2 115,-2-1 0,-6-1 0,6 6 96,2 0 0,1 0 0,1 2 30,-4 4 1,1-3 0,-4 6 139,1-1 0,-4 4 0,4-1 196,-1 4 0,-3-4 0,-5-1-223,0 3 1,0-4 0,-2 2-1,-3 0 138,-6-2 1,2 0 0,-2-3-93,-2 5 0,-1-2 1,-3 0-745,1-2 1,0 4-1110,-1-6 0,1 1-282,0-6 1,5 0-1484,0 0 0,7-2-572,-1-3 3850,3 3 0,9-13 0,2 6 0</inkml:trace>
  <inkml:trace contextRef="#ctx0" brushRef="#br0" timeOffset="527">801 12669 8937,'-11'16'0,"2"1"3188,1-1 1,-3 1 0,6-1 86,1 0 0,3 1-2989,1-1-2202,0 0 1,1-7 1915,5-3 0,3-19 0,7-5 0</inkml:trace>
  <inkml:trace contextRef="#ctx0" brushRef="#br0" timeOffset="528">1242 12653 7439,'0'9'1081,"0"-2"-708,0-7 1348,0 0-1760,0-7-1599,0 5 212,0-5 1426,0 7 0,0 0 0,0 0 0</inkml:trace>
  <inkml:trace contextRef="#ctx0" brushRef="#br0" timeOffset="529">1258 12685 8399,'-9'0'1876,"2"0"-1303,7 0-151,0 0-452,0 8 0,0 1 78,0 7 1,0 1 0,0-1-54,0 0 0,5-5 0,1 0-171,-3 2 1,-1-4 132,-2 2 0,2-8-182,4 3 141,-5-4 1,7-10 0,-8-3 0,0-5 84,0-6 1,0 4-1,0-4 1,0 4 9,0 2 1,0-1-1,1 3 1,3 1 203,1 2 1,1 6 0,-6-6 120,0-2 1,0 4-2,0-2 1,2 8-279,3-3 1,-1 4 0,7 2 71,1 0 0,-2 0 0,0 0-6,3 0 0,-4 0 0,0 2 0,0 2 48,0 1 1,-5 8 0,3-2-47,1 3 0,-5 3 0,6-1 1,-1 0-39,-5 1 1,-1 1-1,0 2 1,1 2-10,3-2 1,-1-2 0,-5-2-844,0 1 0,0-1-2444,0 0 2114,0-7 0,0-3 0,0-12 1095,0-5 0,-7-3 0,-2-2 0</inkml:trace>
  <inkml:trace contextRef="#ctx0" brushRef="#br0" timeOffset="530">1569 12718 9174,'7'15'1251,"4"-4"0,-2 1 1,2-6-1,2-3-1233,1-1 0,3-2 0,-1 0 1,0-2-343,1-3 0,-1 1 0,0-7 288,1-1 1,-7 3 0,0-2-622,-3-2 0,-2 4 448,-5-2 0,-2 0 301,-3-5 1,1 7 0,-7 1-51,-1 1 0,-3 5 1,-1-3 96,0 3 1,5 4 0,0 2 131,-2 1 1,0 8-1,1-4 1,3 2 74,1 0 0,3 1 1,5 8-1,0 2-71,0-2 1,0 0 0,0 0 0,2 2-348,3-2 1,-1-2 0,7-4-1,1-1-556,3-2 0,3-7 0,2 1 0,2-3-401,-2-2 0,-2-2 0,-2-3 0,2-6 1029,4-4 0,-4-8 0,6-3 0</inkml:trace>
  <inkml:trace contextRef="#ctx0" brushRef="#br0" timeOffset="531">1961 12653 7789,'2'25'2162,"2"-1"-976,1-1 0,6-8 1,-4 5-1,0 0-534,1-2 1,-1-5 0,-2-2-879,6 1 1,-2-3 0,2 1-55,2-3 0,-4-2 0,0-7-4366,-2-3 4646,-1-4 0,1-7 0,2-1 0</inkml:trace>
  <inkml:trace contextRef="#ctx0" brushRef="#br0" timeOffset="532">2125 12604 8609,'-11'14'2617,"2"-1"1,-1-4-2015,1-2 0,4 6 0,-4-2-107,2 3 0,-4 3 0,3-1 1,1 1-577,0-1 1,-4 0-1,6 1 1,-1-1-858,-1 0 1,3 1 0,-5-1-128,2 0 1,0-1-1,3-2-1919,-1-3 2983,-1-6 0,13 3 0,2-7 0</inkml:trace>
  <inkml:trace contextRef="#ctx0" brushRef="#br0" timeOffset="533">2272 12260 7778,'-8'11'1359,"-3"0"262,-3 2 0,3 1 1,2 3-1155,2-1 1,1 1-1,6 1 1,0 2-277,0 1 1,0 10 0,2 0 0,2 7-186,1 4 0,1 0 1,-5 3-1,3-3-555,1-2 1,3-2-1,-5-7 1,3-4-1348,-3-5 1,-1-4 7,-2-1 1888,0-8 0,0-2 0,0-7 0</inkml:trace>
  <inkml:trace contextRef="#ctx0" brushRef="#br0" timeOffset="534">2141 12587 13843,'16'0'929,"-1"2"0,-3 2-1243,-1 1 0,2 1 0,7-6 1,4 0 313,1 0 0,-5 0 0,4 0 0</inkml:trace>
  <inkml:trace contextRef="#ctx0" brushRef="#br0" timeOffset="535">2827 12636 7592,'-14'2'666,"3"4"1,-4-3-1,6 8 1,0 2 810,4 1 1,3-3 0,2 0-1,0 2-1373,0 2 1,0 3 0,0 2 0,2 1-271,3-1 1,-1-1 0,5-3 0,-2 0-1045,-3 1 0,3-6-2998,-1-1 3003,6-6 0,-10-6 1205,4-14 0,-12 0 0,-3-8 0</inkml:trace>
  <inkml:trace contextRef="#ctx0" brushRef="#br0" timeOffset="536">2811 12457 9023,'0'-17'3323,"-2"8"-1201,-3 4 1,3 5-1535,-4 5 1,5 4-2779,1 8 0,0-6-2042,0-1 4232,7-6 0,2 11 0,7-6 0</inkml:trace>
  <inkml:trace contextRef="#ctx0" brushRef="#br0" timeOffset="537">2991 12735 7607,'-7'16'0,"-3"0"920,1 1 0,-3-1 0,4 0 2163,-1 1-3159,6-8 1,-5-4 162,8-10 1,6-4 0,-1-8 0,1 1 28,1 0 1,-3-1 0,7 1 25,1 0 1,1 5-1,0 2 1,-4-1 354,-2 1 0,6 6 0,-2-3-48,3 4 1,-3 2-1,0 0-342,2 0 1,-4 8 0,0 3-948,-2 3 0,4 3 0,-6-1-3319,-1 0 4159,-2-7 0,5 6 0,2-6 0</inkml:trace>
  <inkml:trace contextRef="#ctx0" brushRef="#br0" timeOffset="538">3481 12604 7607,'-18'0'530,"-2"2"0,-4 1 527,-1 3 1,3 6 0,-3-3 0,-1 2-363,1 0 1,5-2 0,-4 4 0,3-2 323,-1 2-908,7-6 0,10 6 0,10-8-791,6-1 0,4-2 0,3-2 0,4 1 512,5 5 1,-2-4 0,1 5-1,-3-2 524,-3 1 0,4 5 0,-2-6 1,-2 1 340,-2 1 0,-2 2 72,1 7 1,-3 1-912,-3-1 0,-11-5 1,-11-2-1,-3-2-254,-3-3 1,-5-2 0,-1-2 0,-3 0-649,-3 0 0,6-6 0,-1-1 0,2-2 1044,0-4 0,1-1 0,4-3 0</inkml:trace>
  <inkml:trace contextRef="#ctx0" brushRef="#br0" timeOffset="539">3628 12342 7597,'-14'17'0,"1"-3"238,2-3 0,6 2 0,-4-6 0,1 2 1311,5 4 0,1 1 0,2 3 0,0-1-1254,0 0 0,0 8 1,0 3-1,2 4-392,3 2 1,-1 5 0,5 0 0,-2-2-96,-3-1 0,-1-2 0,1-3 1,1-1-236,-1-1 0,-2-14 0,-2 3 427,0-3 0,0-7 0,0 1 0</inkml:trace>
  <inkml:trace contextRef="#ctx0" brushRef="#br0" timeOffset="540">3498 12702 8451,'-8'-9'8028,"6"1"-7987,-5 8 0,14-1 1,4-3-833,4-1 1,1-1-1,1 4 1,1-1-186,3-3 0,-2 1 1,2 3-1,-2-2-67,-3-1 0,0-1 0,2 6 1043,4 0 0,-9 0 0,1 2 0,-3 4-28,-2 5 0,-3 3 0,3 2 0,-2 3 634,-3 2 0,3-1 1,-1 6-1,-3-3 260,-1-3 1,-2 4 0,0-2 0,0-2-131,0-2 1,0-7-1,-2-2-133,-3-2 0,1-1-123,-7-6 1,8-2 0,-5-4-203,1-4 0,5-5 0,-3-1 1,3-1-170,2 1 1,0-2 0,0-4-147,0-5 0,5 3 0,3 2-3198,1 4 0,-4 4 3235,6 3 0,0-11 0,5 4 0</inkml:trace>
  <inkml:trace contextRef="#ctx0" brushRef="#br0" timeOffset="541">3890 12735 7603,'0'16'3836,"0"0"-3185,0 1 0,0-1 0,0 2-166,0 4 1,0-8 0,0 6-124,0 0 0,2-1 0,1-7 0,4-1 2,3 2 0,0-6 0,7-1 95,-1-5 0,1-1 1,-1-1-557,0-5 1,1-3 0,-3-7 0,-1-1-454,-2 1 0,-2-2 0,2-2 0,-4-2-120,0 2 1,-5 2-1,5 2-1743,1-1 0,-7 6 2413,5 0 0,-4 1 0,-2-7 0</inkml:trace>
  <inkml:trace contextRef="#ctx0" brushRef="#br0" timeOffset="542">4282 12735 7643,'-16'5'1273,"-1"0"1,6 3 0,1-5-207,-3 3 0,4 5 0,-2-6-576,-2-1 0,6 5 1,0 0-193,-1 0 0,7 6 0,-5-5-81,4 5 1,2 1 0,0 1 0,2-1-149,4 0 1,-3 1 0,8-3 0,0-1-516,-2-2 1,6-8 0,-5 3 0,5-4-654,1-2 1,1 0-1,-3-2 1,-1-4-1500,-2-4 2597,0-5 0,5-9 0,0-1 0</inkml:trace>
  <inkml:trace contextRef="#ctx0" brushRef="#br0" timeOffset="543">4527 12326 11231,'-5'16'2640,"-1"1"0,3 1-2019,1 3 1,2 7 0,0 10-1,0 5-235,0 5 0,0 1 0,2 0 0,1 0-917,3 0 1,1-7 0,-3-4 0,1-6-1511,-1-4 0,-1-5 0,1-6-2936,1-1 4977,1-7 0,1-2 0,2-7 0</inkml:trace>
  <inkml:trace contextRef="#ctx0" brushRef="#br0" timeOffset="544">4429 12669 9362,'-9'0'4915,"4"6"0,10-1-4719,6-1 0,4-3 1,1 1-1,0 2-949,1 1 1,-1 1 0,0-6 0,1 0-2116,-1 0 1,0 5 2867,1 1 0,-1-1 0,0-5 0</inkml:trace>
  <inkml:trace contextRef="#ctx0" brushRef="#br0" timeOffset="545">4723 12767 7643,'0'17'1042,"0"1"1,0 4 277,0 5 0,0-7 1,0 0-1,0 0-720,0-2 0,0-5 0,0-3-1364,0 3-920,0-6 0,2-1 1684,4-12 0,-5-10 0,7-9 0</inkml:trace>
  <inkml:trace contextRef="#ctx0" brushRef="#br0" timeOffset="546">4740 12473 7643,'-11'2'4830,"0"3"1,2 4-4525,-2 8 0,2-3 0,5-1-2397,-1-2 0,1 0 2091,10 5 0,-5 0 0,7 1 0</inkml:trace>
  <inkml:trace contextRef="#ctx0" brushRef="#br0" timeOffset="547">4887 12767 7643,'-2'15'0,"-2"-3"818,-1-1 0,-1-5 1,6 5-1,0 1-286,0 3 1,0-4-1,0 0 1,0 1-348,0 3 1,0-4 0,0 0-1,0 1-66,0 3 1,6-4 0,1-2 173,2-2 1,2-1 0,6-6-39,-1 0 0,0 0 0,1 0-206,-1 0 0,-2-8 0,-1-1 0,-4-2 33,-2 1 0,4-1 1,-3-6-1,-1 1-131,0 0 0,-1-1 1,-6 1-1,0 0 314,0-1 0,0 1 1,-2 1-1,-4 3-105,-5 1 1,2 5 0,-2-3-1498,-1 2 1,-3 2-2253,-1 5 3589,0 0 0,-1 7 0,1 2 0</inkml:trace>
  <inkml:trace contextRef="#ctx0" brushRef="#br0" timeOffset="548">5132 12800 7643,'11'7'1141,"0"4"0,-6 4 1,6 1 178,2 0 1,-4 1 0,0-1-528,-2 0 1,1 1-1,-5-1 168,3 0 1,5 1-1054,-6-1-164,8-7 0,-10-2 0,6-8 208,-1-5 1,-1 3-1,-3-8 1,1-4 60,-1-5 1,-3 2-1,1-6 1,2 3 49,1-1 1,1-2 0,-4 4-1,1-2 56,3 2 1,1 2-1,-3 2 3,1 0 0,8 1 1,-4 2 159,0 2 0,0 8 0,-4-3 121,6 4 1,2 4 0,0 4-1,-4 5-116,-2 3 0,4 3 1,-4-1-1,1 2-627,-1 4 0,4-4 1,-6 4-998,-1-4 1,3-2 0,-2 1-1720,-1-1 3056,-2-7 0,-2-2 0,0-7 0</inkml:trace>
  <inkml:trace contextRef="#ctx0" brushRef="#br0" timeOffset="549">441 13323 8408,'-9'0'4129,"0"0"-2797,3 0-755,5 0 0,-9 0 55,5 0 1,1 0-388,-6 0 1,4 0-207,-5 0 0,6 2-43,-6 3 0,2 4 1,-2 8-1,4-1 0,1 0-42,1 1 1,-6 1-1,5 2 1,1 4-35,-2 1 1,5-3-1,-4 3 1,5 1 1,1-1 0,0 0 0,0 3 0,1-5-224,5 1 1,-3-11 0,8 3-36,2-1 0,2-3 1,1-1 35,0-5 0,1-5 0,-1-2 0,0-5-124,1-5 1,-6-3-1,-1-3 1,1 1 30,-2 0 0,4-1 0,-6 3 0,1 1 225,-1 2 1,-2 6-1,-5-6 438,0-2 0,0 4 116,0-2 0,-5 6 0,-2-4 0,-2 1-45,-4 5 1,4 1 0,-2 2-192,-2 0 0,-1 0-1143,-3 0 0,3 7-566,3 4 0,4 4 1560,7 1 0,0 0 0,0 1 0</inkml:trace>
  <inkml:trace contextRef="#ctx0" brushRef="#br0" timeOffset="550">621 13634 7661,'-17'14'1285,"1"-3"1,5 2-1,0-6 1286,-1 2 1,4-3-3694,3 4-277,3-6 0,4 3 0,3-7 1399,6 0 0,4-7 0,1-2 0</inkml:trace>
  <inkml:trace contextRef="#ctx0" brushRef="#br0" timeOffset="551">1144 13503 8437,'-9'0'1840,"-6"0"0,13 2 0,-3 3-1413,3 6 0,2 5 0,0 4 0,0 2 99,0-2-406,0-2 0,0 4 0,0 0 0,0-2 0,0-2 0,0-2 0,0 1-130,0-1 14,7-7 0,-3 0 0,7-5 0,2-1 0,1-4-258,3-8 0,-7-4 1,1-2-1,0 1 29,-2-4 1,4 3 0,-6 4-1,2-2-388,4-1 1,-6-2 0,1 1 0,-3 2-1229,0 2 1,8 1 1840,-2-7 0,4 1 0,1 0 0</inkml:trace>
  <inkml:trace contextRef="#ctx0" brushRef="#br0" timeOffset="552">1422 13454 7661,'-8'9'1197,"-1"5"1,-7-3-4,0 4 0,-1-4 0,3 0 0,1 0-605,2-2 0,8 5-931,-3-3 0,4-2 0,4 0 241,4-2 1,3 4-1,7-5 1,2-1-27,4 3 0,-4-5 0,4 6 0,-4-1 332,-2-5 0,1 4 1,-3 1 445,-3 1 0,-2-4-393,-3 6 0,-4 0 0,1 4-385,-6-5 1,-7 3 0,-6-6 0,0 1-867,-1-1 0,1 0 0,0-3-1264,-1 1 2257,1 1 0,0-14 0,-1-1 0</inkml:trace>
  <inkml:trace contextRef="#ctx0" brushRef="#br0" timeOffset="553">1683 13666 7579,'17'0'0,"-1"2"656,0 4 0,-5-5 1,0 5 257,2-4 0,1-2 1,1-2-545,-4-4 1,-2 3 0,-6-8-250,3-2 1,-1-1-285,-5-3 1,-1 3 0,-3 1 82,-2 2 1,-6 7 0,1-1 0,-4 3 113,-1 2 1,0 0-1,-1 0 1,1 0 55,0 0 1,-1 2 0,1 2 0,0 3 410,-1 2 1,6-4 0,2 6-1,0 2 285,0 2 0,5 1 0,-1 0 1,3 1-490,2-1 0,0 6 0,2 0 0,3-2-351,6-2 0,6-2 1,3 0-1,3-1 81,3-4 1,-1 2 0,4-8-28,-2-1 0,1-10 0,4-3 0</inkml:trace>
  <inkml:trace contextRef="#ctx0" brushRef="#br0" timeOffset="554">2680 13421 7655,'-14'2'477,"1"2"515,2 1 1,6 0 0,-4-3-598,1 4 0,3-3 0,5 8 0,0 2 0,0 1 0,2 3 0,1 1-106,3 4 1,6-2 0,-2 5-1,0 1-504,1-1 1,-2-3 0,2 3 0,-3 1-123,-1-1 0,-5-5 0,3 4-791,-3-1 0,-2-4-1164,0 2 2292,0-10 0,-7-4 0,-2-7 0</inkml:trace>
  <inkml:trace contextRef="#ctx0" brushRef="#br0" timeOffset="555">2582 13617 9284,'-7'0'2349,"7"0"1,9 0-2062,6 0 1,6 0-1,3-2 1,1-1-496,4-3 0,-3-5 0,-1 4 0,1-2 180,-1-4 0,-5 4 0,2 0 0,-4 0 27,-2 0 0,1-2 0,-1-5 0</inkml:trace>
  <inkml:trace contextRef="#ctx0" brushRef="#br0" timeOffset="556">2876 13421 11618,'0'24'505,"0"-4"1,0 7 0,0 2-86,0 2 1,0 2-1,0-1 1,2 1 11,4 0 0,-5-1 1,5 1-1076,-4 0 1,-2-13-562,0-4 0,0-12 913,0-4 0,2-8 1,1-8-1,4-2 120,3-4 1,-5 4-1,6-6 1,2 3 275,1-1 0,-3 0 0,0 6 561,2-1 0,1 8 0,2 4-125,1 3 0,-6 4 1,-2 3-1,-2 6-83,-3 4 0,-2 6 0,-1 1 0,3 0-179,1 2 0,1-6 0,-6 4-3325,0-4 0,0-7 3046,0 0 0,-7-8 0,-2 4 0</inkml:trace>
  <inkml:trace contextRef="#ctx0" brushRef="#br0" timeOffset="557">3187 13683 9782,'9'1'2917,"-2"3"-2195,1 2 0,-5-1-1028,8-5 1,-2-7-180,2-4 1,2 2 0,-8-2 158,-1-2 1,-2 4 0,-4 0 286,-4 2 0,5-1 1,-7 5-1,1-3 198,-4 3 0,2 1 1,0 4-1,0 1 530,0 3 0,3 7 0,-3-3 1,0 5-370,0 1 0,4 1 1,-4 1-1,1 2-122,5 2 1,1-1 0,2-4 0,2-3-845,3-3 1,6 2-1,9-8 646,2-1 0,0-2 0,-6-2 0</inkml:trace>
  <inkml:trace contextRef="#ctx0" brushRef="#br0" timeOffset="558">3857 13764 7600,'-16'20'759,"1"-3"704,4-3 1,2-1-1389,4-2 0,5-4 0,0-9 55,9-3 1,0-4 0,2-6 0,0 3 69,-2 1 0,4 0 0,-8-6 1,0 1 61,3 0 0,-5-1 1,6 1-1,-1 0-79,-5-1 1,-1-4 0,-2-1-1,2 2-16,3 2 1,-3 1 0,4-1 0,-5-2-215,-1-2 0,2 0 1,2 6-1,1 0-478,-1-1 0,-2 1 914,-2 0 1,0 5-37,0 0 0,5 9 1,1 2-187,-3 9 0,-1 8 0,0 3 1,2 1-103,1-1 0,6 0 1,-6 0-1,1 4 34,1 1 0,0 1 0,4 3 0,-3-4-346,-1-1 0,-4 5 0,7-4 1,-1 1-211,0-4 0,-6-4 0,5-2-2351,-1 0 831,-5 1 1,5-10 1976,-7-7 0,-7-14 0,-2-12 0</inkml:trace>
  <inkml:trace contextRef="#ctx0" brushRef="#br0" timeOffset="559">3922 13683 10388,'-9'0'5065,"4"0"-4716,10 0 1,4 0-1,8 0-688,-1 0 1,1 0 0,-1 0-1,0 0-1432,1 0 1,-1 0 1770,0 0 0,1-8 0,-1-1 0</inkml:trace>
  <inkml:trace contextRef="#ctx0" brushRef="#br0" timeOffset="560">4347 13388 8727,'-5'11'191,"0"0"1,-3-2 0,5 4-1,-3-2 1210,3 2 0,1-4 0,2 2 1,0 1-744,0 3 0,0 3 0,0 2 1,0 4-351,0 1 0,0-5 1,0 4-1,0-1 136,0 4 0,0-1 1,0-1-1,0-1-135,0-4 0,0 4 0,0-3-691,0-1 0,0-7 55,0-2 0,2-7 1,3 1 191,6-3 1,3-4 0,3-3-1,-1-5 729,0 1 1,1-3-1,-1 4 1,1 1-600,-1 0 0,6-4 1,-1 4-1605,-1-2 1,-1 3 0,-3-5-1364,0-1 1,-7 2 2971,-3 0 0,3-1 0,0-6 0</inkml:trace>
  <inkml:trace contextRef="#ctx0" brushRef="#br0" timeOffset="561">4740 13454 7858,'-9'11'2626,"3"0"0,3-6-1711,-3 6 0,4 0-740,-3 5 1,3 1 0,2-1 0,0 0 81,0 1 1,0-1 0,2 2 0,1 2 107,3 2 0,-1 1 1,-3-3-1,2 4-208,1 1 1,3-5-1,-5 2 1,4-4 28,3-1 0,-5-6 0,6-2-512,2-2 0,1-2 1,2-6 300,1-5 0,-3-3 0,-1-7 0,-2-2 137,2-4 1,-1 2-1,1-7 1,-2-1-28,2 3 0,-4-4 0,0 5 0,-2 1-320,-3-1 0,3 2 0,-2 6-1248,-1 0 1,-2-1 1482,-2 1 0,-7 7 0,-2 1 0</inkml:trace>
  <inkml:trace contextRef="#ctx0" brushRef="#br0" timeOffset="562">5720 13339 8150,'-9'8'1513,"0"-7"1,6 7-1158,-3-1 0,1-3 1,5 7 26,0 1 0,2 3 1,1 3-1,3 2-84,-3 2 1,-1 7 0,-2-4 0,0 2-187,0 1 1,6-1-1,-1 6 1,-1-1-91,-3 1 1,-1-6-1,0-1 1,0-3-696,0-3 0,0-2 0,0-1-2957,0-1 2103,0-7-1,0-3 1527,0-12 0,-7-3 0,-2-7 0</inkml:trace>
  <inkml:trace contextRef="#ctx0" brushRef="#br0" timeOffset="563">5639 13601 10908,'0'-9'1340,"2"2"0,3 7-1761,6 0 0,-2 0 1,2 0-1,2 0-41,1 0 0,2 0 0,1 0 0,1 0-1159,4 0 0,-4 0 1621,4 0 0,-4 7 0,-2 2 0</inkml:trace>
  <inkml:trace contextRef="#ctx0" brushRef="#br0" timeOffset="564">5917 13650 8006,'-2'16'450,"-2"1"1,-1-1 159,1 0 1,-3-5-1,1 0 1,3 2 218,1 1 0,2-3 0,0 0-314,0 2 0,2-6-530,3-1 0,4-5 0,8-1 0,-3-1 3,-3-5 0,4 3 0,-5-8 0,5 0-90,1 2 0,-5-6 0,-2 4 202,-1-3 1,2 3 0,-4 0 137,-3-2 1,-1 4 0,-2-2 0,-2 0-143,-3 2 1,1 0 0,-6 6 0,-1-5 30,2-1 0,-6 6 1,4-3-2164,-3 4 0,-3 2-1739,1 0 3775,7 0 0,-6 8 0,6 1 0</inkml:trace>
  <inkml:trace contextRef="#ctx0" brushRef="#br0" timeOffset="565">6619 13650 7913,'-16'0'2179,"0"0"0,-1 0 0,1 0-1676,0 0 1,5 0-311,0 0 0,2 7 0,-2 4-339,5 4 0,5 1 1,1 0-1,0 1-253,0-1 1,1-1-1,3-3 1,3-3-162,2-1 1,2-3 0,6-5 0,-1 0 194,0 0 0,-5-5 0,0-3 0,0-3 29,-2-7 1,4 2 0,-8-6 0,1 4 356,1 2 1,-5-1-1,3 1 1223,-3 0 0,4-1 101,-1 1 1,0 9-964,-5 7 1,0 7 0,0 11-1,0 2-410,0 2 1,0 1 0,0-1-795,0 6 0,6-10 0,1-2-3212,2-1 4034,2-8 0,5 0 0,1-7 0</inkml:trace>
  <inkml:trace contextRef="#ctx0" brushRef="#br0" timeOffset="566">6914 13323 7913,'16'0'258,"0"0"0,-5 0 1,0 0-1,0 2 554,-2 3 0,6 4 0,-6 8 0,2 1-170,-1 4 0,-4 3 0,3 8 0,-2 1-69,-3 4 1,-2-7-1,0 4 1,1-2-172,3-4 0,-1-8 0,-5 1-1543,0-4 534,0-9 0,0-3 1,0-12 188,0-4 1,-2 0-1,-1 0 1,-5-3 97,-1-2 1,-2-1-1,-5 1 1,0 5 325,-1 4 1,1-1 0,0 1 0,-1 3 638,1 1 0,5 2 1,0 2-243,-2 3 0,4 4 0,0 8 0,2-1-241,3 0 0,4 1 0,4-1 0,3 0-90,2 1-1,2-6 1,6-2 0,1-2-1075,4-3 0,-4-3 0,3-1 1,-1-1 1002,2-5 0,-4-3 0,6-7 0</inkml:trace>
  <inkml:trace contextRef="#ctx0" brushRef="#br0" timeOffset="567">7420 13307 7812,'-16'11'1611,"0"-1"1,5-4 0,2 5-1049,1 2 0,3 1 1,5 2-1,0 1-456,0-1 0,2 6 1,1 0-1,5-1 99,1 3 1,-6-4-1,5 6 1,-3-3-172,0-3 0,3-2 0,-5-1-1125,3-1 1,1-7-765,-1-4 1483,-5-3 0,7-4 1,-8-3 157,0-6 0,-2-2 0,-2 1 0,-3 3 901,-2 1 1,-2-3 0,-5 6-46,-1 1 0,6 3 0,0 1-189,-1 0 1,-1 7 0,0 4-26,2 3 1,8-3 0,-3 0-1,5 2-128,1 1 1,0 3 0,0-1 0,1 0 59,5 1 0,-3-3 1,8-1-1,2-4-816,2-2 1,1-1 0,0-6-1,1 0-784,-1 0 0,-5 0 0,0 0 0,1-2 1239,3-4 0,1-3 0,1-7 0</inkml:trace>
  <inkml:trace contextRef="#ctx0" brushRef="#br0" timeOffset="568">7976 13372 8109,'0'-11'5740,"0"0"-2836,0 8-1727,0-5 0,0 10-38,0 4 0,5 3 0,1 7 0,-1 2-598,3 4 1,-5-4-1,6 6 1,0-2 107,0-1 0,-5 8 0,3-3 0,-1 1-588,-1 0 1,3-5-1,-5 4 1,3-3-890,-3-3 0,5-2 0,-3-1-3104,-1-1 1,-1-7-2165,3-3 6096,-4-5 0,12-8 0,-5-2 0</inkml:trace>
  <inkml:trace contextRef="#ctx0" brushRef="#br0" timeOffset="569">7927 12015 11170,'9'7'0,"-3"4"30,-5 4 1,5-2-1,1 1 1,0 4 65,1 0-223,4 1 1,-4 2 0,4 1 0,-3-2 0,0-2 0,0-1-546,4-1 1,-4-1-1471,2-4 2142,-7-4 0,3-14 0,-7-3 0</inkml:trace>
  <inkml:trace contextRef="#ctx0" brushRef="#br0" timeOffset="570">7780 12211 7975,'-11'2'1331,"0"4"-976,7-5 0,-3 5-12,7-12 0,7-3 0,3-7-221,-1 0 1,3-1 0,-4 3 0,-1 1-310,0 2 0,0 0 0,-3-5 51,1 0 1,3 5-1,-5 0 21,3-2 1,-1 4 0,-3 0-1,2 0 42,1 0 0,1 3 1,-5-3 228,5 2 1,-3-4 0,8 4 17,2-2 1,-4 5-15,2-1 0,0 3-147,5 2 1,-5 2 0,0 1 0,2 5-277,1 1 0,-1 0 0,0 3 0,3-1-744,2 2 0,-3-4 1007,7 2 0,3 0 0,0 5 0</inkml:trace>
  <inkml:trace contextRef="#ctx0" brushRef="#br0" timeOffset="571">8597 13601 8142,'-9'2'1737,"2"1"1820,0 3-2177,5-1 0,-4-5-951,12 0 1,3 0 0,7 0 95,0 0 0,6 0 1,2-2-1,1-1-293,4-3 1,2-1 0,2 3-1,1-3-154,5-2 0,-3 5 0,7-3 0,3 2 46,1-1 0,-3-1 0,-3 3 0,-1-1-121,-3 1 1,-3 3 0,-1 1-1,-2 0-166,-4 0 1,-2 0 0,-3 0 146,5 0 1,-3 1 0,-2 3-351,-4 1 1,-7 3-1,0-5-1115,2 3 0,-4-1-320,2-5 0,-6 0 636,6 0 0,-7-2 0,3-1-133,0-3 0,-5-6 1298,3 1 0,-3-4 0,-2-1 0</inkml:trace>
  <inkml:trace contextRef="#ctx0" brushRef="#br0" timeOffset="572">9414 13372 16102,'17'0'141,"-1"0"1,2 0 0,2 2 0,2 2-146,-2 1 1,-2 0 0,0-3 0,2 2-139,2 1 1,0 3 0,-6-5 0,1 4 105,-1 3 0,-2-5 0,-1 4 0,-2 0 164,2 0 0,-6-3 1,0 5 505,1 1 0,-7 3 17,5 1 1,-4 1-342,-2-1 0,-2-2 0,-2-1 0,-3-2 1,-2 2 1,3 1-1,-5 1 1,1-1-290,0 3 0,-4-10 0,3 9 1,-3-1-742,-3-1 0,3 3 1,1-3-1,4-1-4770,2-2 5489,-6-8 0,4 12 0,-8-6 0</inkml:trace>
  <inkml:trace contextRef="#ctx0" brushRef="#br0" timeOffset="573">10117 13536 7853,'-9'10'1379,"4"1"1,3 2-835,2 2 0,0 3 0,0 2 0,0 2 0,0-3-163,0 0 1,0-3 0,0 0 0,0 1 50,0-1 0,5-5-196,1 0 0,-1-9 0,-3-4 169,3-13 1,-3-1-1,4-6 1,-4 2-271,-2-2 1,0-1 0,0-6 0,0 3-16,0 3 0,0-1 0,0 4 0,0-2-295,0 2 0,1 2 0,3 2 0,3-1-620,2 1 1,-3 0 0,3-1 0,0 1 93,0 0 1,0 5-1,4 2 1,-2 1-255,1 5 0,-2 1 0,0 2 954,3 0 0,2 0 0,1 0 0</inkml:trace>
  <inkml:trace contextRef="#ctx0" brushRef="#br0" timeOffset="574">10379 13503 10370,'0'16'2854,"7"-7"-2071,4-3 1,3-4 0,3-2-1,-1 0-492,0 0 1,1 0 0,-1 0-445,0 0 0,1-6 0,-3-1 400,-3-2 0,-3 3-340,-8-5 0,-2 2 0,-4-2 0,-5 6 98,-3 3 0,-3 2 0,1 0 1,0 0 79,-1 0 0,-1 2 1,-2 3-1,-1 6 18,1 4 0,7-4 1,2 0-1,0 3-54,2 6 0,2-2 1,7 6-1,0-2-483,0 0 0,1-1 0,5-4 1,5-1-516,3 0 1,8-7-1,2-3 1,1-4-255,4-2 0,2 0 1,4-2 1202,3-4 0,4-10 0,7-9 0</inkml:trace>
  <inkml:trace contextRef="#ctx0" brushRef="#br0" timeOffset="575">10836 13470 8392,'-16'0'1230,"0"0"1,-1 0-1,1 0-638,0 0 1,5 6-1,2 1 1,1 2-265,5 4 0,-1-2 0,1 3 0,-3 4-309,2 0 1,3 1 0,2-3 0,3 0-166,2 1 0,6-3 0,-1-1 0,4-4-195,1-2 1,-5-1 0,0-6-93,1 0 1,1-2 0,0-4 285,-2-5 1,-8-3 0,3-2 179,-4-1 1,-2 1 0,0 0 237,0-1 1,0 1 172,0 0 1,0 5 2072,0 0-1987,0 7 1,0 4-1,2 11-278,3 4 0,2 1 0,6 2 1,-2 2-28,2 2 1,-4 0-1,0-6 1,-2 2-160,-3 4 1,3 2-1,-2 5 1,-1-2 114,-2 2 0,-2-4 0,-2 1 0,-3-1-88,-6 1 0,2-5 0,-2 5 0,-4-3-216,-5-3 1,2-3 0,-4-5 0,4-2-314,2-3 0,-1-2 0,3-7 0,1-3-1221,2-6 0,2 0 0,-2-3 0,4-6-768,0-4 2425,5 4 0,-5-18 0,7 3 0</inkml:trace>
  <inkml:trace contextRef="#ctx0" brushRef="#br0" timeOffset="576">11033 13225 7820,'-6'11'4398,"1"0"0,-1-6-4030,6 6 0,0 0 1,0 7-1,2 4-298,3 5 1,-3 6 0,4 3-1,-3 4-260,3 2 1,-4 2-1,3 3 1,-3-4-2937,-2-5 3126,0-3 0,0-2 0,0-1 0</inkml:trace>
  <inkml:trace contextRef="#ctx0" brushRef="#br0" timeOffset="577">11392 13617 8187,'-11'2'1183,"0"4"0,9-5 0,1 3 0,6-6-170,4-3 0,2-1 1,5 4-473,1-3 0,5 3 0,-1-3 1,-1 1-1,0 0-7,2-1 0,-7 0 0,5 5 0,0 0-670,-2 0 1,0 0-1,-2 0 1,1 0-1664,-1 0 1,-5 0-1,0 0-1234,1 0 1,-2-6 3032,0 1 0,1-8 0,6 4 0</inkml:trace>
  <inkml:trace contextRef="#ctx0" brushRef="#br0" timeOffset="578">11408 13699 10223,'-9'16'1681,"9"-7"0,11-3 0,6-4-1473,4-2 0,-1 0 0,8-2 1,1-2-911,2-1 0,-4-6 1,0 4-1,0-1 702,-1 1 0,5-6 0,-6 4 0</inkml:trace>
  <inkml:trace contextRef="#ctx0" brushRef="#br0" timeOffset="579">12209 13339 10807,'0'-9'2436,"0"2"1,0 9 0,-1 3-2177,-5 6 1,2 9 0,-5 4 0,2 1 475,3 4-673,3 2 1,1 2 0,0 0 0,0-3-1,0-1 1,0-3 0,1-2 302,5-5-727,3 0 1,7-10 0,1-4 0,1-3 0,2-2 0,2-2 0,-1-3-87,3-6 1,-6-6 0,4-4-1,-4-5 196,-2 1 0,-5-4 0,-2 5 0,1 1 290,-1-1 1,-6-3 0,3 3 0,-4-1 363,-2-4 1,-8 5-1,-1 2 1,-4 4-139,-3 2 1,3-1-1,-8 1 1,2 1-417,3 5 0,-6 2 0,1 8 1,1 0-625,1 0 0,3 0 1,0 2-1,1 4-1509,4 4 2284,4 12 0,0-4 0,-2 6 0</inkml:trace>
  <inkml:trace contextRef="#ctx0" brushRef="#br0" timeOffset="580">12585 13405 18214,'11'5'1625,"0"2"1,2 3-1196,1 2 1,3 1 0,1 0 0,2-2-854,2 1 1,-1 1 0,-6 0 0,-2-4-1906,-2-2 1,-1 4-587,7-6 1,-6 1 2913,0-6 0,-8 0 0,4 0 0</inkml:trace>
  <inkml:trace contextRef="#ctx0" brushRef="#br0" timeOffset="581">12814 13258 7871,'-16'5'0,"1"2"1716,4 2 1,-1-3-1,4 5 1,1 1-627,0 3 1,0-2 0,3 1-1,-3 6-758,-2 4 1,3-2 0,-3 7 0,0 3-189,0 5 0,3 3 0,-3-4 0,0 2-386,0-2 1,0-1 0,-2-4 0,6-2-5989,3-2 2530,2-14 3700,7-6 0,10-23 0,8-10 0</inkml:trace>
  <inkml:trace contextRef="#ctx0" brushRef="#br0" timeOffset="582">13043 13176 9691,'-16'7'2261,"5"-5"-1169,0 3 0,5-3 0,-3 0-591,2 3 1,3-1 0,8 7 0,3 4 278,2 5 0,2 1 1,4 10-1,-3 4-445,-1-1 1,0 1 0,4-4 0,-2-2-737,-3-2 1,-4-7-1,3 2-1693,-2-4 0,-1-7 0,-5-2-2713,5-2 4807,-4-9 0,5-7 0,-7-7 0</inkml:trace>
  <inkml:trace contextRef="#ctx0" brushRef="#br0" timeOffset="583">12994 13258 8633,'0'-11'3275,"2"2"1,3 1-2063,6 5 1,5-5 0,6 1 0,5-2-1047,4-4 0,4-1 1,1-1-1,2 3-830,-1 1 0,-5 2 0,-4-4 0,-7 4-2355,-3 2 1,-3-1 3017,-4 3 0,-4 3 0,-7-5 0</inkml:trace>
  <inkml:trace contextRef="#ctx0" brushRef="#br0" timeOffset="584">13076 13421 7844,'0'11'2012,"0"0"0,1-7 0,5 1 0,5-3-1126,3-2 1,10 0 0,1 0-1,3 0-695,-1 0 1,0-6 0,4-1 0,-2-2-1010,-2-4 0,-7 4 0,2-2 0,-4-1 690,-1-3 128,-8 6 0,12-13 0,-2 4 0</inkml:trace>
  <inkml:trace contextRef="#ctx0" brushRef="#br0" timeOffset="585">13517 13110 7780,'-11'6'3572,"2"1"-2112,2 2 0,1-3 1,6 5-1067,0 1 0,0 3 0,0 1 0,2 2 198,4 4 0,1 5 0,5 10 0,-2 1-600,-3-2 1,4-1 0,-4-3 0,0 1-1636,1 0 1,-3-13 0,-3-4-1271,3-1 2913,-3-8 0,5 0 0,-7-7 0</inkml:trace>
  <inkml:trace contextRef="#ctx0" brushRef="#br0" timeOffset="586">13517 13176 16524,'7'-16'961,"2"-1"0,8 3 0,-1-1-1045,0-1 0,6 9 0,0-10 0,0 3-750,1-1 1,-5 1-1,2 1 1,-5 4-1279,-4 2 2112,-7 1 0,10 6 0,-5 0 0</inkml:trace>
  <inkml:trace contextRef="#ctx0" brushRef="#br0" timeOffset="587">13566 13290 7780,'0'17'802,"0"-1"1,0-5 0,2 0 572,3 2 0,4-6 1,8-2-1,1-3-1703,4-2 1,-4-2-1,4-3 328,-4-6 0,-2-11 0,0-3 0</inkml:trace>
  <inkml:trace contextRef="#ctx0" brushRef="#br0" timeOffset="588">14024 13045 7818,'0'11'1807,"0"0"0,-6 0 1,1 5-1,1 0-1098,2 1 1,2-1 0,0 2-1,0 4-418,0 5 0,2 4 0,2 2 0,3 0-173,2-1 0,-5 3 1,3-1-1,-2 1-607,1-4 0,5-8 0,-4 3-5020,2-3 2743,-5-8 2766,3-15 0,-7-16 0,0-10 0</inkml:trace>
  <inkml:trace contextRef="#ctx0" brushRef="#br0" timeOffset="589">14024 13176 9200,'0'-9'3276,"7"-4"1,4 8 0,5-1-2374,6-1 1,-2 3-1,5-5 1,1 2-1201,-1 3 1,-3-3-1,3 2 1,-1 1-132,-4 2 1,-2 2-3154,-2 0 3581,-6 0 0,4 7 0,-5 2 0</inkml:trace>
  <inkml:trace contextRef="#ctx0" brushRef="#br0" timeOffset="590">14089 13241 7818,'-5'11'376,"-1"0"0,1-5 0,6 3 970,5-2 1,3-2 0,9-5 0,2 0-373,2 0 1,5 0-1,-3 0 1,-1-1-1030,1-5 0,0 4 0,-6-5 1,2 2-361,0-1 0,-11-1 415,7 1 0,4-3 0,6-7 0</inkml:trace>
  <inkml:trace contextRef="#ctx0" brushRef="#br0" timeOffset="591">14465 13061 7764,'-9'8'3738,"-4"-5"1,8 8-2557,1 2 0,2-4 0,4 2 1,2 3-674,1 6 1,6 6 0,-4 8 0,1 5-298,-1 4 0,4 1 1,-6 1-1,1 1-640,1-6 1,-5-4-1,5-5 1,-2-4-6868,1-5 7295,-1-11 0,-12-11 0,-2-9 0</inkml:trace>
  <inkml:trace contextRef="#ctx0" brushRef="#br0" timeOffset="592">14465 13094 15920,'7'-14'1937,"2"1"1,4 4-1310,3 2 0,-7-4 0,11 5 0,0 1-770,-1-3 1,-1 7 0,-2-5 0,0 3-782,1-3 1,-6 4-1,0-3-714,1 3 1,-3 2 1636,2 0 0,0 7 0,5 2 0</inkml:trace>
  <inkml:trace contextRef="#ctx0" brushRef="#br0" timeOffset="593">14498 13225 7764,'0'11'2293,"0"0"0,7-8 0,4 3 0,3-4-1719,3-2 1,-1 0 0,0 0 0,1 0-2957,-1 0 1,2-6 2381,4 1 0,-4-15 0,6 2 0</inkml:trace>
  <inkml:trace contextRef="#ctx0" brushRef="#br0" timeOffset="594">15021 13127 7826,'-11'11'2897,"0"0"0,7-6 0,-1 6-2595,3 2 1,2 3 0,2 4-1,3 4-67,6 1 1,-2 2 0,2 6 0,0 0-268,-2-1 0,4-4 0,-6-1 1,0 0-1704,1-1 1,-3-3-1629,-5-6 3363,7-1 0,-12-14 0,3-4 0</inkml:trace>
  <inkml:trace contextRef="#ctx0" brushRef="#br0" timeOffset="595">14955 13225 9503,'0'-11'2033,"2"2"1,4 0-1599,4 0 1,5 3 0,3-5-1,2-1-347,2-3 1,7-1 0,-2 1 0,4 3-833,2 1 0,-6 2 0,-2-2 0,-1 3-73,-4 1 0,-2 5-2679,-1-3 3496,-8 3 0,-2 2 0,-7 0 0</inkml:trace>
  <inkml:trace contextRef="#ctx0" brushRef="#br0" timeOffset="596">15070 13323 8590,'-9'7'2192,"1"-5"0,10 5 0,4-7-1449,5 0 1,3 0 0,2 0 0,1 0-1019,-1 0 1,2 0-1,2 0 1,2-1-956,-2-5 0,-2 4 0,-2-5 1,1 2 1229,-1-1 0,1-7 0,-1 4 0</inkml:trace>
  <inkml:trace contextRef="#ctx0" brushRef="#br0" timeOffset="597">15544 13078 7911,'-6'16'1741,"-1"-1"-161,-2-4 1,5 3 0,-1-3-839,3 4 1,2 1 0,0 0 0,2 2-393,3 4 0,-1 4 0,5 5 0,-2-1-187,-3 3 1,3-4 0,-1 9 0,-3-5-599,-1-6 0,4 2 0,-1-7-2296,-1-2 0,-3-7 2731,-1-2 0,-7-22 0,-2 0 0</inkml:trace>
  <inkml:trace contextRef="#ctx0" brushRef="#br0" timeOffset="598">15478 13110 18542,'17'-10'201,"-1"-1"0,0 5 0,3-3 0,1 0-662,1 0 0,1 5 1,-6-1-1,1 1-1007,-1-1 0,0 3 0,1-3-845,-1 3 0,0 2 376,1 0 1937,-8 0 0,5 0 0,-4 0 0</inkml:trace>
  <inkml:trace contextRef="#ctx0" brushRef="#br0" timeOffset="599">15527 13274 8388,'0'11'1434,"0"0"0,0-6 1,2 4-168,4-1 0,-3-3 0,10-5 1,3 0-1063,4 0 0,4 0 0,-4 0 0,3 0-955,3 0 0,-6-5 1,2-3-1,-2-1-1050,1-3 1800,-2 4 0,11-14 0,-4 4 0</inkml:trace>
  <inkml:trace contextRef="#ctx0" brushRef="#br0" timeOffset="600">16165 13094 14700,'0'-9'3745,"0"2"0,-2 7-2577,-3 0-599,3 0 1,-13 0-291,4 0 1,2 5 0,-2 3 0,0 1-55,2 3 1,-3-3 0,4 2-1,1 2-212,0 2 1,0 3-1,3 2 1,-1 1-85,1-1 1,2 0 0,2 0-1,0 4 118,0 1 0,0-3 0,0 4 0,0-3-102,0-3 1,6-2 0,1-1-1,2-1-307,4 0 1,-4-5-1,2-2-666,1-1 1,3-1 0,1-3-544,0 1 0,1-1 1135,-1-10 0,-1-3 0,-4-7 0,-4-1 436,0 1 0,2-7 0,8-3 0</inkml:trace>
  <inkml:trace contextRef="#ctx0" brushRef="#br0" timeOffset="601">16426 12996 11975,'-9'2'2477,"4"3"0,3-1 1,2 7-1802,0 2 1,0 1-1,0 2 1,0 3-226,0 2 0,2 5 1,1 7-1,3 1 72,-2 4 0,3 2 0,0 4 0,0-4-605,1 0 0,2-11 0,-2 2 0,-1-6-840,0-5 0,1-4 1,-5-3 7,3-2 0,-1-9 1,-5-2-613,0-9 0,0-6 0,0-3 0,0-4-3272,0-5 4798,0 3 0,0-14 0,0 4 0</inkml:trace>
  <inkml:trace contextRef="#ctx0" brushRef="#br0" timeOffset="602">16426 12996 8473,'-9'0'3280,"2"-2"1,9-1-1842,3-3 1,-1-1-1,7 3 1,1-3-304,3-2 0,1 5 1,1-3-1,-1 2-599,0-1 0,3-1 0,1 3 0,1-1-336,-1 1 0,-2 1 0,-1-1 1,-1-2-823,1 3 1,-1 1 0,0 2-2537,1 0 0,-1 0-364,0 0 0,-5 0 2740,0 0 0,-7 2 0,1 3-2971,-3 6 3752,-2-4 0,-7 15 0,-2-4 0</inkml:trace>
  <inkml:trace contextRef="#ctx0" brushRef="#br0" timeOffset="603">16524 13209 8065,'-9'7'1545,"0"-5"1921,4 3-1177,3 4-1341,-5-7 1,12 3-1,2-8 1,3-3 131,2 3 1,-3-1-1,2 0 1,2-1 216,1 1 1,3-3-1,-1 2 1,0 1-1298,1 2 0,-1-3 0,1-1 0,-1 3 0,0 1 0,1 0 0,1-2 0,3-1 0,-6-6 0,5 6 0,0 1 0,0 0 0,-4 1 0,1-3 0,-1 1-1099,0 5-3719,-7 0-2850,-1 0 7668,-8 0 0,0 0 0,0 0 0</inkml:trace>
  <inkml:trace contextRef="#ctx0" brushRef="#br0" timeOffset="604">17472 13110 16307,'8'-9'1116,"-5"0"1,8 6-340,2-3-949,1 1 1,3-1 0,-1-1 0,0 0 0,1 0 0,-1 3-1,1 2-990,-1 2 0,0-5 249,1-1 0,-1 1 0,0 3 0,1-2-2471,-1-1 1741,-7-1 1643,6-1 0,-14 5 0,7-5 0</inkml:trace>
  <inkml:trace contextRef="#ctx0" brushRef="#br0" timeOffset="605">17440 12898 8072,'-11'0'3778,"0"0"-2914,0 0 1,2-2 0,3-3-339,5-6 1,6 2 0,2 0 0,2 0 419,4-1 1,2 5-1,3-4 1,2 0-859,2 0 1,-1 3 0,-4-3-1,-1 2-992,0 3 1,6-3 0,0 0 0,-2 0-897,-2-1 0,0 1 0,2 3 1800,2-1 0,7-8 0,-3 4 0</inkml:trace>
  <inkml:trace contextRef="#ctx0" brushRef="#br0" timeOffset="606">18044 12751 18849,'17'0'639,"-6"0"1,0-2 0,1-2-366,3-1 1,3-2 0,2 1-1623,2-5 1,0 2 0,-6 0-1,0 0-785,1 0 1,-6 4 0,-1-5 2132,3 3 0,-6-5 0,1 2 0</inkml:trace>
  <inkml:trace contextRef="#ctx0" brushRef="#br0" timeOffset="607">18469 12326 8606,'-10'0'3198,"-1"0"1,7 2-2315,-1 3 1,3 4 0,2 8-605,0-1 0,2 0 0,1 1 1,4 1-20,3 4 0,-5-2 0,4 5 0,0 0-16,0 1 1,0-4 0,4 3 0,-4-1-67,-2-4 0,4-8 0,-3-1-614,1 2 0,2-4 0,5 0 0,0-2 117,1-3 1,-1-4-1,0-4 1,1-1 253,-1 1 1,0-3 0,1 0 0,-1-1-107,0 1 1,1 0 0,-1 3-561,0-1 1,-5-2-914,0 1 1,-2-3 148,2-7 1,-4 5 1493,-7 0 0,0 7 0,0-3 0</inkml:trace>
  <inkml:trace contextRef="#ctx0" brushRef="#br0" timeOffset="608">18698 12440 9196,'-7'17'2090,"5"-6"1,-5-1-634,0 3 1,5-4 0,-4 2-1137,5 2 1,6 1-1,2 5 1,1 0 45,-1 3 0,4 6 1,-6-5-1,1 1-445,1-1 0,0 5 1,4-7-1,-4 1-879,1 2 0,-5-11 0,6 3-212,-1-2 1,-1-6 0,-2-3-144,6-3 1,-2-4 1311,2-3 0,0-4 0,5-8 0</inkml:trace>
  <inkml:trace contextRef="#ctx0" brushRef="#br0" timeOffset="609">19025 12244 7893,'0'-16'680,"0"-1"3748,0 1-1877,0 7-1230,0 2 1,-2 7-1197,-3 0 0,1 0 0,-5 2 0,2 3-118,3 6 0,-3 3 0,2 3 0,1-1-93,2 0 0,2 1 0,0-1 0,0 0-490,0 1 0,0-1 0,0 1 1,0-1 157,0 0 0,0-5 0,2-2-131,3-2 1,4-1 0,8-6 334,-1 0 1,-5-2 0,-2-3-1,0-6 116,0-4 0,-3-1 0,3 0 0,0-1 278,0 1 1,-5-1 0,3-1 0,-2-2 12,1-1 0,-1-1 0,-5 5 0,0-1 224,0-4 0,0 4 0,0-4 665,0 4 254,0 9 1,0 4-427,0 10 1,0 10-1,2 8 1,2 1-263,1 0 0,6 5 0,-4-2 0,2 6-252,4 5 1,2-2 0,1 6-1,0 0-231,1-1 1,-1 3-1,0 3 1,3-3-380,2-6 1,-3-4 0,4-3 0,-5-2-472,-7-1 1,3-14 0,-6 1-2900,3-6 2594,-7-4 1,4-7-1,-8-1-4916,-5-3 5906,4-6 0,-12-5 0,5-8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6T20:39:12.223"/>
    </inkml:context>
    <inkml:brush xml:id="br0">
      <inkml:brushProperty name="width" value="0.05292" units="cm"/>
      <inkml:brushProperty name="height" value="0.05292" units="cm"/>
      <inkml:brushProperty name="color" value="#FF0000"/>
    </inkml:brush>
  </inkml:definitions>
  <inkml:trace contextRef="#ctx0" brushRef="#br0">12896 3024 8004,'0'-16'3785,"2"1"0,1 3-1359,3 1 0,1 7-1188,-2-1-283,-3 3 0,13 2 529,-4 0-894,-4 0 1,7-2 0,-3-2 0,4-1-175,1 1 1,1 3 0,-1-1-417,0-4 0,1 4 0,-1-3 0,-5 3 0,0 2 0,-8 0 0,5 0 0,-8 0 0,7 0 0,4 0 0,3 0 0,3 0 0,-1 0 0,0 0 0,3 0 0,2 0 0,7 0 0,2 0 0,3-2 0,0-1 0,1-3 0,4 3 0,-1 1 0,6 2 0,5 0 0,4 0 0,1 0 0,7 0 0,2 2 0,1 3 0,4-3 0,2 3 0,4-3 0,1-2 0,-10 0 0,0 0 0,-4-2 0,-2-3 0,-11 1 0,2-5 0,-4 2 0,-3 3 0,0 1 0,-8-1 0,3-1 0,-1 1 0,-3 0 0,8 1 0,1-3 0,0 3 0,-9 1 0,1 0 0,-1-2 0,-4-1 0,-7-1 0,0 6 0,-4 0 0,-2 8 0,-7-5-667,-3 8 1,-6-7 666,-6 1 0,-10-3 0,-10-2 0</inkml:trace>
  <inkml:trace contextRef="#ctx0" brushRef="#br0" timeOffset="1">17930 2795 23325,'-9'0'5346,"2"0"-5346,7 0 0,2 0 0,3 0 0,6 0 0,3 0 0,3 0 0,6 6 0,5-1 0,4 1 0,6-4 0,6 1 0,5 3 0,6-1 0,4 2 0,5-5 0,1 4 0,8-3 0,2 1 0,-1 1 0,-3 1 0,-4-1 0,-2 1 0,-5 1 0,-5-3 0,-4 1 0,-4-1 0,-13-3 0,12-1 0,-4 0 0,1 0 0,-1 0 0,0 0 0,-1 0 0,1 0 0,4 0 0,4-1 0,3-3 0,0-1 0,-6-3 0,7 5 0,-1-3 0,2 3 0,-10 1 0,4 2 0,-2 0 0,1 0 0,2 0 0,3 0 0,3 0 0,2 0 0,1 5 0,1 1 0,-4-1 0,0 2 0,-9-5 0,4 4 0,-2-3 0,-3 3 0,-6-4 0,1 3 0,1-3 0,0-2 0,1 0 0,6 0 0,2 0 0,4 0 0,-8 0 0,6 0 0,-1-2 0,-1-3 0,2 3 0,-2-4 0,1 4 0,1 2 0,-6-1 0,6-3 0,-6-1 0,-3 1 0,-6 2 0,2 2 0,-4 0 0,-5 0 0,-2 0 0,2 0 0,-2 0 0,-2 0 0,-5 0 0,5 0 0,4 0 0,6 0 0,-7-5 0,9-1 0,0 3 0,1 1 0,6 0 0,-8-2 0,0-1 0,2 1 0,-11 2 0,4 2 0,-4 0 0,-4 0 0,1 0 0,-6 2 0,2 4 0,-1-3 0,-6 8 0,-4 2 0,-2-4 0,-6 2 0,3 2 0,1-4 0,-1 2-28,-5 0-9803,7-2 9822,-16-2 1,-1-7-1,-7 0 1</inkml:trace>
  <inkml:trace contextRef="#ctx0" brushRef="#br0" timeOffset="2">10346 8027 12725,'7'16'1490,"2"0"1,6 1 0,-2-1-848,-2 0 1,-1 1-1,7-1 1,-1 0 0,0 1-1,1-1 1,-1-1 316,0-5 0,1 5 1,-1-6-1,1 0 1,-1-2-305,0 1 1,-3-7 0,1 5-608,5-4 0,1-2 0,-4 0 1,0 0-50,1 0 0,-1 0 0,0 0 0,2 0 0,4 0 0,-2 0 0,6 0 0,-3-2 0,-3-4 0,4 5 0,-2-5 0,-1 3 0,3-3 0,0 2 0,5-5 0,-2 0 0,2 0 0,-2 4 0,4-4 0,2 1 0,-4 5 0,5-4 0,-5 1 0,4 2 0,-2 3 0,-2 1 0,4 0 0,-1 0 0,1 0 0,-4 0 0,2 1 0,4 3 0,-1 2 0,6 1 0,-2-4 0,0 3 0,2-2 0,-5-3 0,5-1 0,0 0 0,3 0 0,-6-1 0,1-3 0,2-3 0,0-2 0,7 5 0,-5-3 0,1 1 0,1 1 0,-1-1 0,5 6 0,-3 0 0,-1 0 0,-4 0 0,5 0 0,2 0 0,-1 0 0,-6 0 0,1 0 0,1 0 0,0 0 0,-6 0 0,4 0 0,0 0 0,4 0 0,-3 0 0,3 0 0,0 0 0,-3 0 0,7 0 0,-5 0 0,4 0 0,2 0 0,-1-2 0,-3-1 0,-1-3 0,1 3 0,-3-5 0,0 1 0,-2 0 0,-4 0 0,6-1 0,-2 5 0,0-3 0,-2 3 0,-6-5 0,12 3 0,1 1 0,3 3 0,-3 1 0,0 0 0,4 0 0,2 0 0,-7 0 0,7 0 0,-2 1 0,-4 5 0,-10-4 0,1 5 0,2-2 0,2 1 0,-4-1 0,3-5 0,-3 0 0,2 0 0,-2-2 0,6-3 0,0-4 0,0 0 0,-4-4 0,5 6 0,3 0 0,1-1 0,-3 3 0,-5 5 0,0 0 0,-3 0 0,-5 5 0,5 3 0,-7 1 0,-7 3 0,-4 1 0,-2 0 0,1-2 0,-1 1 0,1-3 0,-1 2 0,0 2 0,-5-6 0,0-1 0,-7-4 0,3-2 0,-7-15 0,0-3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MP 2 secrets! </a:t>
            </a:r>
            <a:endParaRPr/>
          </a:p>
          <a:p>
            <a:pPr marL="0" lvl="0" indent="0" algn="l" rtl="0">
              <a:spcBef>
                <a:spcPts val="0"/>
              </a:spcBef>
              <a:spcAft>
                <a:spcPts val="0"/>
              </a:spcAft>
              <a:buNone/>
            </a:pPr>
            <a:r>
              <a:rPr lang="en"/>
              <a:t>What would be the best name for a new programming language I invent? </a:t>
            </a:r>
            <a:endParaRPr/>
          </a:p>
          <a:p>
            <a:pPr marL="0" lvl="0" indent="0" algn="l" rtl="0">
              <a:spcBef>
                <a:spcPts val="0"/>
              </a:spcBef>
              <a:spcAft>
                <a:spcPts val="0"/>
              </a:spcAft>
              <a:buNone/>
            </a:pPr>
            <a:endParaRPr/>
          </a:p>
          <a:p>
            <a:pPr marL="457200" lvl="0" indent="-298450" algn="l" rtl="0">
              <a:spcBef>
                <a:spcPts val="0"/>
              </a:spcBef>
              <a:spcAft>
                <a:spcPts val="0"/>
              </a:spcAft>
              <a:buSzPts val="1100"/>
              <a:buAutoNum type="alphaLcParenR"/>
            </a:pPr>
            <a:r>
              <a:rPr lang="en"/>
              <a:t>Jule (so I can constantly be correcting people on the pronunciation) </a:t>
            </a:r>
            <a:endParaRPr/>
          </a:p>
          <a:p>
            <a:pPr marL="457200" lvl="0" indent="-298450" algn="l" rtl="0">
              <a:spcBef>
                <a:spcPts val="0"/>
              </a:spcBef>
              <a:spcAft>
                <a:spcPts val="0"/>
              </a:spcAft>
              <a:buSzPts val="1100"/>
              <a:buAutoNum type="alphaLcParenR"/>
            </a:pPr>
            <a:r>
              <a:rPr lang="en"/>
              <a:t>Oolong (a more chill version of java) </a:t>
            </a:r>
            <a:endParaRPr/>
          </a:p>
          <a:p>
            <a:pPr marL="457200" lvl="0" indent="-298450" algn="l" rtl="0">
              <a:spcBef>
                <a:spcPts val="0"/>
              </a:spcBef>
              <a:spcAft>
                <a:spcPts val="0"/>
              </a:spcAft>
              <a:buSzPts val="1100"/>
              <a:buAutoNum type="alphaLcParenR"/>
            </a:pPr>
            <a:r>
              <a:rPr lang="en"/>
              <a:t>oop (the midwestern slang for excuse me not to be confused with object oriented programming)</a:t>
            </a:r>
            <a:endParaRPr/>
          </a:p>
          <a:p>
            <a:pPr marL="457200" lvl="0" indent="-298450" algn="l" rtl="0">
              <a:spcBef>
                <a:spcPts val="0"/>
              </a:spcBef>
              <a:spcAft>
                <a:spcPts val="0"/>
              </a:spcAft>
              <a:buSzPts val="1100"/>
              <a:buAutoNum type="alphaLcParenR"/>
            </a:pPr>
            <a:r>
              <a:rPr lang="en"/>
              <a:t>Sea (not to be confused with C)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h2e8bcb44295a1d7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h2e8bcb44295a1d7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cc73d970f0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cc73d970f0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h2e8bcb44295a1d74_1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h2e8bcb44295a1d74_1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c4bcdc41d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c4bcdc41d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heap grows by asking the OS to map more pages.</a:t>
            </a:r>
            <a:endParaRPr/>
          </a:p>
          <a:p>
            <a:pPr marL="0" lvl="0" indent="0" algn="l" rtl="0">
              <a:spcBef>
                <a:spcPts val="0"/>
              </a:spcBef>
              <a:spcAft>
                <a:spcPts val="0"/>
              </a:spcAft>
              <a:buClr>
                <a:schemeClr val="dk1"/>
              </a:buClr>
              <a:buSzPts val="1100"/>
              <a:buFont typeface="Arial"/>
              <a:buNone/>
            </a:pPr>
            <a:r>
              <a:rPr lang="en"/>
              <a:t>The stack grows automatically until its fixed limit.</a:t>
            </a:r>
            <a:endParaRPr/>
          </a:p>
          <a:p>
            <a:pPr marL="0" lvl="0" indent="0" algn="l" rtl="0">
              <a:spcBef>
                <a:spcPts val="0"/>
              </a:spcBef>
              <a:spcAft>
                <a:spcPts val="0"/>
              </a:spcAft>
              <a:buNone/>
            </a:pPr>
            <a:endParaRPr/>
          </a:p>
          <a:p>
            <a:pPr marL="0" lvl="0" indent="0" algn="l" rtl="0">
              <a:spcBef>
                <a:spcPts val="0"/>
              </a:spcBef>
              <a:spcAft>
                <a:spcPts val="0"/>
              </a:spcAft>
              <a:buNone/>
            </a:pPr>
            <a:r>
              <a:rPr lang="en"/>
              <a:t>High address</a:t>
            </a:r>
            <a:endParaRPr/>
          </a:p>
          <a:p>
            <a:pPr marL="0" lvl="0" indent="0" algn="l" rtl="0">
              <a:spcBef>
                <a:spcPts val="0"/>
              </a:spcBef>
              <a:spcAft>
                <a:spcPts val="0"/>
              </a:spcAft>
              <a:buNone/>
            </a:pPr>
            <a:r>
              <a:rPr lang="en"/>
              <a:t>Stack </a:t>
            </a:r>
            <a:endParaRPr/>
          </a:p>
          <a:p>
            <a:pPr marL="0" lvl="0" indent="0" algn="l" rtl="0">
              <a:spcBef>
                <a:spcPts val="0"/>
              </a:spcBef>
              <a:spcAft>
                <a:spcPts val="0"/>
              </a:spcAft>
              <a:buNone/>
            </a:pPr>
            <a:r>
              <a:rPr lang="en"/>
              <a:t>Unmapped address space </a:t>
            </a:r>
            <a:endParaRPr/>
          </a:p>
          <a:p>
            <a:pPr marL="0" lvl="0" indent="0" algn="l" rtl="0">
              <a:spcBef>
                <a:spcPts val="0"/>
              </a:spcBef>
              <a:spcAft>
                <a:spcPts val="0"/>
              </a:spcAft>
              <a:buNone/>
            </a:pPr>
            <a:r>
              <a:rPr lang="en"/>
              <a:t>Heap </a:t>
            </a:r>
            <a:endParaRPr/>
          </a:p>
          <a:p>
            <a:pPr marL="0" lvl="0" indent="0" algn="l" rtl="0">
              <a:spcBef>
                <a:spcPts val="0"/>
              </a:spcBef>
              <a:spcAft>
                <a:spcPts val="0"/>
              </a:spcAft>
              <a:buNone/>
            </a:pPr>
            <a:r>
              <a:rPr lang="en"/>
              <a:t>globals, read-only, static</a:t>
            </a:r>
            <a:endParaRPr/>
          </a:p>
          <a:p>
            <a:pPr marL="0" lvl="0" indent="0" algn="l" rtl="0">
              <a:spcBef>
                <a:spcPts val="0"/>
              </a:spcBef>
              <a:spcAft>
                <a:spcPts val="0"/>
              </a:spcAft>
              <a:buNone/>
            </a:pPr>
            <a:r>
              <a:rPr lang="en"/>
              <a:t>Machine code</a:t>
            </a:r>
            <a:endParaRPr/>
          </a:p>
          <a:p>
            <a:pPr marL="0" lvl="0" indent="0" algn="l" rtl="0">
              <a:spcBef>
                <a:spcPts val="0"/>
              </a:spcBef>
              <a:spcAft>
                <a:spcPts val="0"/>
              </a:spcAft>
              <a:buNone/>
            </a:pPr>
            <a:r>
              <a:rPr lang="en"/>
              <a:t>Low addresses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c4bcdc41d2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c4bcdc41d2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-stack frames get added as they are needed to store local variables and function information</a:t>
            </a:r>
            <a:endParaRPr/>
          </a:p>
          <a:p>
            <a:pPr marL="0" lvl="0" indent="0" algn="l" rtl="0">
              <a:spcBef>
                <a:spcPts val="0"/>
              </a:spcBef>
              <a:spcAft>
                <a:spcPts val="0"/>
              </a:spcAft>
              <a:buNone/>
            </a:pPr>
            <a:endParaRPr/>
          </a:p>
          <a:p>
            <a:pPr marL="0" lvl="0" indent="0" algn="l" rtl="0">
              <a:spcBef>
                <a:spcPts val="0"/>
              </a:spcBef>
              <a:spcAft>
                <a:spcPts val="0"/>
              </a:spcAft>
              <a:buNone/>
            </a:pPr>
            <a:r>
              <a:rPr lang="en"/>
              <a:t>-Has a fixed size limit (to avoid infinite recursion being an issue for example)</a:t>
            </a:r>
            <a:endParaRPr/>
          </a:p>
          <a:p>
            <a:pPr marL="0" lvl="0" indent="0" algn="l" rtl="0">
              <a:spcBef>
                <a:spcPts val="0"/>
              </a:spcBef>
              <a:spcAft>
                <a:spcPts val="0"/>
              </a:spcAft>
              <a:buNone/>
            </a:pPr>
            <a:endParaRPr/>
          </a:p>
          <a:p>
            <a:pPr marL="0" lvl="0" indent="0" algn="l" rtl="0">
              <a:spcBef>
                <a:spcPts val="0"/>
              </a:spcBef>
              <a:spcAft>
                <a:spcPts val="0"/>
              </a:spcAft>
              <a:buNone/>
            </a:pPr>
            <a:r>
              <a:rPr lang="en"/>
              <a:t>Error - Stack overflow - too much data or deep recursion </a:t>
            </a:r>
            <a:endParaRPr/>
          </a:p>
          <a:p>
            <a:pPr marL="0" lvl="0" indent="0" algn="l" rtl="0">
              <a:spcBef>
                <a:spcPts val="0"/>
              </a:spcBef>
              <a:spcAft>
                <a:spcPts val="0"/>
              </a:spcAft>
              <a:buNone/>
            </a:pPr>
            <a:r>
              <a:rPr lang="en"/>
              <a:t>Error - use of memory after function returns </a:t>
            </a: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cc73d970f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cc73d970f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Grows upwards</a:t>
            </a:r>
            <a:endParaRPr/>
          </a:p>
          <a:p>
            <a:pPr marL="457200" lvl="0" indent="-298450" algn="l" rtl="0">
              <a:spcBef>
                <a:spcPts val="0"/>
              </a:spcBef>
              <a:spcAft>
                <a:spcPts val="0"/>
              </a:spcAft>
              <a:buSzPts val="1100"/>
              <a:buChar char="-"/>
            </a:pPr>
            <a:r>
              <a:rPr lang="en"/>
              <a:t>Program requests use of those addresses on a as needed basis </a:t>
            </a:r>
            <a:endParaRPr/>
          </a:p>
          <a:p>
            <a:pPr marL="0" lvl="0" indent="0" algn="l" rtl="0">
              <a:spcBef>
                <a:spcPts val="0"/>
              </a:spcBef>
              <a:spcAft>
                <a:spcPts val="0"/>
              </a:spcAft>
              <a:buNone/>
            </a:pPr>
            <a:endParaRPr/>
          </a:p>
          <a:p>
            <a:pPr marL="0" lvl="0" indent="0" algn="l" rtl="0">
              <a:spcBef>
                <a:spcPts val="0"/>
              </a:spcBef>
              <a:spcAft>
                <a:spcPts val="0"/>
              </a:spcAft>
              <a:buNone/>
            </a:pPr>
            <a:r>
              <a:rPr lang="en"/>
              <a:t>Errors</a:t>
            </a:r>
            <a:endParaRPr/>
          </a:p>
          <a:p>
            <a:pPr marL="457200" lvl="0" indent="-298450" algn="l" rtl="0">
              <a:spcBef>
                <a:spcPts val="0"/>
              </a:spcBef>
              <a:spcAft>
                <a:spcPts val="0"/>
              </a:spcAft>
              <a:buSzPts val="1100"/>
              <a:buChar char="-"/>
            </a:pPr>
            <a:r>
              <a:rPr lang="en"/>
              <a:t>Bad free</a:t>
            </a:r>
            <a:endParaRPr/>
          </a:p>
          <a:p>
            <a:pPr marL="457200" lvl="0" indent="-298450" algn="l" rtl="0">
              <a:spcBef>
                <a:spcPts val="0"/>
              </a:spcBef>
              <a:spcAft>
                <a:spcPts val="0"/>
              </a:spcAft>
              <a:buSzPts val="1100"/>
              <a:buChar char="-"/>
            </a:pPr>
            <a:r>
              <a:rPr lang="en"/>
              <a:t>Memory leak - can lead to running out of space</a:t>
            </a:r>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c4bcdc41d2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c4bcdc41d2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Code -&gt; assembly-&gt;machine code (1s and 0s) stored in the program’s memory (cannot be edited)</a:t>
            </a:r>
            <a:endParaRPr/>
          </a:p>
          <a:p>
            <a:pPr marL="0" lvl="0" indent="0" algn="l" rtl="0">
              <a:spcBef>
                <a:spcPts val="0"/>
              </a:spcBef>
              <a:spcAft>
                <a:spcPts val="0"/>
              </a:spcAft>
              <a:buNone/>
            </a:pPr>
            <a:r>
              <a:rPr lang="en"/>
              <a:t>char* str = “hello”</a:t>
            </a:r>
            <a:endParaRPr/>
          </a:p>
          <a:p>
            <a:pPr marL="0" lvl="0" indent="0" algn="l" rtl="0">
              <a:spcBef>
                <a:spcPts val="0"/>
              </a:spcBef>
              <a:spcAft>
                <a:spcPts val="0"/>
              </a:spcAft>
              <a:buNone/>
            </a:pPr>
            <a:endParaRPr/>
          </a:p>
          <a:p>
            <a:pPr marL="0" lvl="0" indent="0" algn="l" rtl="0">
              <a:spcBef>
                <a:spcPts val="0"/>
              </a:spcBef>
              <a:spcAft>
                <a:spcPts val="0"/>
              </a:spcAft>
              <a:buNone/>
            </a:pPr>
            <a:r>
              <a:rPr lang="en"/>
              <a:t>Static - can still be tied to a function but it’s value is stored here not in a stack frame on the stack</a:t>
            </a:r>
            <a:endParaRPr/>
          </a:p>
          <a:p>
            <a:pPr marL="0" lvl="0" indent="0" algn="l" rtl="0">
              <a:spcBef>
                <a:spcPts val="0"/>
              </a:spcBef>
              <a:spcAft>
                <a:spcPts val="0"/>
              </a:spcAft>
              <a:buNone/>
            </a:pPr>
            <a:r>
              <a:rPr lang="en"/>
              <a:t>Global - not tied to a function ← cannot live on the stack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h2e8bcb44295a1d74_1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h2e8bcb44295a1d74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h2e8bcb44295a1d74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h2e8bcb44295a1d74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cc73d970f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cc73d970f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h2e8bcb44295a1d74_1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h2e8bcb44295a1d74_1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cc73d970f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cc73d970f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Prints 3, not 21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c4bcdc41d2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c4bcdc41d2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Prints - 0X4006B8 and 0XE5554520</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c4bcdc41d2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c4bcdc41d2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h2e8bcb44295a1d74_1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h2e8bcb44295a1d74_1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c4bcdc41d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c4bcdc41d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Premise - you are in charge of managing a giant block of memory</a:t>
            </a:r>
            <a:endParaRPr>
              <a:solidFill>
                <a:schemeClr val="dk1"/>
              </a:solidFill>
            </a:endParaRPr>
          </a:p>
          <a:p>
            <a:pPr marL="0" lvl="0" indent="0" algn="l" rtl="0">
              <a:spcBef>
                <a:spcPts val="0"/>
              </a:spcBef>
              <a:spcAft>
                <a:spcPts val="0"/>
              </a:spcAft>
              <a:buNone/>
            </a:pPr>
            <a:r>
              <a:rPr lang="en">
                <a:solidFill>
                  <a:schemeClr val="dk1"/>
                </a:solidFill>
              </a:rPr>
              <a:t>Other programs will ask your program for X bytes of this space. You return a pointer to the start of X bytes they can use. </a:t>
            </a:r>
            <a:endParaRPr>
              <a:solidFill>
                <a:schemeClr val="dk1"/>
              </a:solidFill>
            </a:endParaRPr>
          </a:p>
          <a:p>
            <a:pPr marL="0" lvl="0" indent="0" algn="l" rtl="0">
              <a:spcBef>
                <a:spcPts val="0"/>
              </a:spcBef>
              <a:spcAft>
                <a:spcPts val="0"/>
              </a:spcAft>
              <a:buNone/>
            </a:pPr>
            <a:r>
              <a:rPr lang="en">
                <a:solidFill>
                  <a:schemeClr val="dk1"/>
                </a:solidFill>
              </a:rPr>
              <a:t>You are in charge of maintaining this giant block of memory.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h2e8bcb44295a1d74_1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h2e8bcb44295a1d74_1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Specifically, your code will provide these functions to other programs</a:t>
            </a:r>
            <a:endParaRPr/>
          </a:p>
          <a:p>
            <a:pPr marL="0" lvl="0" indent="0" algn="l" rtl="0">
              <a:spcBef>
                <a:spcPts val="0"/>
              </a:spcBef>
              <a:spcAft>
                <a:spcPts val="0"/>
              </a:spcAft>
              <a:buNone/>
            </a:pPr>
            <a:r>
              <a:rPr lang="en"/>
              <a:t>Goal - keep this functionality the whole time, improve space and time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h2e8bcb44295a1d74_1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h2e8bcb44295a1d74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Given - working slow implementation </a:t>
            </a:r>
            <a:endParaRPr/>
          </a:p>
          <a:p>
            <a:pPr marL="0" lvl="0" indent="0" algn="l" rtl="0">
              <a:spcBef>
                <a:spcPts val="0"/>
              </a:spcBef>
              <a:spcAft>
                <a:spcPts val="0"/>
              </a:spcAft>
              <a:buNone/>
            </a:pPr>
            <a:r>
              <a:rPr lang="en"/>
              <a:t>Void * base = starting address </a:t>
            </a:r>
            <a:endParaRPr/>
          </a:p>
          <a:p>
            <a:pPr marL="0" lvl="0" indent="0" algn="l" rtl="0">
              <a:spcBef>
                <a:spcPts val="0"/>
              </a:spcBef>
              <a:spcAft>
                <a:spcPts val="0"/>
              </a:spcAft>
              <a:buNone/>
            </a:pPr>
            <a:r>
              <a:rPr lang="en"/>
              <a:t>Size_t = used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h2e8bcb44295a1d74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h2e8bcb44295a1d74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Draw out example.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h2e8bcb44295a1d74_1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h2e8bcb44295a1d74_1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size is 0, free and return null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cc73d970f0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cc73d970f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 with test case (you could write!)</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chemeClr val="dk1"/>
                </a:solidFill>
              </a:rPr>
              <a:t>YOU: Improve efficiency!</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chemeClr val="dk1"/>
                </a:solidFill>
              </a:rPr>
              <a:t>Think - pair - share “How would you improve the efficiency (time and or space)?”</a:t>
            </a:r>
            <a:endParaRPr/>
          </a:p>
          <a:p>
            <a:pPr marL="0" lvl="0" indent="0" algn="l" rtl="0">
              <a:spcBef>
                <a:spcPts val="0"/>
              </a:spcBef>
              <a:spcAft>
                <a:spcPts val="0"/>
              </a:spcAft>
              <a:buNone/>
            </a:pPr>
            <a:endParaRPr/>
          </a:p>
          <a:p>
            <a:pPr marL="0" lvl="0" indent="0" algn="l" rtl="0">
              <a:spcBef>
                <a:spcPts val="0"/>
              </a:spcBef>
              <a:spcAft>
                <a:spcPts val="0"/>
              </a:spcAft>
              <a:buNone/>
            </a:pPr>
            <a:r>
              <a:rPr lang="en"/>
              <a:t>We give you the instructions </a:t>
            </a:r>
            <a:r>
              <a:rPr lang="en">
                <a:solidFill>
                  <a:schemeClr val="dk1"/>
                </a:solidFill>
              </a:rPr>
              <a:t>1-6 Required for 100% 7&amp;8 for extra credit</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h2e8bcb44295a1d74_1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h2e8bcb44295a1d74_1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cc73d970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cc73d970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 code → assembly → machine code (1’s and 0’s a CPU can understand)</a:t>
            </a:r>
            <a:endParaRPr/>
          </a:p>
          <a:p>
            <a:pPr marL="457200" lvl="0" indent="-298450" algn="l" rtl="0">
              <a:spcBef>
                <a:spcPts val="0"/>
              </a:spcBef>
              <a:spcAft>
                <a:spcPts val="0"/>
              </a:spcAft>
              <a:buSzPts val="1100"/>
              <a:buChar char="-"/>
            </a:pPr>
            <a:r>
              <a:rPr lang="en"/>
              <a:t>The machine code is stored in the programs available memory (but cannot edit)</a:t>
            </a:r>
            <a:endParaRPr/>
          </a:p>
          <a:p>
            <a:pPr marL="0" lvl="0" indent="0" algn="l" rtl="0">
              <a:spcBef>
                <a:spcPts val="0"/>
              </a:spcBef>
              <a:spcAft>
                <a:spcPts val="0"/>
              </a:spcAft>
              <a:buNone/>
            </a:pPr>
            <a:endParaRPr/>
          </a:p>
          <a:p>
            <a:pPr marL="0" lvl="0" indent="0" algn="l" rtl="0">
              <a:spcBef>
                <a:spcPts val="0"/>
              </a:spcBef>
              <a:spcAft>
                <a:spcPts val="0"/>
              </a:spcAft>
              <a:buNone/>
            </a:pPr>
            <a:r>
              <a:rPr lang="en"/>
              <a:t>Heap grows from smaller to higher addresses as needed</a:t>
            </a:r>
            <a:endParaRPr/>
          </a:p>
          <a:p>
            <a:pPr marL="0" lvl="0" indent="0" algn="l" rtl="0">
              <a:spcBef>
                <a:spcPts val="0"/>
              </a:spcBef>
              <a:spcAft>
                <a:spcPts val="0"/>
              </a:spcAft>
              <a:buNone/>
            </a:pPr>
            <a:endParaRPr/>
          </a:p>
          <a:p>
            <a:pPr marL="0" lvl="0" indent="0" algn="l" rtl="0">
              <a:spcBef>
                <a:spcPts val="0"/>
              </a:spcBef>
              <a:spcAft>
                <a:spcPts val="0"/>
              </a:spcAft>
              <a:buNone/>
            </a:pPr>
            <a:r>
              <a:rPr lang="en"/>
              <a:t>The stack grows down (stack frames get added as needed)</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h2e8bcb44295a1d74_1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h2e8bcb44295a1d74_1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3</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83f2e4bc7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83f2e4bc7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Q: How does every program have address 0 - 2^64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Space - How can we have that much space for every running program? 2^40 is 1 TB for reference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Security - can I accidentally or purposely access the memory holding the data in my notes app from a C program? </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When you were learning pointers, why was this never a consideration to accidentally mess something up on your computer?</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cc73d970f0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cc73d970f0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Virtual Memory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The memory model is an abstraction given to programs so they think they have access to and reign over all memory. In reality the address space is fake. If you print out the address of an int, that’s not physically where those 1’s and 0’s live. </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Memory is given to programs as it is needed and in varying locations.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endParaRPr>
              <a:solidFill>
                <a:schemeClr val="dk1"/>
              </a:solidFill>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8e6d026b37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8e6d026b37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Every program is told it has all addresses (laid out like this) Draw picture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As needed, physical memory is given and then mapped to a virtual address for the program to access.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Each running program gets its own page table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MMU in the CPU uses the page table to find the physical address of the virtual one.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Then it searches the cache for that physical address.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In chunks (pages) ex) 4 KB</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Page Table (holds mapping) stored in memory with its own cache TLB (translation lookaside buffer)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MMU - translates virtual to physical address by looking in the page table</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8e6d026b37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8e6d026b37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char x = 5;</a:t>
            </a:r>
            <a:endParaRPr>
              <a:solidFill>
                <a:schemeClr val="dk1"/>
              </a:solidFill>
            </a:endParaRPr>
          </a:p>
          <a:p>
            <a:pPr marL="0" lvl="0" indent="0" algn="l" rtl="0">
              <a:spcBef>
                <a:spcPts val="0"/>
              </a:spcBef>
              <a:spcAft>
                <a:spcPts val="0"/>
              </a:spcAft>
              <a:buNone/>
            </a:pPr>
            <a:r>
              <a:rPr lang="en">
                <a:solidFill>
                  <a:schemeClr val="dk1"/>
                </a:solidFill>
              </a:rPr>
              <a:t>printf(“%#x”, &amp;x); ← prints 0xFE5</a:t>
            </a:r>
            <a:endParaRPr>
              <a:solidFill>
                <a:schemeClr val="dk1"/>
              </a:solidFill>
            </a:endParaRPr>
          </a:p>
          <a:p>
            <a:pPr marL="0" lvl="0" indent="0" algn="l" rtl="0">
              <a:spcBef>
                <a:spcPts val="0"/>
              </a:spcBef>
              <a:spcAft>
                <a:spcPts val="0"/>
              </a:spcAft>
              <a:buNone/>
            </a:pPr>
            <a:r>
              <a:rPr lang="en">
                <a:solidFill>
                  <a:schemeClr val="dk1"/>
                </a:solidFill>
              </a:rPr>
              <a:t>… lots of code</a:t>
            </a:r>
            <a:endParaRPr>
              <a:solidFill>
                <a:schemeClr val="dk1"/>
              </a:solidFill>
            </a:endParaRPr>
          </a:p>
          <a:p>
            <a:pPr marL="0" lvl="0" indent="0" algn="l" rtl="0">
              <a:spcBef>
                <a:spcPts val="0"/>
              </a:spcBef>
              <a:spcAft>
                <a:spcPts val="0"/>
              </a:spcAft>
              <a:buNone/>
            </a:pPr>
            <a:r>
              <a:rPr lang="en">
                <a:solidFill>
                  <a:schemeClr val="dk1"/>
                </a:solidFill>
              </a:rPr>
              <a:t>x = x &gt;&gt; 3;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u="sng">
                <a:solidFill>
                  <a:schemeClr val="dk1"/>
                </a:solidFill>
              </a:rPr>
              <a:t>Assembly Pseudocode </a:t>
            </a:r>
            <a:endParaRPr u="sng">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Load from memory address 0xFE5 into register1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Shift 3  to register1 and store in register1</a:t>
            </a:r>
            <a:endParaRPr>
              <a:solidFill>
                <a:schemeClr val="dk1"/>
              </a:solidFill>
            </a:endParaRPr>
          </a:p>
          <a:p>
            <a:pPr marL="0" lvl="0" indent="0" algn="l" rtl="0">
              <a:spcBef>
                <a:spcPts val="0"/>
              </a:spcBef>
              <a:spcAft>
                <a:spcPts val="0"/>
              </a:spcAft>
              <a:buNone/>
            </a:pP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CPU decodes the instruction to load X from virtual address 0xFE5</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MMU uses the page table to find entry for the page that contains that virtual address, see what physical page it corresponds to</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Search through cache (fast small memory to slow big memory) — memory to find that physical address and it’s content, retrieves the whole cache line into the highest cache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Return the 8 bits at that location to the cpu (0000 0101)(store in register)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Cpu decodes the instruction to put x into ALU with 3 and picks the &gt;&gt; shifted answer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Puts the answer in a register and eventually back at the physical address of where x lives </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8e6d026b37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8e6d026b37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int x = -50;</a:t>
            </a:r>
            <a:endParaRPr dirty="0">
              <a:solidFill>
                <a:schemeClr val="dk1"/>
              </a:solidFill>
            </a:endParaRPr>
          </a:p>
          <a:p>
            <a:pPr marL="0" lvl="0" indent="0" algn="l" rtl="0">
              <a:spcBef>
                <a:spcPts val="0"/>
              </a:spcBef>
              <a:spcAft>
                <a:spcPts val="0"/>
              </a:spcAft>
              <a:buNone/>
            </a:pPr>
            <a:r>
              <a:rPr lang="en" dirty="0">
                <a:solidFill>
                  <a:schemeClr val="dk1"/>
                </a:solidFill>
              </a:rPr>
              <a:t>…. Lots of other code</a:t>
            </a:r>
            <a:endParaRPr dirty="0">
              <a:solidFill>
                <a:schemeClr val="dk1"/>
              </a:solidFill>
            </a:endParaRPr>
          </a:p>
          <a:p>
            <a:pPr marL="0" lvl="0" indent="0" algn="l" rtl="0">
              <a:spcBef>
                <a:spcPts val="0"/>
              </a:spcBef>
              <a:spcAft>
                <a:spcPts val="0"/>
              </a:spcAft>
              <a:buNone/>
            </a:pPr>
            <a:r>
              <a:rPr lang="en" dirty="0">
                <a:solidFill>
                  <a:schemeClr val="dk1"/>
                </a:solidFill>
              </a:rPr>
              <a:t>printf(“%#x”, &amp;x); ← prints 0xB50</a:t>
            </a:r>
            <a:endParaRPr dirty="0">
              <a:solidFill>
                <a:schemeClr val="dk1"/>
              </a:solidFill>
            </a:endParaRPr>
          </a:p>
          <a:p>
            <a:pPr marL="0" lvl="0" indent="0" algn="l" rtl="0">
              <a:spcBef>
                <a:spcPts val="0"/>
              </a:spcBef>
              <a:spcAft>
                <a:spcPts val="0"/>
              </a:spcAft>
              <a:buNone/>
            </a:pPr>
            <a:r>
              <a:rPr lang="en" dirty="0">
                <a:solidFill>
                  <a:schemeClr val="dk1"/>
                </a:solidFill>
              </a:rPr>
              <a:t>x = x + 1;</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u="sng" dirty="0">
                <a:solidFill>
                  <a:schemeClr val="dk1"/>
                </a:solidFill>
              </a:rPr>
              <a:t>Assembly Pseudocode </a:t>
            </a:r>
            <a:endParaRPr u="sng" dirty="0">
              <a:solidFill>
                <a:schemeClr val="dk1"/>
              </a:solidFill>
            </a:endParaRPr>
          </a:p>
          <a:p>
            <a:pPr marL="0" lvl="0" indent="0" algn="l" rtl="0">
              <a:spcBef>
                <a:spcPts val="0"/>
              </a:spcBef>
              <a:spcAft>
                <a:spcPts val="0"/>
              </a:spcAft>
              <a:buNone/>
            </a:pPr>
            <a:r>
              <a:rPr lang="en" dirty="0">
                <a:solidFill>
                  <a:schemeClr val="dk1"/>
                </a:solidFill>
              </a:rPr>
              <a:t>Load x from memory 0xB50 into register1</a:t>
            </a:r>
            <a:endParaRPr dirty="0">
              <a:solidFill>
                <a:schemeClr val="dk1"/>
              </a:solidFill>
            </a:endParaRPr>
          </a:p>
          <a:p>
            <a:pPr marL="0" lvl="0" indent="0" algn="l" rtl="0">
              <a:spcBef>
                <a:spcPts val="0"/>
              </a:spcBef>
              <a:spcAft>
                <a:spcPts val="0"/>
              </a:spcAft>
              <a:buNone/>
            </a:pPr>
            <a:r>
              <a:rPr lang="en" dirty="0">
                <a:solidFill>
                  <a:schemeClr val="dk1"/>
                </a:solidFill>
              </a:rPr>
              <a:t>Add 1 to register1 and store in register1</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dirty="0">
                <a:solidFill>
                  <a:schemeClr val="dk1"/>
                </a:solidFill>
              </a:rPr>
              <a:t>50 = 0000 0000 0000 0000 0000 0000 0011 0010</a:t>
            </a:r>
            <a:endParaRPr dirty="0">
              <a:solidFill>
                <a:schemeClr val="dk1"/>
              </a:solidFill>
            </a:endParaRPr>
          </a:p>
          <a:p>
            <a:pPr marL="0" lvl="0" indent="0" algn="l" rtl="0">
              <a:spcBef>
                <a:spcPts val="0"/>
              </a:spcBef>
              <a:spcAft>
                <a:spcPts val="0"/>
              </a:spcAft>
              <a:buNone/>
            </a:pPr>
            <a:r>
              <a:rPr lang="en" dirty="0">
                <a:solidFill>
                  <a:schemeClr val="dk1"/>
                </a:solidFill>
              </a:rPr>
              <a:t>-50 = 1111 1111 1111 1111 1111 1111 1100 1110 </a:t>
            </a:r>
            <a:endParaRPr dirty="0">
              <a:solidFill>
                <a:schemeClr val="dk1"/>
              </a:solidFill>
            </a:endParaRPr>
          </a:p>
          <a:p>
            <a:pPr marL="0" lvl="0" indent="0" algn="l" rtl="0">
              <a:spcBef>
                <a:spcPts val="0"/>
              </a:spcBef>
              <a:spcAft>
                <a:spcPts val="0"/>
              </a:spcAft>
              <a:buNone/>
            </a:pPr>
            <a:r>
              <a:rPr lang="en" dirty="0">
                <a:solidFill>
                  <a:schemeClr val="dk1"/>
                </a:solidFill>
              </a:rPr>
              <a:t>Little endian = 0xCE, FF, FF, FF</a:t>
            </a:r>
            <a:endParaRPr dirty="0">
              <a:solidFill>
                <a:schemeClr val="dk1"/>
              </a:solidFill>
            </a:endParaRPr>
          </a:p>
          <a:p>
            <a:pPr marL="0" lvl="0" indent="0" algn="l" rtl="0">
              <a:spcBef>
                <a:spcPts val="0"/>
              </a:spcBef>
              <a:spcAft>
                <a:spcPts val="0"/>
              </a:spcAft>
              <a:buNone/>
            </a:pP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CPU fetches and decodes the instruction to load x from virtual address 0xB50</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CPU employs the MMU which uses the page table for this running program to find entry for the page that contains that virtual address, see what physical page it corresponds to</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Search through cache (fast small memory to slow big memory) — memory to find that physical address and it’s content </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Return the 4 bytes at that location to the program 1111 1111 1111 1111 1111 1111 1100 1110 (store in register)</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CPU puts x through the ALU with a 1 and store as X again</a:t>
            </a:r>
            <a:endParaRPr dirty="0">
              <a:solidFill>
                <a:schemeClr val="dk1"/>
              </a:solidFill>
            </a:endParaRPr>
          </a:p>
          <a:p>
            <a:pPr marL="0" lvl="0" indent="0" algn="l" rtl="0">
              <a:spcBef>
                <a:spcPts val="0"/>
              </a:spcBef>
              <a:spcAft>
                <a:spcPts val="0"/>
              </a:spcAft>
              <a:buNone/>
            </a:pPr>
            <a:r>
              <a:rPr lang="en" dirty="0">
                <a:solidFill>
                  <a:schemeClr val="dk1"/>
                </a:solidFill>
              </a:rPr>
              <a:t>**if i were to print x as a signed char, it would convert the binary to 2’s complement to see what negative number to print to the screen</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endParaRPr dirty="0">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cc73d970f0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cc73d970f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8e6d026b37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8e6d026b37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8e6d026b37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8e6d026b37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8e6d026b37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8e6d026b37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8e6d026b37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8e6d026b37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8e6d026b37_0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8e6d026b37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Draw memory diagram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Pages has access bits (read, write)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Read only globales → are in a read only page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At run time the computer attempts to write and then causes an error</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cc73d970f0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cc73d970f0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More on OS Thursday</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h2e8bcb44295a1d74_1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h2e8bcb44295a1d74_1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w="76200" cap="flat" cmpd="sng">
            <a:solidFill>
              <a:schemeClr val="dk1"/>
            </a:solidFill>
            <a:prstDash val="solid"/>
            <a:round/>
            <a:headEnd type="none" w="sm" len="sm"/>
            <a:tailEnd type="none" w="sm" len="sm"/>
          </a:ln>
        </p:spPr>
      </p:cxnSp>
      <p:sp>
        <p:nvSpPr>
          <p:cNvPr id="11" name="Google Shape;11;p2"/>
          <p:cNvSpPr txBox="1">
            <a:spLocks noGrp="1"/>
          </p:cNvSpPr>
          <p:nvPr>
            <p:ph type="ctrTitle"/>
          </p:nvPr>
        </p:nvSpPr>
        <p:spPr>
          <a:xfrm>
            <a:off x="311700" y="595975"/>
            <a:ext cx="8520600" cy="1957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2" name="Google Shape;12;p2"/>
          <p:cNvSpPr txBox="1">
            <a:spLocks noGrp="1"/>
          </p:cNvSpPr>
          <p:nvPr>
            <p:ph type="subTitle" idx="1"/>
          </p:nvPr>
        </p:nvSpPr>
        <p:spPr>
          <a:xfrm>
            <a:off x="311700" y="3165823"/>
            <a:ext cx="8520600" cy="733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480550"/>
            <a:ext cx="8114400" cy="24459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61950">
              <a:spcBef>
                <a:spcPts val="0"/>
              </a:spcBef>
              <a:spcAft>
                <a:spcPts val="0"/>
              </a:spcAft>
              <a:buSzPts val="2100"/>
              <a:buChar char="●"/>
              <a:defRPr sz="2100"/>
            </a:lvl1pPr>
            <a:lvl2pPr marL="914400" lvl="1" indent="-349250">
              <a:spcBef>
                <a:spcPts val="0"/>
              </a:spcBef>
              <a:spcAft>
                <a:spcPts val="0"/>
              </a:spcAft>
              <a:buSzPts val="1900"/>
              <a:buChar char="○"/>
              <a:defRPr sz="1900"/>
            </a:lvl2pPr>
            <a:lvl3pPr marL="1371600" lvl="2" indent="-349250">
              <a:spcBef>
                <a:spcPts val="0"/>
              </a:spcBef>
              <a:spcAft>
                <a:spcPts val="0"/>
              </a:spcAft>
              <a:buSzPts val="1900"/>
              <a:buChar char="■"/>
              <a:defRPr sz="1900"/>
            </a:lvl3pPr>
            <a:lvl4pPr marL="1828800" lvl="3" indent="-349250">
              <a:spcBef>
                <a:spcPts val="0"/>
              </a:spcBef>
              <a:spcAft>
                <a:spcPts val="0"/>
              </a:spcAft>
              <a:buSzPts val="1900"/>
              <a:buChar char="●"/>
              <a:defRPr sz="1900"/>
            </a:lvl4pPr>
            <a:lvl5pPr marL="2286000" lvl="4" indent="-349250">
              <a:spcBef>
                <a:spcPts val="0"/>
              </a:spcBef>
              <a:spcAft>
                <a:spcPts val="0"/>
              </a:spcAft>
              <a:buSzPts val="1900"/>
              <a:buChar char="○"/>
              <a:defRPr sz="1900"/>
            </a:lvl5pPr>
            <a:lvl6pPr marL="2743200" lvl="5" indent="-349250">
              <a:spcBef>
                <a:spcPts val="0"/>
              </a:spcBef>
              <a:spcAft>
                <a:spcPts val="0"/>
              </a:spcAft>
              <a:buSzPts val="1900"/>
              <a:buChar char="■"/>
              <a:defRPr sz="1900"/>
            </a:lvl6pPr>
            <a:lvl7pPr marL="3200400" lvl="6" indent="-349250">
              <a:spcBef>
                <a:spcPts val="0"/>
              </a:spcBef>
              <a:spcAft>
                <a:spcPts val="0"/>
              </a:spcAft>
              <a:buSzPts val="1900"/>
              <a:buChar char="●"/>
              <a:defRPr sz="1900"/>
            </a:lvl7pPr>
            <a:lvl8pPr marL="3657600" lvl="7" indent="-349250">
              <a:spcBef>
                <a:spcPts val="0"/>
              </a:spcBef>
              <a:spcAft>
                <a:spcPts val="0"/>
              </a:spcAft>
              <a:buSzPts val="1900"/>
              <a:buChar char="○"/>
              <a:defRPr sz="1900"/>
            </a:lvl8pPr>
            <a:lvl9pPr marL="4114800" lvl="8" indent="-349250">
              <a:spcBef>
                <a:spcPts val="0"/>
              </a:spcBef>
              <a:spcAft>
                <a:spcPts val="0"/>
              </a:spcAft>
              <a:buSzPts val="1900"/>
              <a:buChar char="■"/>
              <a:defRPr sz="1900"/>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6318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490875"/>
            <a:ext cx="2808000" cy="30780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838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375599"/>
            <a:ext cx="4045200" cy="15519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0" name="Google Shape;40;p9"/>
          <p:cNvSpPr txBox="1">
            <a:spLocks noGrp="1"/>
          </p:cNvSpPr>
          <p:nvPr>
            <p:ph type="subTitle" idx="1"/>
          </p:nvPr>
        </p:nvSpPr>
        <p:spPr>
          <a:xfrm>
            <a:off x="265500" y="2981125"/>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67925"/>
            <a:ext cx="8520600" cy="19800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a:spLocks noGrp="1"/>
          </p:cNvSpPr>
          <p:nvPr>
            <p:ph type="body" idx="1"/>
          </p:nvPr>
        </p:nvSpPr>
        <p:spPr>
          <a:xfrm>
            <a:off x="311700" y="32242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customXml" Target="../ink/ink9.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customXml" Target="../ink/ink10.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customXml" Target="../ink/ink1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customXml" Target="../ink/ink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customXml" Target="../ink/ink13.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customXml" Target="../ink/ink14.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customXml" Target="../ink/ink1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customXml" Target="../ink/ink18.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customXml" Target="../ink/ink19.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customXml" Target="../ink/ink21.xml"/><Relationship Id="rId5" Type="http://schemas.openxmlformats.org/officeDocument/2006/relationships/image" Target="../media/image33.png"/><Relationship Id="rId4" Type="http://schemas.openxmlformats.org/officeDocument/2006/relationships/customXml" Target="../ink/ink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customXml" Target="../ink/ink23.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customXml" Target="../ink/ink26.xml"/><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customXml" Target="../ink/ink27.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customXml" Target="../ink/ink29.xml"/><Relationship Id="rId5" Type="http://schemas.openxmlformats.org/officeDocument/2006/relationships/image" Target="../media/image44.png"/><Relationship Id="rId4" Type="http://schemas.openxmlformats.org/officeDocument/2006/relationships/customXml" Target="../ink/ink28.xml"/></Relationships>
</file>

<file path=ppt/slides/_rels/slide31.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311700" y="595975"/>
            <a:ext cx="8520600" cy="19578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CS 340</a:t>
            </a:r>
            <a:endParaRPr/>
          </a:p>
        </p:txBody>
      </p:sp>
      <p:sp>
        <p:nvSpPr>
          <p:cNvPr id="57" name="Google Shape;57;p13"/>
          <p:cNvSpPr txBox="1">
            <a:spLocks noGrp="1"/>
          </p:cNvSpPr>
          <p:nvPr>
            <p:ph type="subTitle" idx="1"/>
          </p:nvPr>
        </p:nvSpPr>
        <p:spPr>
          <a:xfrm>
            <a:off x="311700" y="2911823"/>
            <a:ext cx="8520600" cy="733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A Program’s Memory | Virtual Memory</a:t>
            </a:r>
            <a:endParaRPr/>
          </a:p>
        </p:txBody>
      </p:sp>
      <p:grpSp>
        <p:nvGrpSpPr>
          <p:cNvPr id="58" name="Google Shape;58;p13"/>
          <p:cNvGrpSpPr/>
          <p:nvPr/>
        </p:nvGrpSpPr>
        <p:grpSpPr>
          <a:xfrm>
            <a:off x="6266800" y="358700"/>
            <a:ext cx="2390400" cy="1764425"/>
            <a:chOff x="6691575" y="164975"/>
            <a:chExt cx="2390400" cy="1764425"/>
          </a:xfrm>
        </p:grpSpPr>
        <p:grpSp>
          <p:nvGrpSpPr>
            <p:cNvPr id="59" name="Google Shape;59;p13"/>
            <p:cNvGrpSpPr/>
            <p:nvPr/>
          </p:nvGrpSpPr>
          <p:grpSpPr>
            <a:xfrm>
              <a:off x="6691575" y="164975"/>
              <a:ext cx="2390400" cy="1764300"/>
              <a:chOff x="6630750" y="111575"/>
              <a:chExt cx="2390400" cy="1764300"/>
            </a:xfrm>
          </p:grpSpPr>
          <p:sp>
            <p:nvSpPr>
              <p:cNvPr id="60" name="Google Shape;60;p13"/>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61" name="Google Shape;61;p13"/>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62" name="Google Shape;62;p13"/>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63" name="Google Shape;63;p13"/>
              <p:cNvSpPr txBox="1"/>
              <p:nvPr/>
            </p:nvSpPr>
            <p:spPr>
              <a:xfrm>
                <a:off x="6798850" y="514199"/>
                <a:ext cx="732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Q1</a:t>
                </a:r>
                <a:endParaRPr sz="3600" b="1">
                  <a:solidFill>
                    <a:srgbClr val="FFFFFF"/>
                  </a:solidFill>
                  <a:latin typeface="PT Sans Narrow"/>
                  <a:ea typeface="PT Sans Narrow"/>
                  <a:cs typeface="PT Sans Narrow"/>
                  <a:sym typeface="PT Sans Narrow"/>
                </a:endParaRPr>
              </a:p>
            </p:txBody>
          </p:sp>
        </p:grpSp>
        <p:sp>
          <p:nvSpPr>
            <p:cNvPr id="64" name="Google Shape;64;p13"/>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pic>
        <p:nvPicPr>
          <p:cNvPr id="65" name="Google Shape;65;p13" title="Screenshot 2026-10-06 at 11.29.36 AM.png"/>
          <p:cNvPicPr preferRelativeResize="0"/>
          <p:nvPr/>
        </p:nvPicPr>
        <p:blipFill>
          <a:blip r:embed="rId4">
            <a:alphaModFix/>
          </a:blip>
          <a:stretch>
            <a:fillRect/>
          </a:stretch>
        </p:blipFill>
        <p:spPr>
          <a:xfrm>
            <a:off x="369921" y="3813900"/>
            <a:ext cx="1366825" cy="1201750"/>
          </a:xfrm>
          <a:prstGeom prst="rect">
            <a:avLst/>
          </a:prstGeom>
          <a:noFill/>
          <a:ln>
            <a:noFill/>
          </a:ln>
        </p:spPr>
      </p:pic>
      <p:pic>
        <p:nvPicPr>
          <p:cNvPr id="66" name="Google Shape;66;p13" title="Screenshot 2026-10-06 at 11.29.46 AM.png"/>
          <p:cNvPicPr preferRelativeResize="0"/>
          <p:nvPr/>
        </p:nvPicPr>
        <p:blipFill>
          <a:blip r:embed="rId5">
            <a:alphaModFix/>
          </a:blip>
          <a:stretch>
            <a:fillRect/>
          </a:stretch>
        </p:blipFill>
        <p:spPr>
          <a:xfrm>
            <a:off x="2272275" y="3909409"/>
            <a:ext cx="871998" cy="1010725"/>
          </a:xfrm>
          <a:prstGeom prst="rect">
            <a:avLst/>
          </a:prstGeom>
          <a:noFill/>
          <a:ln>
            <a:noFill/>
          </a:ln>
        </p:spPr>
      </p:pic>
      <p:pic>
        <p:nvPicPr>
          <p:cNvPr id="67" name="Google Shape;67;p13" title="Screenshot 2026-10-06 at 11.30.03 AM.png"/>
          <p:cNvPicPr preferRelativeResize="0"/>
          <p:nvPr/>
        </p:nvPicPr>
        <p:blipFill>
          <a:blip r:embed="rId6">
            <a:alphaModFix/>
          </a:blip>
          <a:stretch>
            <a:fillRect/>
          </a:stretch>
        </p:blipFill>
        <p:spPr>
          <a:xfrm>
            <a:off x="4081501" y="3813900"/>
            <a:ext cx="1722918" cy="1201750"/>
          </a:xfrm>
          <a:prstGeom prst="rect">
            <a:avLst/>
          </a:prstGeom>
          <a:noFill/>
          <a:ln>
            <a:noFill/>
          </a:ln>
        </p:spPr>
      </p:pic>
      <p:sp>
        <p:nvSpPr>
          <p:cNvPr id="68" name="Google Shape;68;p13"/>
          <p:cNvSpPr txBox="1"/>
          <p:nvPr/>
        </p:nvSpPr>
        <p:spPr>
          <a:xfrm>
            <a:off x="6741650" y="4214663"/>
            <a:ext cx="20544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“Arr me see green turtle”</a:t>
            </a:r>
            <a:endParaRPr/>
          </a:p>
        </p:txBody>
      </p:sp>
      <p:sp>
        <p:nvSpPr>
          <p:cNvPr id="69" name="Google Shape;69;p13"/>
          <p:cNvSpPr txBox="1"/>
          <p:nvPr/>
        </p:nvSpPr>
        <p:spPr>
          <a:xfrm>
            <a:off x="369925" y="3509188"/>
            <a:ext cx="2054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Justin P.</a:t>
            </a:r>
            <a:endParaRPr/>
          </a:p>
        </p:txBody>
      </p:sp>
      <p:sp>
        <p:nvSpPr>
          <p:cNvPr id="70" name="Google Shape;70;p13"/>
          <p:cNvSpPr txBox="1"/>
          <p:nvPr/>
        </p:nvSpPr>
        <p:spPr>
          <a:xfrm>
            <a:off x="3979263" y="3509188"/>
            <a:ext cx="2054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Sage Y.</a:t>
            </a:r>
            <a:endParaRPr/>
          </a:p>
        </p:txBody>
      </p:sp>
      <p:cxnSp>
        <p:nvCxnSpPr>
          <p:cNvPr id="71" name="Google Shape;71;p13"/>
          <p:cNvCxnSpPr>
            <a:endCxn id="66" idx="1"/>
          </p:cNvCxnSpPr>
          <p:nvPr/>
        </p:nvCxnSpPr>
        <p:spPr>
          <a:xfrm>
            <a:off x="1736775" y="4414771"/>
            <a:ext cx="535500" cy="0"/>
          </a:xfrm>
          <a:prstGeom prst="straightConnector1">
            <a:avLst/>
          </a:prstGeom>
          <a:noFill/>
          <a:ln w="28575" cap="flat" cmpd="sng">
            <a:solidFill>
              <a:schemeClr val="dk2"/>
            </a:solidFill>
            <a:prstDash val="solid"/>
            <a:round/>
            <a:headEnd type="none" w="med" len="med"/>
            <a:tailEnd type="triangle" w="med" len="med"/>
          </a:ln>
        </p:spPr>
      </p:cxnSp>
      <p:cxnSp>
        <p:nvCxnSpPr>
          <p:cNvPr id="72" name="Google Shape;72;p13"/>
          <p:cNvCxnSpPr/>
          <p:nvPr/>
        </p:nvCxnSpPr>
        <p:spPr>
          <a:xfrm>
            <a:off x="6005288" y="4414759"/>
            <a:ext cx="535500" cy="0"/>
          </a:xfrm>
          <a:prstGeom prst="straightConnector1">
            <a:avLst/>
          </a:prstGeom>
          <a:noFill/>
          <a:ln w="28575" cap="flat" cmpd="sng">
            <a:solidFill>
              <a:schemeClr val="dk2"/>
            </a:solidFill>
            <a:prstDash val="solid"/>
            <a:round/>
            <a:headEnd type="none" w="med" len="med"/>
            <a:tailEnd type="triangle" w="med" len="med"/>
          </a:ln>
        </p:spPr>
      </p:cxnSp>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397665C4-0843-3FEB-B5D7-57078D27448D}"/>
                  </a:ext>
                </a:extLst>
              </p14:cNvPr>
              <p14:cNvContentPartPr/>
              <p14:nvPr/>
            </p14:nvContentPartPr>
            <p14:xfrm>
              <a:off x="229320" y="212040"/>
              <a:ext cx="8785440" cy="3525480"/>
            </p14:xfrm>
          </p:contentPart>
        </mc:Choice>
        <mc:Fallback xmlns="">
          <p:pic>
            <p:nvPicPr>
              <p:cNvPr id="2" name="Ink 1">
                <a:extLst>
                  <a:ext uri="{FF2B5EF4-FFF2-40B4-BE49-F238E27FC236}">
                    <a16:creationId xmlns:a16="http://schemas.microsoft.com/office/drawing/2014/main" id="{397665C4-0843-3FEB-B5D7-57078D27448D}"/>
                  </a:ext>
                </a:extLst>
              </p:cNvPr>
              <p:cNvPicPr/>
              <p:nvPr/>
            </p:nvPicPr>
            <p:blipFill>
              <a:blip r:embed="rId8"/>
              <a:stretch>
                <a:fillRect/>
              </a:stretch>
            </p:blipFill>
            <p:spPr>
              <a:xfrm>
                <a:off x="219960" y="202680"/>
                <a:ext cx="8804160" cy="354420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Updates</a:t>
            </a:r>
            <a:endParaRPr/>
          </a:p>
        </p:txBody>
      </p:sp>
      <p:sp>
        <p:nvSpPr>
          <p:cNvPr id="78" name="Google Shape;78;p14"/>
          <p:cNvSpPr txBox="1"/>
          <p:nvPr/>
        </p:nvSpPr>
        <p:spPr>
          <a:xfrm>
            <a:off x="158075" y="670600"/>
            <a:ext cx="8130900" cy="25449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chemeClr val="dk2"/>
              </a:buClr>
              <a:buSzPts val="2000"/>
              <a:buFont typeface="Proxima Nova"/>
              <a:buAutoNum type="arabicPeriod"/>
            </a:pPr>
            <a:r>
              <a:rPr lang="en" sz="2000">
                <a:solidFill>
                  <a:schemeClr val="dk2"/>
                </a:solidFill>
                <a:latin typeface="Proxima Nova"/>
                <a:ea typeface="Proxima Nova"/>
                <a:cs typeface="Proxima Nova"/>
                <a:sym typeface="Proxima Nova"/>
              </a:rPr>
              <a:t>MP3 - Due Today</a:t>
            </a:r>
            <a:endParaRPr sz="20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2000">
              <a:solidFill>
                <a:schemeClr val="dk2"/>
              </a:solidFill>
              <a:latin typeface="Proxima Nova"/>
              <a:ea typeface="Proxima Nova"/>
              <a:cs typeface="Proxima Nova"/>
              <a:sym typeface="Proxima Nova"/>
            </a:endParaRPr>
          </a:p>
          <a:p>
            <a:pPr marL="457200" lvl="0" indent="-355600" algn="l" rtl="0">
              <a:spcBef>
                <a:spcPts val="1000"/>
              </a:spcBef>
              <a:spcAft>
                <a:spcPts val="0"/>
              </a:spcAft>
              <a:buClr>
                <a:schemeClr val="dk2"/>
              </a:buClr>
              <a:buSzPts val="2000"/>
              <a:buFont typeface="Proxima Nova"/>
              <a:buAutoNum type="arabicPeriod"/>
            </a:pPr>
            <a:r>
              <a:rPr lang="en" sz="2000">
                <a:solidFill>
                  <a:schemeClr val="dk2"/>
                </a:solidFill>
                <a:latin typeface="Proxima Nova"/>
                <a:ea typeface="Proxima Nova"/>
                <a:cs typeface="Proxima Nova"/>
                <a:sym typeface="Proxima Nova"/>
              </a:rPr>
              <a:t>MP4 - Out today, due next week</a:t>
            </a:r>
            <a:endParaRPr sz="2000">
              <a:solidFill>
                <a:schemeClr val="dk2"/>
              </a:solidFill>
              <a:latin typeface="Proxima Nova"/>
              <a:ea typeface="Proxima Nova"/>
              <a:cs typeface="Proxima Nova"/>
              <a:sym typeface="Proxima Nova"/>
            </a:endParaRPr>
          </a:p>
          <a:p>
            <a:pPr marL="914400" lvl="1" indent="-355600" algn="l" rtl="0">
              <a:spcBef>
                <a:spcPts val="0"/>
              </a:spcBef>
              <a:spcAft>
                <a:spcPts val="0"/>
              </a:spcAft>
              <a:buClr>
                <a:schemeClr val="dk2"/>
              </a:buClr>
              <a:buSzPts val="2000"/>
              <a:buFont typeface="Proxima Nova"/>
              <a:buAutoNum type="alphaLcPeriod"/>
            </a:pPr>
            <a:r>
              <a:rPr lang="en" sz="2000">
                <a:solidFill>
                  <a:schemeClr val="dk2"/>
                </a:solidFill>
                <a:latin typeface="Proxima Nova"/>
                <a:ea typeface="Proxima Nova"/>
                <a:cs typeface="Proxima Nova"/>
                <a:sym typeface="Proxima Nova"/>
              </a:rPr>
              <a:t>No MPP this week</a:t>
            </a:r>
            <a:endParaRPr sz="20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2000">
              <a:solidFill>
                <a:schemeClr val="dk2"/>
              </a:solidFill>
              <a:latin typeface="Proxima Nova"/>
              <a:ea typeface="Proxima Nova"/>
              <a:cs typeface="Proxima Nova"/>
              <a:sym typeface="Proxima Nova"/>
            </a:endParaRPr>
          </a:p>
          <a:p>
            <a:pPr marL="457200" lvl="0" indent="-355600" algn="l" rtl="0">
              <a:spcBef>
                <a:spcPts val="1000"/>
              </a:spcBef>
              <a:spcAft>
                <a:spcPts val="0"/>
              </a:spcAft>
              <a:buClr>
                <a:schemeClr val="dk2"/>
              </a:buClr>
              <a:buSzPts val="2000"/>
              <a:buFont typeface="Proxima Nova"/>
              <a:buAutoNum type="arabicPeriod"/>
            </a:pPr>
            <a:r>
              <a:rPr lang="en" sz="2000">
                <a:solidFill>
                  <a:schemeClr val="dk2"/>
                </a:solidFill>
                <a:latin typeface="Proxima Nova"/>
                <a:ea typeface="Proxima Nova"/>
                <a:cs typeface="Proxima Nova"/>
                <a:sym typeface="Proxima Nova"/>
              </a:rPr>
              <a:t>HW5 - due Wednesday</a:t>
            </a:r>
            <a:endParaRPr sz="2000">
              <a:solidFill>
                <a:schemeClr val="dk2"/>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D4C670A-D8C8-6F4F-D52E-FFD23D418428}"/>
                  </a:ext>
                </a:extLst>
              </p14:cNvPr>
              <p14:cNvContentPartPr/>
              <p14:nvPr/>
            </p14:nvContentPartPr>
            <p14:xfrm>
              <a:off x="388800" y="182520"/>
              <a:ext cx="8673120" cy="4726080"/>
            </p14:xfrm>
          </p:contentPart>
        </mc:Choice>
        <mc:Fallback xmlns="">
          <p:pic>
            <p:nvPicPr>
              <p:cNvPr id="2" name="Ink 1">
                <a:extLst>
                  <a:ext uri="{FF2B5EF4-FFF2-40B4-BE49-F238E27FC236}">
                    <a16:creationId xmlns:a16="http://schemas.microsoft.com/office/drawing/2014/main" id="{AD4C670A-D8C8-6F4F-D52E-FFD23D418428}"/>
                  </a:ext>
                </a:extLst>
              </p:cNvPr>
              <p:cNvPicPr/>
              <p:nvPr/>
            </p:nvPicPr>
            <p:blipFill>
              <a:blip r:embed="rId4"/>
              <a:stretch>
                <a:fillRect/>
              </a:stretch>
            </p:blipFill>
            <p:spPr>
              <a:xfrm>
                <a:off x="379440" y="173160"/>
                <a:ext cx="8691840" cy="47448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133175" y="333200"/>
            <a:ext cx="8773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Program’s Memory | Virtual Memory</a:t>
            </a:r>
            <a:endParaRPr/>
          </a:p>
          <a:p>
            <a:pPr marL="0" lvl="0" indent="0" algn="l" rtl="0">
              <a:spcBef>
                <a:spcPts val="0"/>
              </a:spcBef>
              <a:spcAft>
                <a:spcPts val="0"/>
              </a:spcAft>
              <a:buNone/>
            </a:pPr>
            <a:endParaRPr/>
          </a:p>
        </p:txBody>
      </p:sp>
      <p:sp>
        <p:nvSpPr>
          <p:cNvPr id="84" name="Google Shape;84;p15"/>
          <p:cNvSpPr txBox="1"/>
          <p:nvPr/>
        </p:nvSpPr>
        <p:spPr>
          <a:xfrm>
            <a:off x="133175" y="905900"/>
            <a:ext cx="8520600" cy="3853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100" b="1">
                <a:latin typeface="Proxima Nova"/>
                <a:ea typeface="Proxima Nova"/>
                <a:cs typeface="Proxima Nova"/>
                <a:sym typeface="Proxima Nova"/>
              </a:rPr>
              <a:t>Today’s LGs - </a:t>
            </a:r>
            <a:r>
              <a:rPr lang="en" sz="2100">
                <a:solidFill>
                  <a:srgbClr val="434343"/>
                </a:solidFill>
                <a:latin typeface="Proxima Nova"/>
                <a:ea typeface="Proxima Nova"/>
                <a:cs typeface="Proxima Nova"/>
                <a:sym typeface="Proxima Nova"/>
              </a:rPr>
              <a:t>Deepen your understanding of how memory works in a C program and on your computer.</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differentiate between globals/static, the stack, and the heap</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identify common issues with the stack and the heap use</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implement a simplified, efficient version of the C allocator</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articulate why we use virtual memory in a computer</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put together system concepts with virtual memory.</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endParaRPr sz="2100">
              <a:solidFill>
                <a:srgbClr val="434343"/>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44F50AC-491F-DFE9-7149-819400D77568}"/>
                  </a:ext>
                </a:extLst>
              </p14:cNvPr>
              <p14:cNvContentPartPr/>
              <p14:nvPr/>
            </p14:nvContentPartPr>
            <p14:xfrm>
              <a:off x="8020080" y="3202200"/>
              <a:ext cx="671040" cy="441000"/>
            </p14:xfrm>
          </p:contentPart>
        </mc:Choice>
        <mc:Fallback xmlns="">
          <p:pic>
            <p:nvPicPr>
              <p:cNvPr id="2" name="Ink 1">
                <a:extLst>
                  <a:ext uri="{FF2B5EF4-FFF2-40B4-BE49-F238E27FC236}">
                    <a16:creationId xmlns:a16="http://schemas.microsoft.com/office/drawing/2014/main" id="{344F50AC-491F-DFE9-7149-819400D77568}"/>
                  </a:ext>
                </a:extLst>
              </p:cNvPr>
              <p:cNvPicPr/>
              <p:nvPr/>
            </p:nvPicPr>
            <p:blipFill>
              <a:blip r:embed="rId4"/>
              <a:stretch>
                <a:fillRect/>
              </a:stretch>
            </p:blipFill>
            <p:spPr>
              <a:xfrm>
                <a:off x="8010720" y="3192840"/>
                <a:ext cx="689760" cy="45972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6"/>
          <p:cNvSpPr txBox="1">
            <a:spLocks noGrp="1"/>
          </p:cNvSpPr>
          <p:nvPr>
            <p:ph type="title"/>
          </p:nvPr>
        </p:nvSpPr>
        <p:spPr>
          <a:xfrm>
            <a:off x="85450" y="1431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Agenda </a:t>
            </a:r>
            <a:endParaRPr/>
          </a:p>
        </p:txBody>
      </p:sp>
      <p:sp>
        <p:nvSpPr>
          <p:cNvPr id="90" name="Google Shape;90;p16"/>
          <p:cNvSpPr txBox="1"/>
          <p:nvPr/>
        </p:nvSpPr>
        <p:spPr>
          <a:xfrm>
            <a:off x="214575" y="625350"/>
            <a:ext cx="5782800" cy="51255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2"/>
              </a:buClr>
              <a:buSzPts val="2300"/>
              <a:buFont typeface="Proxima Nova"/>
              <a:buAutoNum type="arabicPeriod"/>
            </a:pPr>
            <a:r>
              <a:rPr lang="en" sz="2300">
                <a:solidFill>
                  <a:schemeClr val="dk2"/>
                </a:solidFill>
                <a:latin typeface="Proxima Nova"/>
                <a:ea typeface="Proxima Nova"/>
                <a:cs typeface="Proxima Nova"/>
                <a:sym typeface="Proxima Nova"/>
              </a:rPr>
              <a:t>A Program’s Memory</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Description </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Examples</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Clickers</a:t>
            </a:r>
            <a:endParaRPr sz="2300">
              <a:solidFill>
                <a:schemeClr val="dk2"/>
              </a:solidFill>
              <a:latin typeface="Proxima Nova"/>
              <a:ea typeface="Proxima Nova"/>
              <a:cs typeface="Proxima Nova"/>
              <a:sym typeface="Proxima Nova"/>
            </a:endParaRPr>
          </a:p>
          <a:p>
            <a:pPr marL="914400" lvl="0" indent="0" algn="l" rtl="0">
              <a:spcBef>
                <a:spcPts val="1000"/>
              </a:spcBef>
              <a:spcAft>
                <a:spcPts val="0"/>
              </a:spcAft>
              <a:buNone/>
            </a:pPr>
            <a:endParaRPr sz="10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AutoNum type="arabicPeriod"/>
            </a:pPr>
            <a:r>
              <a:rPr lang="en" sz="2300">
                <a:solidFill>
                  <a:schemeClr val="dk2"/>
                </a:solidFill>
                <a:latin typeface="Proxima Nova"/>
                <a:ea typeface="Proxima Nova"/>
                <a:cs typeface="Proxima Nova"/>
                <a:sym typeface="Proxima Nova"/>
              </a:rPr>
              <a:t>MP4 intro</a:t>
            </a:r>
            <a:endParaRPr sz="23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8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AutoNum type="arabicPeriod"/>
            </a:pPr>
            <a:r>
              <a:rPr lang="en" sz="2300">
                <a:solidFill>
                  <a:schemeClr val="dk2"/>
                </a:solidFill>
                <a:latin typeface="Proxima Nova"/>
                <a:ea typeface="Proxima Nova"/>
                <a:cs typeface="Proxima Nova"/>
                <a:sym typeface="Proxima Nova"/>
              </a:rPr>
              <a:t>Virtual  Memory</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Description</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Examples</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Clickers</a:t>
            </a:r>
            <a:endParaRPr sz="2300">
              <a:solidFill>
                <a:schemeClr val="dk2"/>
              </a:solidFill>
              <a:latin typeface="Proxima Nova"/>
              <a:ea typeface="Proxima Nova"/>
              <a:cs typeface="Proxima Nova"/>
              <a:sym typeface="Proxima Nova"/>
            </a:endParaRPr>
          </a:p>
          <a:p>
            <a:pPr marL="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0" lvl="0" indent="0" algn="l" rtl="0">
              <a:spcBef>
                <a:spcPts val="1000"/>
              </a:spcBef>
              <a:spcAft>
                <a:spcPts val="1000"/>
              </a:spcAft>
              <a:buNone/>
            </a:pPr>
            <a:endParaRPr sz="2300">
              <a:solidFill>
                <a:schemeClr val="dk2"/>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643D503-5356-0DFA-6874-E8656384BA6C}"/>
                  </a:ext>
                </a:extLst>
              </p14:cNvPr>
              <p14:cNvContentPartPr/>
              <p14:nvPr/>
            </p14:nvContentPartPr>
            <p14:xfrm>
              <a:off x="335160" y="2589480"/>
              <a:ext cx="241560" cy="1009800"/>
            </p14:xfrm>
          </p:contentPart>
        </mc:Choice>
        <mc:Fallback xmlns="">
          <p:pic>
            <p:nvPicPr>
              <p:cNvPr id="2" name="Ink 1">
                <a:extLst>
                  <a:ext uri="{FF2B5EF4-FFF2-40B4-BE49-F238E27FC236}">
                    <a16:creationId xmlns:a16="http://schemas.microsoft.com/office/drawing/2014/main" id="{D643D503-5356-0DFA-6874-E8656384BA6C}"/>
                  </a:ext>
                </a:extLst>
              </p:cNvPr>
              <p:cNvPicPr/>
              <p:nvPr/>
            </p:nvPicPr>
            <p:blipFill>
              <a:blip r:embed="rId4"/>
              <a:stretch>
                <a:fillRect/>
              </a:stretch>
            </p:blipFill>
            <p:spPr>
              <a:xfrm>
                <a:off x="325800" y="2580120"/>
                <a:ext cx="260280" cy="10285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C Program’s View of its Memory Space</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4FEF769-A412-458F-BE52-222311B1B9DC}"/>
                  </a:ext>
                </a:extLst>
              </p14:cNvPr>
              <p14:cNvContentPartPr/>
              <p14:nvPr/>
            </p14:nvContentPartPr>
            <p14:xfrm>
              <a:off x="464760" y="588600"/>
              <a:ext cx="2624760" cy="4269600"/>
            </p14:xfrm>
          </p:contentPart>
        </mc:Choice>
        <mc:Fallback xmlns="">
          <p:pic>
            <p:nvPicPr>
              <p:cNvPr id="2" name="Ink 1">
                <a:extLst>
                  <a:ext uri="{FF2B5EF4-FFF2-40B4-BE49-F238E27FC236}">
                    <a16:creationId xmlns:a16="http://schemas.microsoft.com/office/drawing/2014/main" id="{B4FEF769-A412-458F-BE52-222311B1B9DC}"/>
                  </a:ext>
                </a:extLst>
              </p:cNvPr>
              <p:cNvPicPr/>
              <p:nvPr/>
            </p:nvPicPr>
            <p:blipFill>
              <a:blip r:embed="rId4"/>
              <a:stretch>
                <a:fillRect/>
              </a:stretch>
            </p:blipFill>
            <p:spPr>
              <a:xfrm>
                <a:off x="455400" y="579240"/>
                <a:ext cx="2643480" cy="42883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Stack</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4B309D5-17E2-1576-D95C-C037D92C12D0}"/>
                  </a:ext>
                </a:extLst>
              </p14:cNvPr>
              <p14:cNvContentPartPr/>
              <p14:nvPr/>
            </p14:nvContentPartPr>
            <p14:xfrm>
              <a:off x="735480" y="482400"/>
              <a:ext cx="7502760" cy="4025880"/>
            </p14:xfrm>
          </p:contentPart>
        </mc:Choice>
        <mc:Fallback xmlns="">
          <p:pic>
            <p:nvPicPr>
              <p:cNvPr id="2" name="Ink 1">
                <a:extLst>
                  <a:ext uri="{FF2B5EF4-FFF2-40B4-BE49-F238E27FC236}">
                    <a16:creationId xmlns:a16="http://schemas.microsoft.com/office/drawing/2014/main" id="{54B309D5-17E2-1576-D95C-C037D92C12D0}"/>
                  </a:ext>
                </a:extLst>
              </p:cNvPr>
              <p:cNvPicPr/>
              <p:nvPr/>
            </p:nvPicPr>
            <p:blipFill>
              <a:blip r:embed="rId4"/>
              <a:stretch>
                <a:fillRect/>
              </a:stretch>
            </p:blipFill>
            <p:spPr>
              <a:xfrm>
                <a:off x="726120" y="473040"/>
                <a:ext cx="7521480" cy="404460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Heap</a:t>
            </a:r>
            <a:endParaRPr/>
          </a:p>
        </p:txBody>
      </p:sp>
      <p:sp>
        <p:nvSpPr>
          <p:cNvPr id="106" name="Google Shape;106;p19"/>
          <p:cNvSpPr txBox="1"/>
          <p:nvPr/>
        </p:nvSpPr>
        <p:spPr>
          <a:xfrm>
            <a:off x="297575" y="855450"/>
            <a:ext cx="5782800" cy="1503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3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0" lvl="0" indent="0" algn="l" rtl="0">
              <a:spcBef>
                <a:spcPts val="1000"/>
              </a:spcBef>
              <a:spcAft>
                <a:spcPts val="1000"/>
              </a:spcAft>
              <a:buNone/>
            </a:pPr>
            <a:endParaRPr sz="2300">
              <a:solidFill>
                <a:schemeClr val="dk2"/>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4FD6E64-1657-20F2-2A53-32DD1674174C}"/>
                  </a:ext>
                </a:extLst>
              </p14:cNvPr>
              <p14:cNvContentPartPr/>
              <p14:nvPr/>
            </p14:nvContentPartPr>
            <p14:xfrm>
              <a:off x="605880" y="511920"/>
              <a:ext cx="7543800" cy="3366000"/>
            </p14:xfrm>
          </p:contentPart>
        </mc:Choice>
        <mc:Fallback xmlns="">
          <p:pic>
            <p:nvPicPr>
              <p:cNvPr id="2" name="Ink 1">
                <a:extLst>
                  <a:ext uri="{FF2B5EF4-FFF2-40B4-BE49-F238E27FC236}">
                    <a16:creationId xmlns:a16="http://schemas.microsoft.com/office/drawing/2014/main" id="{24FD6E64-1657-20F2-2A53-32DD1674174C}"/>
                  </a:ext>
                </a:extLst>
              </p:cNvPr>
              <p:cNvPicPr/>
              <p:nvPr/>
            </p:nvPicPr>
            <p:blipFill>
              <a:blip r:embed="rId4"/>
              <a:stretch>
                <a:fillRect/>
              </a:stretch>
            </p:blipFill>
            <p:spPr>
              <a:xfrm>
                <a:off x="596520" y="502560"/>
                <a:ext cx="7562520" cy="338472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Code/Globals/Static Memory</a:t>
            </a:r>
            <a:endParaRPr/>
          </a:p>
        </p:txBody>
      </p:sp>
      <p:sp>
        <p:nvSpPr>
          <p:cNvPr id="112" name="Google Shape;112;p20"/>
          <p:cNvSpPr txBox="1"/>
          <p:nvPr/>
        </p:nvSpPr>
        <p:spPr>
          <a:xfrm>
            <a:off x="297575" y="855450"/>
            <a:ext cx="5782800" cy="343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300">
                <a:solidFill>
                  <a:schemeClr val="dk2"/>
                </a:solidFill>
                <a:latin typeface="Proxima Nova"/>
                <a:ea typeface="Proxima Nova"/>
                <a:cs typeface="Proxima Nova"/>
                <a:sym typeface="Proxima Nova"/>
              </a:rPr>
              <a:t>Code</a:t>
            </a:r>
            <a:endParaRPr sz="2300">
              <a:solidFill>
                <a:schemeClr val="dk2"/>
              </a:solidFill>
              <a:latin typeface="Proxima Nova"/>
              <a:ea typeface="Proxima Nova"/>
              <a:cs typeface="Proxima Nova"/>
              <a:sym typeface="Proxima Nova"/>
            </a:endParaRPr>
          </a:p>
          <a:p>
            <a:pPr marL="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0" lvl="0" indent="0" algn="l" rtl="0">
              <a:spcBef>
                <a:spcPts val="1000"/>
              </a:spcBef>
              <a:spcAft>
                <a:spcPts val="0"/>
              </a:spcAft>
              <a:buNone/>
            </a:pPr>
            <a:r>
              <a:rPr lang="en" sz="2300">
                <a:solidFill>
                  <a:schemeClr val="dk2"/>
                </a:solidFill>
                <a:latin typeface="Proxima Nova"/>
                <a:ea typeface="Proxima Nova"/>
                <a:cs typeface="Proxima Nova"/>
                <a:sym typeface="Proxima Nova"/>
              </a:rPr>
              <a:t>Read only globals</a:t>
            </a:r>
            <a:endParaRPr sz="2300">
              <a:solidFill>
                <a:schemeClr val="dk2"/>
              </a:solidFill>
              <a:latin typeface="Proxima Nova"/>
              <a:ea typeface="Proxima Nova"/>
              <a:cs typeface="Proxima Nova"/>
              <a:sym typeface="Proxima Nova"/>
            </a:endParaRPr>
          </a:p>
          <a:p>
            <a:pPr marL="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0" lvl="0" indent="0" algn="l" rtl="0">
              <a:spcBef>
                <a:spcPts val="1000"/>
              </a:spcBef>
              <a:spcAft>
                <a:spcPts val="0"/>
              </a:spcAft>
              <a:buNone/>
            </a:pPr>
            <a:r>
              <a:rPr lang="en" sz="2300">
                <a:solidFill>
                  <a:schemeClr val="dk2"/>
                </a:solidFill>
                <a:latin typeface="Proxima Nova"/>
                <a:ea typeface="Proxima Nova"/>
                <a:cs typeface="Proxima Nova"/>
                <a:sym typeface="Proxima Nova"/>
              </a:rPr>
              <a:t>Static and global variables</a:t>
            </a:r>
            <a:endParaRPr sz="23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0" lvl="0" indent="0" algn="l" rtl="0">
              <a:spcBef>
                <a:spcPts val="1000"/>
              </a:spcBef>
              <a:spcAft>
                <a:spcPts val="1000"/>
              </a:spcAft>
              <a:buNone/>
            </a:pPr>
            <a:endParaRPr sz="2300">
              <a:solidFill>
                <a:schemeClr val="dk2"/>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51C2D2C-D934-1A78-EC03-389A12ECD054}"/>
                  </a:ext>
                </a:extLst>
              </p14:cNvPr>
              <p14:cNvContentPartPr/>
              <p14:nvPr/>
            </p14:nvContentPartPr>
            <p14:xfrm>
              <a:off x="1106280" y="918000"/>
              <a:ext cx="4523760" cy="3655080"/>
            </p14:xfrm>
          </p:contentPart>
        </mc:Choice>
        <mc:Fallback xmlns="">
          <p:pic>
            <p:nvPicPr>
              <p:cNvPr id="2" name="Ink 1">
                <a:extLst>
                  <a:ext uri="{FF2B5EF4-FFF2-40B4-BE49-F238E27FC236}">
                    <a16:creationId xmlns:a16="http://schemas.microsoft.com/office/drawing/2014/main" id="{551C2D2C-D934-1A78-EC03-389A12ECD054}"/>
                  </a:ext>
                </a:extLst>
              </p:cNvPr>
              <p:cNvPicPr/>
              <p:nvPr/>
            </p:nvPicPr>
            <p:blipFill>
              <a:blip r:embed="rId4"/>
              <a:stretch>
                <a:fillRect/>
              </a:stretch>
            </p:blipFill>
            <p:spPr>
              <a:xfrm>
                <a:off x="1096920" y="908640"/>
                <a:ext cx="4542480" cy="36738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pic>
        <p:nvPicPr>
          <p:cNvPr id="118" name="Google Shape;118;p21" title="Screenshot 2026-10-06 at 9.08.57 AM.png"/>
          <p:cNvPicPr preferRelativeResize="0"/>
          <p:nvPr/>
        </p:nvPicPr>
        <p:blipFill>
          <a:blip r:embed="rId3">
            <a:alphaModFix/>
          </a:blip>
          <a:stretch>
            <a:fillRect/>
          </a:stretch>
        </p:blipFill>
        <p:spPr>
          <a:xfrm>
            <a:off x="131225" y="764175"/>
            <a:ext cx="4225226" cy="3226400"/>
          </a:xfrm>
          <a:prstGeom prst="rect">
            <a:avLst/>
          </a:prstGeom>
          <a:noFill/>
          <a:ln w="19050"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13C97B3-4922-E0C0-3BA8-BD7A41B4FB49}"/>
                  </a:ext>
                </a:extLst>
              </p14:cNvPr>
              <p14:cNvContentPartPr/>
              <p14:nvPr/>
            </p14:nvContentPartPr>
            <p14:xfrm>
              <a:off x="518400" y="188280"/>
              <a:ext cx="8506800" cy="4761360"/>
            </p14:xfrm>
          </p:contentPart>
        </mc:Choice>
        <mc:Fallback xmlns="">
          <p:pic>
            <p:nvPicPr>
              <p:cNvPr id="2" name="Ink 1">
                <a:extLst>
                  <a:ext uri="{FF2B5EF4-FFF2-40B4-BE49-F238E27FC236}">
                    <a16:creationId xmlns:a16="http://schemas.microsoft.com/office/drawing/2014/main" id="{C13C97B3-4922-E0C0-3BA8-BD7A41B4FB49}"/>
                  </a:ext>
                </a:extLst>
              </p:cNvPr>
              <p:cNvPicPr/>
              <p:nvPr/>
            </p:nvPicPr>
            <p:blipFill>
              <a:blip r:embed="rId5"/>
              <a:stretch>
                <a:fillRect/>
              </a:stretch>
            </p:blipFill>
            <p:spPr>
              <a:xfrm>
                <a:off x="509040" y="178920"/>
                <a:ext cx="8525520" cy="478008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140425" y="61263"/>
            <a:ext cx="6616200" cy="214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Is there an error?</a:t>
            </a:r>
            <a:endParaRPr/>
          </a:p>
        </p:txBody>
      </p:sp>
      <p:grpSp>
        <p:nvGrpSpPr>
          <p:cNvPr id="124" name="Google Shape;124;p22"/>
          <p:cNvGrpSpPr/>
          <p:nvPr/>
        </p:nvGrpSpPr>
        <p:grpSpPr>
          <a:xfrm>
            <a:off x="6608500" y="250800"/>
            <a:ext cx="2390400" cy="1764425"/>
            <a:chOff x="6691575" y="164975"/>
            <a:chExt cx="2390400" cy="1764425"/>
          </a:xfrm>
        </p:grpSpPr>
        <p:grpSp>
          <p:nvGrpSpPr>
            <p:cNvPr id="125" name="Google Shape;125;p22"/>
            <p:cNvGrpSpPr/>
            <p:nvPr/>
          </p:nvGrpSpPr>
          <p:grpSpPr>
            <a:xfrm>
              <a:off x="6691575" y="164975"/>
              <a:ext cx="2390400" cy="1764300"/>
              <a:chOff x="6630750" y="111575"/>
              <a:chExt cx="2390400" cy="1764300"/>
            </a:xfrm>
          </p:grpSpPr>
          <p:sp>
            <p:nvSpPr>
              <p:cNvPr id="126" name="Google Shape;126;p22"/>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27" name="Google Shape;127;p22"/>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128" name="Google Shape;128;p22"/>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129" name="Google Shape;129;p22"/>
              <p:cNvSpPr txBox="1"/>
              <p:nvPr/>
            </p:nvSpPr>
            <p:spPr>
              <a:xfrm>
                <a:off x="6798850" y="514199"/>
                <a:ext cx="732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Q2</a:t>
                </a:r>
                <a:endParaRPr sz="3600" b="1">
                  <a:solidFill>
                    <a:srgbClr val="FFFFFF"/>
                  </a:solidFill>
                  <a:latin typeface="PT Sans Narrow"/>
                  <a:ea typeface="PT Sans Narrow"/>
                  <a:cs typeface="PT Sans Narrow"/>
                  <a:sym typeface="PT Sans Narrow"/>
                </a:endParaRPr>
              </a:p>
            </p:txBody>
          </p:sp>
        </p:grpSp>
        <p:sp>
          <p:nvSpPr>
            <p:cNvPr id="130" name="Google Shape;130;p22"/>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sp>
        <p:nvSpPr>
          <p:cNvPr id="131" name="Google Shape;131;p22"/>
          <p:cNvSpPr txBox="1"/>
          <p:nvPr/>
        </p:nvSpPr>
        <p:spPr>
          <a:xfrm>
            <a:off x="5674275" y="2204775"/>
            <a:ext cx="3324600" cy="23088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rgbClr val="666666"/>
              </a:buClr>
              <a:buSzPts val="2300"/>
              <a:buFont typeface="Proxima Nova"/>
              <a:buAutoNum type="alphaUcParenR"/>
            </a:pPr>
            <a:r>
              <a:rPr lang="en" sz="2300">
                <a:solidFill>
                  <a:srgbClr val="666666"/>
                </a:solidFill>
                <a:latin typeface="Proxima Nova"/>
                <a:ea typeface="Proxima Nova"/>
                <a:cs typeface="Proxima Nova"/>
                <a:sym typeface="Proxima Nova"/>
              </a:rPr>
              <a:t>No</a:t>
            </a:r>
            <a:endParaRPr sz="2300">
              <a:solidFill>
                <a:srgbClr val="666666"/>
              </a:solidFill>
              <a:latin typeface="Proxima Nova"/>
              <a:ea typeface="Proxima Nova"/>
              <a:cs typeface="Proxima Nova"/>
              <a:sym typeface="Proxima Nova"/>
            </a:endParaRPr>
          </a:p>
          <a:p>
            <a:pPr marL="457200" lvl="0" indent="-374650" algn="l" rtl="0">
              <a:spcBef>
                <a:spcPts val="0"/>
              </a:spcBef>
              <a:spcAft>
                <a:spcPts val="0"/>
              </a:spcAft>
              <a:buClr>
                <a:schemeClr val="dk2"/>
              </a:buClr>
              <a:buSzPts val="2300"/>
              <a:buFont typeface="Proxima Nova"/>
              <a:buAutoNum type="alphaUcParenR"/>
            </a:pPr>
            <a:r>
              <a:rPr lang="en" sz="2300">
                <a:solidFill>
                  <a:schemeClr val="dk2"/>
                </a:solidFill>
                <a:latin typeface="Proxima Nova"/>
                <a:ea typeface="Proxima Nova"/>
                <a:cs typeface="Proxima Nova"/>
                <a:sym typeface="Proxima Nova"/>
              </a:rPr>
              <a:t>Compiler error</a:t>
            </a:r>
            <a:endParaRPr sz="2300">
              <a:solidFill>
                <a:srgbClr val="666666"/>
              </a:solidFill>
              <a:latin typeface="Proxima Nova"/>
              <a:ea typeface="Proxima Nova"/>
              <a:cs typeface="Proxima Nova"/>
              <a:sym typeface="Proxima Nova"/>
            </a:endParaRPr>
          </a:p>
          <a:p>
            <a:pPr marL="457200" lvl="0" indent="-374650" algn="l" rtl="0">
              <a:spcBef>
                <a:spcPts val="0"/>
              </a:spcBef>
              <a:spcAft>
                <a:spcPts val="0"/>
              </a:spcAft>
              <a:buClr>
                <a:srgbClr val="666666"/>
              </a:buClr>
              <a:buSzPts val="2300"/>
              <a:buFont typeface="Proxima Nova"/>
              <a:buAutoNum type="alphaUcParenR"/>
            </a:pPr>
            <a:r>
              <a:rPr lang="en" sz="2300">
                <a:solidFill>
                  <a:schemeClr val="dk2"/>
                </a:solidFill>
                <a:latin typeface="Proxima Nova"/>
                <a:ea typeface="Proxima Nova"/>
                <a:cs typeface="Proxima Nova"/>
                <a:sym typeface="Proxima Nova"/>
              </a:rPr>
              <a:t>Runtime - memory leak</a:t>
            </a:r>
            <a:endParaRPr sz="2300">
              <a:solidFill>
                <a:schemeClr val="dk2"/>
              </a:solidFill>
              <a:latin typeface="Proxima Nova"/>
              <a:ea typeface="Proxima Nova"/>
              <a:cs typeface="Proxima Nova"/>
              <a:sym typeface="Proxima Nova"/>
            </a:endParaRPr>
          </a:p>
          <a:p>
            <a:pPr marL="457200" lvl="0" indent="-374650" algn="l" rtl="0">
              <a:spcBef>
                <a:spcPts val="0"/>
              </a:spcBef>
              <a:spcAft>
                <a:spcPts val="0"/>
              </a:spcAft>
              <a:buClr>
                <a:srgbClr val="666666"/>
              </a:buClr>
              <a:buSzPts val="2300"/>
              <a:buFont typeface="Proxima Nova"/>
              <a:buAutoNum type="alphaUcParenR"/>
            </a:pPr>
            <a:r>
              <a:rPr lang="en" sz="2300">
                <a:solidFill>
                  <a:srgbClr val="666666"/>
                </a:solidFill>
                <a:latin typeface="Proxima Nova"/>
                <a:ea typeface="Proxima Nova"/>
                <a:cs typeface="Proxima Nova"/>
                <a:sym typeface="Proxima Nova"/>
              </a:rPr>
              <a:t>Runtime - stack overflow</a:t>
            </a:r>
            <a:endParaRPr sz="2300">
              <a:solidFill>
                <a:srgbClr val="666666"/>
              </a:solidFill>
              <a:latin typeface="Proxima Nova"/>
              <a:ea typeface="Proxima Nova"/>
              <a:cs typeface="Proxima Nova"/>
              <a:sym typeface="Proxima Nova"/>
            </a:endParaRPr>
          </a:p>
        </p:txBody>
      </p:sp>
      <p:pic>
        <p:nvPicPr>
          <p:cNvPr id="132" name="Google Shape;132;p22" title="Screenshot 2026-10-04 at 9.33.11 AM.png"/>
          <p:cNvPicPr preferRelativeResize="0"/>
          <p:nvPr/>
        </p:nvPicPr>
        <p:blipFill>
          <a:blip r:embed="rId4">
            <a:alphaModFix/>
          </a:blip>
          <a:stretch>
            <a:fillRect/>
          </a:stretch>
        </p:blipFill>
        <p:spPr>
          <a:xfrm>
            <a:off x="379950" y="722100"/>
            <a:ext cx="4999651" cy="3440700"/>
          </a:xfrm>
          <a:prstGeom prst="rect">
            <a:avLst/>
          </a:prstGeom>
          <a:noFill/>
          <a:ln w="19050"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6B59CAD0-8814-EBAE-5191-48592114A2BB}"/>
                  </a:ext>
                </a:extLst>
              </p14:cNvPr>
              <p14:cNvContentPartPr/>
              <p14:nvPr/>
            </p14:nvContentPartPr>
            <p14:xfrm>
              <a:off x="1011960" y="205920"/>
              <a:ext cx="5219640" cy="4014000"/>
            </p14:xfrm>
          </p:contentPart>
        </mc:Choice>
        <mc:Fallback xmlns="">
          <p:pic>
            <p:nvPicPr>
              <p:cNvPr id="2" name="Ink 1">
                <a:extLst>
                  <a:ext uri="{FF2B5EF4-FFF2-40B4-BE49-F238E27FC236}">
                    <a16:creationId xmlns:a16="http://schemas.microsoft.com/office/drawing/2014/main" id="{6B59CAD0-8814-EBAE-5191-48592114A2BB}"/>
                  </a:ext>
                </a:extLst>
              </p:cNvPr>
              <p:cNvPicPr/>
              <p:nvPr/>
            </p:nvPicPr>
            <p:blipFill>
              <a:blip r:embed="rId6"/>
              <a:stretch>
                <a:fillRect/>
              </a:stretch>
            </p:blipFill>
            <p:spPr>
              <a:xfrm>
                <a:off x="1002600" y="196560"/>
                <a:ext cx="5238360" cy="403272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grpSp>
        <p:nvGrpSpPr>
          <p:cNvPr id="137" name="Google Shape;137;p23"/>
          <p:cNvGrpSpPr/>
          <p:nvPr/>
        </p:nvGrpSpPr>
        <p:grpSpPr>
          <a:xfrm>
            <a:off x="6608500" y="250800"/>
            <a:ext cx="2390400" cy="1764425"/>
            <a:chOff x="6691575" y="164975"/>
            <a:chExt cx="2390400" cy="1764425"/>
          </a:xfrm>
        </p:grpSpPr>
        <p:grpSp>
          <p:nvGrpSpPr>
            <p:cNvPr id="138" name="Google Shape;138;p23"/>
            <p:cNvGrpSpPr/>
            <p:nvPr/>
          </p:nvGrpSpPr>
          <p:grpSpPr>
            <a:xfrm>
              <a:off x="6691575" y="164975"/>
              <a:ext cx="2390400" cy="1764300"/>
              <a:chOff x="6630750" y="111575"/>
              <a:chExt cx="2390400" cy="1764300"/>
            </a:xfrm>
          </p:grpSpPr>
          <p:sp>
            <p:nvSpPr>
              <p:cNvPr id="139" name="Google Shape;139;p23"/>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40" name="Google Shape;140;p23"/>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141" name="Google Shape;141;p23"/>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142" name="Google Shape;142;p23"/>
              <p:cNvSpPr txBox="1"/>
              <p:nvPr/>
            </p:nvSpPr>
            <p:spPr>
              <a:xfrm>
                <a:off x="6798850" y="514199"/>
                <a:ext cx="732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Q3</a:t>
                </a:r>
                <a:endParaRPr sz="3600" b="1">
                  <a:solidFill>
                    <a:srgbClr val="FFFFFF"/>
                  </a:solidFill>
                  <a:latin typeface="PT Sans Narrow"/>
                  <a:ea typeface="PT Sans Narrow"/>
                  <a:cs typeface="PT Sans Narrow"/>
                  <a:sym typeface="PT Sans Narrow"/>
                </a:endParaRPr>
              </a:p>
            </p:txBody>
          </p:sp>
        </p:grpSp>
        <p:sp>
          <p:nvSpPr>
            <p:cNvPr id="143" name="Google Shape;143;p23"/>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sp>
        <p:nvSpPr>
          <p:cNvPr id="144" name="Google Shape;144;p23"/>
          <p:cNvSpPr txBox="1"/>
          <p:nvPr/>
        </p:nvSpPr>
        <p:spPr>
          <a:xfrm>
            <a:off x="4958200" y="2394296"/>
            <a:ext cx="3630300" cy="2185800"/>
          </a:xfrm>
          <a:prstGeom prst="rect">
            <a:avLst/>
          </a:prstGeom>
          <a:noFill/>
          <a:ln>
            <a:noFill/>
          </a:ln>
        </p:spPr>
        <p:txBody>
          <a:bodyPr spcFirstLastPara="1" wrap="square" lIns="91425" tIns="91425" rIns="91425" bIns="91425" anchor="t" anchorCtr="0">
            <a:spAutoFit/>
          </a:bodyPr>
          <a:lstStyle/>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Yes - undefined behavior</a:t>
            </a:r>
            <a:endParaRPr sz="2600">
              <a:solidFill>
                <a:srgbClr val="666666"/>
              </a:solidFill>
              <a:latin typeface="Proxima Nova"/>
              <a:ea typeface="Proxima Nova"/>
              <a:cs typeface="Proxima Nova"/>
              <a:sym typeface="Proxima Nova"/>
            </a:endParaRPr>
          </a:p>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No - looks good</a:t>
            </a:r>
            <a:endParaRPr sz="2600">
              <a:solidFill>
                <a:srgbClr val="666666"/>
              </a:solidFill>
              <a:latin typeface="Proxima Nova"/>
              <a:ea typeface="Proxima Nova"/>
              <a:cs typeface="Proxima Nova"/>
              <a:sym typeface="Proxima Nova"/>
            </a:endParaRPr>
          </a:p>
          <a:p>
            <a:pPr marL="457200" lvl="0" indent="-393700" algn="l" rtl="0">
              <a:spcBef>
                <a:spcPts val="0"/>
              </a:spcBef>
              <a:spcAft>
                <a:spcPts val="0"/>
              </a:spcAft>
              <a:buClr>
                <a:schemeClr val="dk2"/>
              </a:buClr>
              <a:buSzPts val="2600"/>
              <a:buFont typeface="Proxima Nova"/>
              <a:buAutoNum type="alphaUcParenR"/>
            </a:pPr>
            <a:r>
              <a:rPr lang="en" sz="2600">
                <a:solidFill>
                  <a:schemeClr val="dk2"/>
                </a:solidFill>
                <a:latin typeface="Proxima Nova"/>
                <a:ea typeface="Proxima Nova"/>
                <a:cs typeface="Proxima Nova"/>
                <a:sym typeface="Proxima Nova"/>
              </a:rPr>
              <a:t>Yes - memory leak</a:t>
            </a:r>
            <a:endParaRPr sz="2600">
              <a:solidFill>
                <a:schemeClr val="dk2"/>
              </a:solidFill>
              <a:latin typeface="Proxima Nova"/>
              <a:ea typeface="Proxima Nova"/>
              <a:cs typeface="Proxima Nova"/>
              <a:sym typeface="Proxima Nova"/>
            </a:endParaRPr>
          </a:p>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Yes - stack overflow</a:t>
            </a:r>
            <a:endParaRPr sz="2600">
              <a:solidFill>
                <a:srgbClr val="666666"/>
              </a:solidFill>
              <a:latin typeface="Proxima Nova"/>
              <a:ea typeface="Proxima Nova"/>
              <a:cs typeface="Proxima Nova"/>
              <a:sym typeface="Proxima Nova"/>
            </a:endParaRPr>
          </a:p>
        </p:txBody>
      </p:sp>
      <p:pic>
        <p:nvPicPr>
          <p:cNvPr id="145" name="Google Shape;145;p23" title="Screenshot 2026-03-03 at 9.03.13 AM.png"/>
          <p:cNvPicPr preferRelativeResize="0"/>
          <p:nvPr/>
        </p:nvPicPr>
        <p:blipFill rotWithShape="1">
          <a:blip r:embed="rId4">
            <a:alphaModFix/>
          </a:blip>
          <a:srcRect r="2191"/>
          <a:stretch/>
        </p:blipFill>
        <p:spPr>
          <a:xfrm>
            <a:off x="364800" y="935313"/>
            <a:ext cx="3417475" cy="3802025"/>
          </a:xfrm>
          <a:prstGeom prst="rect">
            <a:avLst/>
          </a:prstGeom>
          <a:noFill/>
          <a:ln w="19050" cap="flat" cmpd="sng">
            <a:solidFill>
              <a:schemeClr val="dk2"/>
            </a:solidFill>
            <a:prstDash val="solid"/>
            <a:round/>
            <a:headEnd type="none" w="sm" len="sm"/>
            <a:tailEnd type="none" w="sm" len="sm"/>
          </a:ln>
        </p:spPr>
      </p:pic>
      <p:sp>
        <p:nvSpPr>
          <p:cNvPr id="146" name="Google Shape;146;p23"/>
          <p:cNvSpPr txBox="1">
            <a:spLocks noGrp="1"/>
          </p:cNvSpPr>
          <p:nvPr>
            <p:ph type="title"/>
          </p:nvPr>
        </p:nvSpPr>
        <p:spPr>
          <a:xfrm>
            <a:off x="140425" y="61263"/>
            <a:ext cx="6616200" cy="214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Is there an error?</a:t>
            </a:r>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C1BF0D1-8E73-C516-FECD-340A4C3D4C1E}"/>
                  </a:ext>
                </a:extLst>
              </p14:cNvPr>
              <p14:cNvContentPartPr/>
              <p14:nvPr/>
            </p14:nvContentPartPr>
            <p14:xfrm>
              <a:off x="358920" y="64800"/>
              <a:ext cx="8149680" cy="4949640"/>
            </p14:xfrm>
          </p:contentPart>
        </mc:Choice>
        <mc:Fallback xmlns="">
          <p:pic>
            <p:nvPicPr>
              <p:cNvPr id="2" name="Ink 1">
                <a:extLst>
                  <a:ext uri="{FF2B5EF4-FFF2-40B4-BE49-F238E27FC236}">
                    <a16:creationId xmlns:a16="http://schemas.microsoft.com/office/drawing/2014/main" id="{EC1BF0D1-8E73-C516-FECD-340A4C3D4C1E}"/>
                  </a:ext>
                </a:extLst>
              </p:cNvPr>
              <p:cNvPicPr/>
              <p:nvPr/>
            </p:nvPicPr>
            <p:blipFill>
              <a:blip r:embed="rId6"/>
              <a:stretch>
                <a:fillRect/>
              </a:stretch>
            </p:blipFill>
            <p:spPr>
              <a:xfrm>
                <a:off x="349560" y="55440"/>
                <a:ext cx="8168400" cy="496836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4"/>
          <p:cNvSpPr txBox="1">
            <a:spLocks noGrp="1"/>
          </p:cNvSpPr>
          <p:nvPr>
            <p:ph type="title"/>
          </p:nvPr>
        </p:nvSpPr>
        <p:spPr>
          <a:xfrm>
            <a:off x="150600" y="113225"/>
            <a:ext cx="4421400" cy="2143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Explanation </a:t>
            </a:r>
            <a:endParaRPr/>
          </a:p>
        </p:txBody>
      </p:sp>
      <p:pic>
        <p:nvPicPr>
          <p:cNvPr id="152" name="Google Shape;152;p24" title="Screenshot 2026-03-03 at 9.03.13 AM.png"/>
          <p:cNvPicPr preferRelativeResize="0"/>
          <p:nvPr/>
        </p:nvPicPr>
        <p:blipFill rotWithShape="1">
          <a:blip r:embed="rId3">
            <a:alphaModFix/>
          </a:blip>
          <a:srcRect r="2191"/>
          <a:stretch/>
        </p:blipFill>
        <p:spPr>
          <a:xfrm>
            <a:off x="343625" y="899175"/>
            <a:ext cx="3417475" cy="3802025"/>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25" title="Screenshot 2026-03-03 at 9.01.03 AM.png"/>
          <p:cNvPicPr preferRelativeResize="0"/>
          <p:nvPr/>
        </p:nvPicPr>
        <p:blipFill rotWithShape="1">
          <a:blip r:embed="rId3">
            <a:alphaModFix/>
          </a:blip>
          <a:srcRect r="18321"/>
          <a:stretch/>
        </p:blipFill>
        <p:spPr>
          <a:xfrm>
            <a:off x="100200" y="84250"/>
            <a:ext cx="4063426" cy="4975000"/>
          </a:xfrm>
          <a:prstGeom prst="rect">
            <a:avLst/>
          </a:prstGeom>
          <a:noFill/>
          <a:ln w="19050"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9258156A-8361-A7B8-611F-92C729DA09BE}"/>
                  </a:ext>
                </a:extLst>
              </p14:cNvPr>
              <p14:cNvContentPartPr/>
              <p14:nvPr/>
            </p14:nvContentPartPr>
            <p14:xfrm>
              <a:off x="194040" y="88200"/>
              <a:ext cx="7031880" cy="4984920"/>
            </p14:xfrm>
          </p:contentPart>
        </mc:Choice>
        <mc:Fallback xmlns="">
          <p:pic>
            <p:nvPicPr>
              <p:cNvPr id="2" name="Ink 1">
                <a:extLst>
                  <a:ext uri="{FF2B5EF4-FFF2-40B4-BE49-F238E27FC236}">
                    <a16:creationId xmlns:a16="http://schemas.microsoft.com/office/drawing/2014/main" id="{9258156A-8361-A7B8-611F-92C729DA09BE}"/>
                  </a:ext>
                </a:extLst>
              </p:cNvPr>
              <p:cNvPicPr/>
              <p:nvPr/>
            </p:nvPicPr>
            <p:blipFill>
              <a:blip r:embed="rId5"/>
              <a:stretch>
                <a:fillRect/>
              </a:stretch>
            </p:blipFill>
            <p:spPr>
              <a:xfrm>
                <a:off x="184680" y="78840"/>
                <a:ext cx="7050600" cy="500364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title"/>
          </p:nvPr>
        </p:nvSpPr>
        <p:spPr>
          <a:xfrm>
            <a:off x="207025" y="149525"/>
            <a:ext cx="5747700" cy="223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is true about this code?</a:t>
            </a:r>
            <a:endParaRPr/>
          </a:p>
        </p:txBody>
      </p:sp>
      <p:grpSp>
        <p:nvGrpSpPr>
          <p:cNvPr id="163" name="Google Shape;163;p26"/>
          <p:cNvGrpSpPr/>
          <p:nvPr/>
        </p:nvGrpSpPr>
        <p:grpSpPr>
          <a:xfrm>
            <a:off x="6608500" y="250800"/>
            <a:ext cx="2390400" cy="1764425"/>
            <a:chOff x="6691575" y="164975"/>
            <a:chExt cx="2390400" cy="1764425"/>
          </a:xfrm>
        </p:grpSpPr>
        <p:grpSp>
          <p:nvGrpSpPr>
            <p:cNvPr id="164" name="Google Shape;164;p26"/>
            <p:cNvGrpSpPr/>
            <p:nvPr/>
          </p:nvGrpSpPr>
          <p:grpSpPr>
            <a:xfrm>
              <a:off x="6691575" y="164975"/>
              <a:ext cx="2390400" cy="1764300"/>
              <a:chOff x="6630750" y="111575"/>
              <a:chExt cx="2390400" cy="1764300"/>
            </a:xfrm>
          </p:grpSpPr>
          <p:sp>
            <p:nvSpPr>
              <p:cNvPr id="165" name="Google Shape;165;p26"/>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66" name="Google Shape;166;p26"/>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167" name="Google Shape;167;p26"/>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168" name="Google Shape;168;p26"/>
              <p:cNvSpPr txBox="1"/>
              <p:nvPr/>
            </p:nvSpPr>
            <p:spPr>
              <a:xfrm>
                <a:off x="6798850" y="514199"/>
                <a:ext cx="732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Q4</a:t>
                </a:r>
                <a:endParaRPr sz="3600" b="1">
                  <a:solidFill>
                    <a:srgbClr val="FFFFFF"/>
                  </a:solidFill>
                  <a:latin typeface="PT Sans Narrow"/>
                  <a:ea typeface="PT Sans Narrow"/>
                  <a:cs typeface="PT Sans Narrow"/>
                  <a:sym typeface="PT Sans Narrow"/>
                </a:endParaRPr>
              </a:p>
            </p:txBody>
          </p:sp>
        </p:grpSp>
        <p:sp>
          <p:nvSpPr>
            <p:cNvPr id="169" name="Google Shape;169;p26"/>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pic>
        <p:nvPicPr>
          <p:cNvPr id="170" name="Google Shape;170;p26" title="Screenshot 2026-03-02 at 12.12.25 PM.png"/>
          <p:cNvPicPr preferRelativeResize="0"/>
          <p:nvPr/>
        </p:nvPicPr>
        <p:blipFill rotWithShape="1">
          <a:blip r:embed="rId4">
            <a:alphaModFix/>
          </a:blip>
          <a:srcRect t="1267" b="1277"/>
          <a:stretch/>
        </p:blipFill>
        <p:spPr>
          <a:xfrm>
            <a:off x="207022" y="1270626"/>
            <a:ext cx="4242175" cy="1419800"/>
          </a:xfrm>
          <a:prstGeom prst="rect">
            <a:avLst/>
          </a:prstGeom>
          <a:noFill/>
          <a:ln w="28575" cap="flat" cmpd="sng">
            <a:solidFill>
              <a:schemeClr val="dk2"/>
            </a:solidFill>
            <a:prstDash val="solid"/>
            <a:round/>
            <a:headEnd type="none" w="sm" len="sm"/>
            <a:tailEnd type="none" w="sm" len="sm"/>
          </a:ln>
        </p:spPr>
      </p:pic>
      <p:sp>
        <p:nvSpPr>
          <p:cNvPr id="171" name="Google Shape;171;p26"/>
          <p:cNvSpPr txBox="1"/>
          <p:nvPr/>
        </p:nvSpPr>
        <p:spPr>
          <a:xfrm>
            <a:off x="206963" y="2850725"/>
            <a:ext cx="4242300" cy="19395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Clr>
                <a:srgbClr val="666666"/>
              </a:buClr>
              <a:buSzPts val="1900"/>
              <a:buFont typeface="Proxima Nova"/>
              <a:buAutoNum type="alphaUcParenR"/>
            </a:pPr>
            <a:r>
              <a:rPr lang="en" sz="1900">
                <a:solidFill>
                  <a:srgbClr val="666666"/>
                </a:solidFill>
                <a:latin typeface="Proxima Nova"/>
                <a:ea typeface="Proxima Nova"/>
                <a:cs typeface="Proxima Nova"/>
                <a:sym typeface="Proxima Nova"/>
              </a:rPr>
              <a:t>str and str2 will always hold different addresses</a:t>
            </a:r>
            <a:endParaRPr sz="1900">
              <a:solidFill>
                <a:srgbClr val="666666"/>
              </a:solidFill>
              <a:latin typeface="Proxima Nova"/>
              <a:ea typeface="Proxima Nova"/>
              <a:cs typeface="Proxima Nova"/>
              <a:sym typeface="Proxima Nova"/>
            </a:endParaRPr>
          </a:p>
          <a:p>
            <a:pPr marL="457200" lvl="0" indent="-349250" algn="l" rtl="0">
              <a:spcBef>
                <a:spcPts val="0"/>
              </a:spcBef>
              <a:spcAft>
                <a:spcPts val="0"/>
              </a:spcAft>
              <a:buClr>
                <a:srgbClr val="666666"/>
              </a:buClr>
              <a:buSzPts val="1900"/>
              <a:buFont typeface="Proxima Nova"/>
              <a:buAutoNum type="alphaUcParenR"/>
            </a:pPr>
            <a:r>
              <a:rPr lang="en" sz="1900">
                <a:solidFill>
                  <a:srgbClr val="666666"/>
                </a:solidFill>
                <a:latin typeface="Proxima Nova"/>
                <a:ea typeface="Proxima Nova"/>
                <a:cs typeface="Proxima Nova"/>
                <a:sym typeface="Proxima Nova"/>
              </a:rPr>
              <a:t>str will always hold a smaller address than str2</a:t>
            </a:r>
            <a:endParaRPr sz="1900">
              <a:solidFill>
                <a:srgbClr val="666666"/>
              </a:solidFill>
              <a:latin typeface="Proxima Nova"/>
              <a:ea typeface="Proxima Nova"/>
              <a:cs typeface="Proxima Nova"/>
              <a:sym typeface="Proxima Nova"/>
            </a:endParaRPr>
          </a:p>
          <a:p>
            <a:pPr marL="457200" lvl="0" indent="-349250" algn="l" rtl="0">
              <a:spcBef>
                <a:spcPts val="0"/>
              </a:spcBef>
              <a:spcAft>
                <a:spcPts val="0"/>
              </a:spcAft>
              <a:buClr>
                <a:srgbClr val="666666"/>
              </a:buClr>
              <a:buSzPts val="1900"/>
              <a:buFont typeface="Proxima Nova"/>
              <a:buAutoNum type="alphaUcParenR"/>
            </a:pPr>
            <a:r>
              <a:rPr lang="en" sz="1900">
                <a:solidFill>
                  <a:srgbClr val="666666"/>
                </a:solidFill>
                <a:latin typeface="Proxima Nova"/>
                <a:ea typeface="Proxima Nova"/>
                <a:cs typeface="Proxima Nova"/>
                <a:sym typeface="Proxima Nova"/>
              </a:rPr>
              <a:t>str lives on the heap but holds the address to read only memory</a:t>
            </a:r>
            <a:endParaRPr sz="1900">
              <a:solidFill>
                <a:srgbClr val="666666"/>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FD670EFF-BD33-B53A-832F-F3FBA3D20D15}"/>
                  </a:ext>
                </a:extLst>
              </p14:cNvPr>
              <p14:cNvContentPartPr/>
              <p14:nvPr/>
            </p14:nvContentPartPr>
            <p14:xfrm>
              <a:off x="276480" y="570960"/>
              <a:ext cx="8120520" cy="4449240"/>
            </p14:xfrm>
          </p:contentPart>
        </mc:Choice>
        <mc:Fallback xmlns="">
          <p:pic>
            <p:nvPicPr>
              <p:cNvPr id="2" name="Ink 1">
                <a:extLst>
                  <a:ext uri="{FF2B5EF4-FFF2-40B4-BE49-F238E27FC236}">
                    <a16:creationId xmlns:a16="http://schemas.microsoft.com/office/drawing/2014/main" id="{FD670EFF-BD33-B53A-832F-F3FBA3D20D15}"/>
                  </a:ext>
                </a:extLst>
              </p:cNvPr>
              <p:cNvPicPr/>
              <p:nvPr/>
            </p:nvPicPr>
            <p:blipFill>
              <a:blip r:embed="rId6"/>
              <a:stretch>
                <a:fillRect/>
              </a:stretch>
            </p:blipFill>
            <p:spPr>
              <a:xfrm>
                <a:off x="267120" y="561600"/>
                <a:ext cx="8139240" cy="446796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7"/>
          <p:cNvSpPr txBox="1">
            <a:spLocks noGrp="1"/>
          </p:cNvSpPr>
          <p:nvPr>
            <p:ph type="title"/>
          </p:nvPr>
        </p:nvSpPr>
        <p:spPr>
          <a:xfrm>
            <a:off x="207025" y="149525"/>
            <a:ext cx="6144900" cy="223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many bytes do str + str2 need on the stack? Assuming 8 byte addresses.</a:t>
            </a:r>
            <a:endParaRPr/>
          </a:p>
        </p:txBody>
      </p:sp>
      <p:grpSp>
        <p:nvGrpSpPr>
          <p:cNvPr id="177" name="Google Shape;177;p27"/>
          <p:cNvGrpSpPr/>
          <p:nvPr/>
        </p:nvGrpSpPr>
        <p:grpSpPr>
          <a:xfrm>
            <a:off x="6608500" y="250800"/>
            <a:ext cx="2390400" cy="1764425"/>
            <a:chOff x="6691575" y="164975"/>
            <a:chExt cx="2390400" cy="1764425"/>
          </a:xfrm>
        </p:grpSpPr>
        <p:grpSp>
          <p:nvGrpSpPr>
            <p:cNvPr id="178" name="Google Shape;178;p27"/>
            <p:cNvGrpSpPr/>
            <p:nvPr/>
          </p:nvGrpSpPr>
          <p:grpSpPr>
            <a:xfrm>
              <a:off x="6691575" y="164975"/>
              <a:ext cx="2390400" cy="1764300"/>
              <a:chOff x="6630750" y="111575"/>
              <a:chExt cx="2390400" cy="1764300"/>
            </a:xfrm>
          </p:grpSpPr>
          <p:sp>
            <p:nvSpPr>
              <p:cNvPr id="179" name="Google Shape;179;p27"/>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180" name="Google Shape;180;p27"/>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181" name="Google Shape;181;p27"/>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182" name="Google Shape;182;p27"/>
              <p:cNvSpPr txBox="1"/>
              <p:nvPr/>
            </p:nvSpPr>
            <p:spPr>
              <a:xfrm>
                <a:off x="6798850" y="514199"/>
                <a:ext cx="732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Q5</a:t>
                </a:r>
                <a:endParaRPr sz="3600" b="1">
                  <a:solidFill>
                    <a:srgbClr val="FFFFFF"/>
                  </a:solidFill>
                  <a:latin typeface="PT Sans Narrow"/>
                  <a:ea typeface="PT Sans Narrow"/>
                  <a:cs typeface="PT Sans Narrow"/>
                  <a:sym typeface="PT Sans Narrow"/>
                </a:endParaRPr>
              </a:p>
            </p:txBody>
          </p:sp>
        </p:grpSp>
        <p:sp>
          <p:nvSpPr>
            <p:cNvPr id="183" name="Google Shape;183;p27"/>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sp>
        <p:nvSpPr>
          <p:cNvPr id="184" name="Google Shape;184;p27"/>
          <p:cNvSpPr txBox="1"/>
          <p:nvPr/>
        </p:nvSpPr>
        <p:spPr>
          <a:xfrm>
            <a:off x="6734375" y="2251261"/>
            <a:ext cx="1955700" cy="1785600"/>
          </a:xfrm>
          <a:prstGeom prst="rect">
            <a:avLst/>
          </a:prstGeom>
          <a:noFill/>
          <a:ln>
            <a:noFill/>
          </a:ln>
        </p:spPr>
        <p:txBody>
          <a:bodyPr spcFirstLastPara="1" wrap="square" lIns="91425" tIns="91425" rIns="91425" bIns="91425" anchor="t" anchorCtr="0">
            <a:spAutoFit/>
          </a:bodyPr>
          <a:lstStyle/>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12 bytes</a:t>
            </a:r>
            <a:endParaRPr sz="2600">
              <a:solidFill>
                <a:srgbClr val="666666"/>
              </a:solidFill>
              <a:latin typeface="Proxima Nova"/>
              <a:ea typeface="Proxima Nova"/>
              <a:cs typeface="Proxima Nova"/>
              <a:sym typeface="Proxima Nova"/>
            </a:endParaRPr>
          </a:p>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14 bytes</a:t>
            </a:r>
            <a:endParaRPr sz="2600">
              <a:solidFill>
                <a:srgbClr val="666666"/>
              </a:solidFill>
              <a:latin typeface="Proxima Nova"/>
              <a:ea typeface="Proxima Nova"/>
              <a:cs typeface="Proxima Nova"/>
              <a:sym typeface="Proxima Nova"/>
            </a:endParaRPr>
          </a:p>
          <a:p>
            <a:pPr marL="457200" lvl="0" indent="-393700" algn="l" rtl="0">
              <a:spcBef>
                <a:spcPts val="0"/>
              </a:spcBef>
              <a:spcAft>
                <a:spcPts val="0"/>
              </a:spcAft>
              <a:buClr>
                <a:schemeClr val="dk2"/>
              </a:buClr>
              <a:buSzPts val="2600"/>
              <a:buFont typeface="Proxima Nova"/>
              <a:buAutoNum type="alphaUcParenR"/>
            </a:pPr>
            <a:r>
              <a:rPr lang="en" sz="2600">
                <a:solidFill>
                  <a:schemeClr val="dk2"/>
                </a:solidFill>
                <a:latin typeface="Proxima Nova"/>
                <a:ea typeface="Proxima Nova"/>
                <a:cs typeface="Proxima Nova"/>
                <a:sym typeface="Proxima Nova"/>
              </a:rPr>
              <a:t>16 bytes</a:t>
            </a:r>
            <a:endParaRPr sz="2600">
              <a:solidFill>
                <a:schemeClr val="dk2"/>
              </a:solidFill>
              <a:latin typeface="Proxima Nova"/>
              <a:ea typeface="Proxima Nova"/>
              <a:cs typeface="Proxima Nova"/>
              <a:sym typeface="Proxima Nova"/>
            </a:endParaRPr>
          </a:p>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18 bytes</a:t>
            </a:r>
            <a:endParaRPr sz="2600">
              <a:solidFill>
                <a:srgbClr val="666666"/>
              </a:solidFill>
              <a:latin typeface="Proxima Nova"/>
              <a:ea typeface="Proxima Nova"/>
              <a:cs typeface="Proxima Nova"/>
              <a:sym typeface="Proxima Nova"/>
            </a:endParaRPr>
          </a:p>
        </p:txBody>
      </p:sp>
      <p:pic>
        <p:nvPicPr>
          <p:cNvPr id="185" name="Google Shape;185;p27" title="Screenshot 2026-03-02 at 12.12.25 PM.png"/>
          <p:cNvPicPr preferRelativeResize="0"/>
          <p:nvPr/>
        </p:nvPicPr>
        <p:blipFill rotWithShape="1">
          <a:blip r:embed="rId4">
            <a:alphaModFix/>
          </a:blip>
          <a:srcRect t="1267" b="1277"/>
          <a:stretch/>
        </p:blipFill>
        <p:spPr>
          <a:xfrm>
            <a:off x="251654" y="1792216"/>
            <a:ext cx="6055624" cy="2026725"/>
          </a:xfrm>
          <a:prstGeom prst="rect">
            <a:avLst/>
          </a:prstGeom>
          <a:noFill/>
          <a:ln w="28575"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84DBF1B9-C03F-3250-4387-9C1033496F29}"/>
                  </a:ext>
                </a:extLst>
              </p14:cNvPr>
              <p14:cNvContentPartPr/>
              <p14:nvPr/>
            </p14:nvContentPartPr>
            <p14:xfrm>
              <a:off x="711720" y="2024280"/>
              <a:ext cx="7938360" cy="1136160"/>
            </p14:xfrm>
          </p:contentPart>
        </mc:Choice>
        <mc:Fallback xmlns="">
          <p:pic>
            <p:nvPicPr>
              <p:cNvPr id="2" name="Ink 1">
                <a:extLst>
                  <a:ext uri="{FF2B5EF4-FFF2-40B4-BE49-F238E27FC236}">
                    <a16:creationId xmlns:a16="http://schemas.microsoft.com/office/drawing/2014/main" id="{84DBF1B9-C03F-3250-4387-9C1033496F29}"/>
                  </a:ext>
                </a:extLst>
              </p:cNvPr>
              <p:cNvPicPr/>
              <p:nvPr/>
            </p:nvPicPr>
            <p:blipFill>
              <a:blip r:embed="rId6"/>
              <a:stretch>
                <a:fillRect/>
              </a:stretch>
            </p:blipFill>
            <p:spPr>
              <a:xfrm>
                <a:off x="702360" y="2014920"/>
                <a:ext cx="7957080" cy="115488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8"/>
          <p:cNvSpPr txBox="1">
            <a:spLocks noGrp="1"/>
          </p:cNvSpPr>
          <p:nvPr>
            <p:ph type="title"/>
          </p:nvPr>
        </p:nvSpPr>
        <p:spPr>
          <a:xfrm>
            <a:off x="85450" y="1431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Agenda </a:t>
            </a:r>
            <a:endParaRPr/>
          </a:p>
        </p:txBody>
      </p:sp>
      <p:sp>
        <p:nvSpPr>
          <p:cNvPr id="191" name="Google Shape;191;p28"/>
          <p:cNvSpPr txBox="1"/>
          <p:nvPr/>
        </p:nvSpPr>
        <p:spPr>
          <a:xfrm>
            <a:off x="214575" y="625350"/>
            <a:ext cx="5782800" cy="51255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2"/>
              </a:buClr>
              <a:buSzPts val="2300"/>
              <a:buFont typeface="Proxima Nova"/>
              <a:buAutoNum type="arabicPeriod"/>
            </a:pPr>
            <a:r>
              <a:rPr lang="en" sz="2300">
                <a:solidFill>
                  <a:schemeClr val="dk2"/>
                </a:solidFill>
                <a:latin typeface="Proxima Nova"/>
                <a:ea typeface="Proxima Nova"/>
                <a:cs typeface="Proxima Nova"/>
                <a:sym typeface="Proxima Nova"/>
              </a:rPr>
              <a:t>A Program’s Memory</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Description </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Examples</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Clickers</a:t>
            </a:r>
            <a:endParaRPr sz="2300">
              <a:solidFill>
                <a:schemeClr val="dk2"/>
              </a:solidFill>
              <a:latin typeface="Proxima Nova"/>
              <a:ea typeface="Proxima Nova"/>
              <a:cs typeface="Proxima Nova"/>
              <a:sym typeface="Proxima Nova"/>
            </a:endParaRPr>
          </a:p>
          <a:p>
            <a:pPr marL="914400" lvl="0" indent="0" algn="l" rtl="0">
              <a:spcBef>
                <a:spcPts val="1000"/>
              </a:spcBef>
              <a:spcAft>
                <a:spcPts val="0"/>
              </a:spcAft>
              <a:buNone/>
            </a:pPr>
            <a:endParaRPr sz="10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AutoNum type="arabicPeriod"/>
            </a:pPr>
            <a:r>
              <a:rPr lang="en" sz="2300" b="1">
                <a:solidFill>
                  <a:schemeClr val="dk2"/>
                </a:solidFill>
                <a:latin typeface="Proxima Nova"/>
                <a:ea typeface="Proxima Nova"/>
                <a:cs typeface="Proxima Nova"/>
                <a:sym typeface="Proxima Nova"/>
              </a:rPr>
              <a:t>MP4 intro</a:t>
            </a:r>
            <a:endParaRPr sz="2300" b="1">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8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AutoNum type="arabicPeriod"/>
            </a:pPr>
            <a:r>
              <a:rPr lang="en" sz="2300">
                <a:solidFill>
                  <a:schemeClr val="dk2"/>
                </a:solidFill>
                <a:latin typeface="Proxima Nova"/>
                <a:ea typeface="Proxima Nova"/>
                <a:cs typeface="Proxima Nova"/>
                <a:sym typeface="Proxima Nova"/>
              </a:rPr>
              <a:t>Virtual  Memory</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Description</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Examples</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Clickers</a:t>
            </a:r>
            <a:endParaRPr sz="2300">
              <a:solidFill>
                <a:schemeClr val="dk2"/>
              </a:solidFill>
              <a:latin typeface="Proxima Nova"/>
              <a:ea typeface="Proxima Nova"/>
              <a:cs typeface="Proxima Nova"/>
              <a:sym typeface="Proxima Nova"/>
            </a:endParaRPr>
          </a:p>
          <a:p>
            <a:pPr marL="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0" lvl="0" indent="0" algn="l" rtl="0">
              <a:spcBef>
                <a:spcPts val="1000"/>
              </a:spcBef>
              <a:spcAft>
                <a:spcPts val="1000"/>
              </a:spcAft>
              <a:buNone/>
            </a:pPr>
            <a:endParaRPr sz="2300">
              <a:solidFill>
                <a:schemeClr val="dk2"/>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9"/>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MP4 - Allocator</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E75F073-551C-4D66-0CCC-14B05E459B90}"/>
                  </a:ext>
                </a:extLst>
              </p14:cNvPr>
              <p14:cNvContentPartPr/>
              <p14:nvPr/>
            </p14:nvContentPartPr>
            <p14:xfrm>
              <a:off x="441360" y="530280"/>
              <a:ext cx="8384400" cy="1829160"/>
            </p14:xfrm>
          </p:contentPart>
        </mc:Choice>
        <mc:Fallback xmlns="">
          <p:pic>
            <p:nvPicPr>
              <p:cNvPr id="2" name="Ink 1">
                <a:extLst>
                  <a:ext uri="{FF2B5EF4-FFF2-40B4-BE49-F238E27FC236}">
                    <a16:creationId xmlns:a16="http://schemas.microsoft.com/office/drawing/2014/main" id="{FE75F073-551C-4D66-0CCC-14B05E459B90}"/>
                  </a:ext>
                </a:extLst>
              </p:cNvPr>
              <p:cNvPicPr/>
              <p:nvPr/>
            </p:nvPicPr>
            <p:blipFill>
              <a:blip r:embed="rId4"/>
              <a:stretch>
                <a:fillRect/>
              </a:stretch>
            </p:blipFill>
            <p:spPr>
              <a:xfrm>
                <a:off x="432000" y="520920"/>
                <a:ext cx="8403120" cy="184788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MP4 - Allocator</a:t>
            </a:r>
            <a:endParaRPr/>
          </a:p>
        </p:txBody>
      </p:sp>
      <p:sp>
        <p:nvSpPr>
          <p:cNvPr id="202" name="Google Shape;202;p30"/>
          <p:cNvSpPr txBox="1"/>
          <p:nvPr/>
        </p:nvSpPr>
        <p:spPr>
          <a:xfrm>
            <a:off x="158075" y="916850"/>
            <a:ext cx="8130900" cy="3776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2"/>
                </a:solidFill>
                <a:latin typeface="Consolas"/>
                <a:ea typeface="Consolas"/>
                <a:cs typeface="Consolas"/>
                <a:sym typeface="Consolas"/>
              </a:rPr>
              <a:t>malloc(size)</a:t>
            </a:r>
            <a:r>
              <a:rPr lang="en" sz="2000">
                <a:solidFill>
                  <a:schemeClr val="dk2"/>
                </a:solidFill>
                <a:latin typeface="Proxima Nova"/>
                <a:ea typeface="Proxima Nova"/>
                <a:cs typeface="Proxima Nova"/>
                <a:sym typeface="Proxima Nova"/>
              </a:rPr>
              <a:t> - allocates size bytes and returns a pointer to the allocated memory.</a:t>
            </a:r>
            <a:endParaRPr sz="2000">
              <a:solidFill>
                <a:schemeClr val="dk2"/>
              </a:solidFill>
              <a:latin typeface="Proxima Nova"/>
              <a:ea typeface="Proxima Nova"/>
              <a:cs typeface="Proxima Nova"/>
              <a:sym typeface="Proxima Nova"/>
            </a:endParaRPr>
          </a:p>
          <a:p>
            <a:pPr marL="0" lvl="0" indent="0" algn="l" rtl="0">
              <a:spcBef>
                <a:spcPts val="1000"/>
              </a:spcBef>
              <a:spcAft>
                <a:spcPts val="0"/>
              </a:spcAft>
              <a:buNone/>
            </a:pPr>
            <a:endParaRPr sz="2000">
              <a:solidFill>
                <a:schemeClr val="dk2"/>
              </a:solidFill>
              <a:latin typeface="Proxima Nova"/>
              <a:ea typeface="Proxima Nova"/>
              <a:cs typeface="Proxima Nova"/>
              <a:sym typeface="Proxima Nova"/>
            </a:endParaRPr>
          </a:p>
          <a:p>
            <a:pPr marL="0" lvl="0" indent="0" algn="l" rtl="0">
              <a:spcBef>
                <a:spcPts val="1000"/>
              </a:spcBef>
              <a:spcAft>
                <a:spcPts val="0"/>
              </a:spcAft>
              <a:buNone/>
            </a:pPr>
            <a:r>
              <a:rPr lang="en" sz="2000">
                <a:solidFill>
                  <a:schemeClr val="dk2"/>
                </a:solidFill>
                <a:latin typeface="Consolas"/>
                <a:ea typeface="Consolas"/>
                <a:cs typeface="Consolas"/>
                <a:sym typeface="Consolas"/>
              </a:rPr>
              <a:t>free(p)</a:t>
            </a:r>
            <a:r>
              <a:rPr lang="en" sz="2000">
                <a:solidFill>
                  <a:schemeClr val="dk2"/>
                </a:solidFill>
                <a:latin typeface="Proxima Nova"/>
                <a:ea typeface="Proxima Nova"/>
                <a:cs typeface="Proxima Nova"/>
                <a:sym typeface="Proxima Nova"/>
              </a:rPr>
              <a:t> - frees the memory space pointed to by p which must have been allocated previously with a call to malloc. </a:t>
            </a:r>
            <a:endParaRPr sz="2000">
              <a:solidFill>
                <a:schemeClr val="dk2"/>
              </a:solidFill>
              <a:latin typeface="Proxima Nova"/>
              <a:ea typeface="Proxima Nova"/>
              <a:cs typeface="Proxima Nova"/>
              <a:sym typeface="Proxima Nova"/>
            </a:endParaRPr>
          </a:p>
          <a:p>
            <a:pPr marL="0" lvl="0" indent="0" algn="l" rtl="0">
              <a:spcBef>
                <a:spcPts val="1000"/>
              </a:spcBef>
              <a:spcAft>
                <a:spcPts val="0"/>
              </a:spcAft>
              <a:buNone/>
            </a:pPr>
            <a:endParaRPr sz="2000">
              <a:solidFill>
                <a:schemeClr val="dk2"/>
              </a:solidFill>
              <a:latin typeface="Proxima Nova"/>
              <a:ea typeface="Proxima Nova"/>
              <a:cs typeface="Proxima Nova"/>
              <a:sym typeface="Proxima Nova"/>
            </a:endParaRPr>
          </a:p>
          <a:p>
            <a:pPr marL="0" lvl="0" indent="0" algn="l" rtl="0">
              <a:spcBef>
                <a:spcPts val="1000"/>
              </a:spcBef>
              <a:spcAft>
                <a:spcPts val="1000"/>
              </a:spcAft>
              <a:buNone/>
            </a:pPr>
            <a:r>
              <a:rPr lang="en" sz="2000">
                <a:solidFill>
                  <a:schemeClr val="dk2"/>
                </a:solidFill>
                <a:latin typeface="Consolas"/>
                <a:ea typeface="Consolas"/>
                <a:cs typeface="Consolas"/>
                <a:sym typeface="Consolas"/>
              </a:rPr>
              <a:t>realloc(p, size)</a:t>
            </a:r>
            <a:r>
              <a:rPr lang="en" sz="2000">
                <a:solidFill>
                  <a:schemeClr val="dk2"/>
                </a:solidFill>
                <a:latin typeface="Proxima Nova"/>
                <a:ea typeface="Proxima Nova"/>
                <a:cs typeface="Proxima Nova"/>
                <a:sym typeface="Proxima Nova"/>
              </a:rPr>
              <a:t> - changes the size of allocated memory pointed to by p to size bytes. Contents of memory will be unchanged if within new range. If size is 0, this is the same as free(p). The function returns a pointer to the new block of allocated memory or NULL if size is 0. </a:t>
            </a:r>
            <a:endParaRPr sz="2000">
              <a:solidFill>
                <a:schemeClr val="dk2"/>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2921674-A93F-5B7A-AB61-5978F9B79DD9}"/>
                  </a:ext>
                </a:extLst>
              </p14:cNvPr>
              <p14:cNvContentPartPr/>
              <p14:nvPr/>
            </p14:nvContentPartPr>
            <p14:xfrm>
              <a:off x="117720" y="200160"/>
              <a:ext cx="7396560" cy="4637160"/>
            </p14:xfrm>
          </p:contentPart>
        </mc:Choice>
        <mc:Fallback xmlns="">
          <p:pic>
            <p:nvPicPr>
              <p:cNvPr id="2" name="Ink 1">
                <a:extLst>
                  <a:ext uri="{FF2B5EF4-FFF2-40B4-BE49-F238E27FC236}">
                    <a16:creationId xmlns:a16="http://schemas.microsoft.com/office/drawing/2014/main" id="{22921674-A93F-5B7A-AB61-5978F9B79DD9}"/>
                  </a:ext>
                </a:extLst>
              </p:cNvPr>
              <p:cNvPicPr/>
              <p:nvPr/>
            </p:nvPicPr>
            <p:blipFill>
              <a:blip r:embed="rId4"/>
              <a:stretch>
                <a:fillRect/>
              </a:stretch>
            </p:blipFill>
            <p:spPr>
              <a:xfrm>
                <a:off x="108360" y="190800"/>
                <a:ext cx="7415280" cy="465588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1"/>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MP4 - Starter Code </a:t>
            </a:r>
            <a:endParaRPr/>
          </a:p>
        </p:txBody>
      </p:sp>
      <p:pic>
        <p:nvPicPr>
          <p:cNvPr id="208" name="Google Shape;208;p31" title="Screenshot 2026-10-04 at 9.45.13 AM.png"/>
          <p:cNvPicPr preferRelativeResize="0"/>
          <p:nvPr/>
        </p:nvPicPr>
        <p:blipFill>
          <a:blip r:embed="rId3">
            <a:alphaModFix/>
          </a:blip>
          <a:stretch>
            <a:fillRect/>
          </a:stretch>
        </p:blipFill>
        <p:spPr>
          <a:xfrm>
            <a:off x="152400" y="819875"/>
            <a:ext cx="6156024" cy="3232100"/>
          </a:xfrm>
          <a:prstGeom prst="rect">
            <a:avLst/>
          </a:prstGeom>
          <a:noFill/>
          <a:ln w="19050"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9A13370-D28A-BECA-F0EA-A10C70D763CB}"/>
                  </a:ext>
                </a:extLst>
              </p14:cNvPr>
              <p14:cNvContentPartPr/>
              <p14:nvPr/>
            </p14:nvContentPartPr>
            <p14:xfrm>
              <a:off x="483120" y="641160"/>
              <a:ext cx="5574960" cy="3341520"/>
            </p14:xfrm>
          </p:contentPart>
        </mc:Choice>
        <mc:Fallback xmlns="">
          <p:pic>
            <p:nvPicPr>
              <p:cNvPr id="2" name="Ink 1">
                <a:extLst>
                  <a:ext uri="{FF2B5EF4-FFF2-40B4-BE49-F238E27FC236}">
                    <a16:creationId xmlns:a16="http://schemas.microsoft.com/office/drawing/2014/main" id="{29A13370-D28A-BECA-F0EA-A10C70D763CB}"/>
                  </a:ext>
                </a:extLst>
              </p:cNvPr>
              <p:cNvPicPr/>
              <p:nvPr/>
            </p:nvPicPr>
            <p:blipFill>
              <a:blip r:embed="rId5"/>
              <a:stretch>
                <a:fillRect/>
              </a:stretch>
            </p:blipFill>
            <p:spPr>
              <a:xfrm>
                <a:off x="473760" y="631800"/>
                <a:ext cx="5593680" cy="336024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2"/>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MP4 - Starter Code </a:t>
            </a:r>
            <a:endParaRPr/>
          </a:p>
        </p:txBody>
      </p:sp>
      <p:pic>
        <p:nvPicPr>
          <p:cNvPr id="214" name="Google Shape;214;p32" title="Screenshot 2026-10-04 at 9.45.41 AM.png"/>
          <p:cNvPicPr preferRelativeResize="0"/>
          <p:nvPr/>
        </p:nvPicPr>
        <p:blipFill>
          <a:blip r:embed="rId3">
            <a:alphaModFix/>
          </a:blip>
          <a:stretch>
            <a:fillRect/>
          </a:stretch>
        </p:blipFill>
        <p:spPr>
          <a:xfrm>
            <a:off x="125025" y="670600"/>
            <a:ext cx="7345301" cy="3045025"/>
          </a:xfrm>
          <a:prstGeom prst="rect">
            <a:avLst/>
          </a:prstGeom>
          <a:noFill/>
          <a:ln w="19050"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646A1A3-DFAE-086A-347E-DE3B68BBF06C}"/>
                  </a:ext>
                </a:extLst>
              </p14:cNvPr>
              <p14:cNvContentPartPr/>
              <p14:nvPr/>
            </p14:nvContentPartPr>
            <p14:xfrm>
              <a:off x="446400" y="1505160"/>
              <a:ext cx="3784680" cy="3538800"/>
            </p14:xfrm>
          </p:contentPart>
        </mc:Choice>
        <mc:Fallback xmlns="">
          <p:pic>
            <p:nvPicPr>
              <p:cNvPr id="2" name="Ink 1">
                <a:extLst>
                  <a:ext uri="{FF2B5EF4-FFF2-40B4-BE49-F238E27FC236}">
                    <a16:creationId xmlns:a16="http://schemas.microsoft.com/office/drawing/2014/main" id="{F646A1A3-DFAE-086A-347E-DE3B68BBF06C}"/>
                  </a:ext>
                </a:extLst>
              </p:cNvPr>
              <p:cNvPicPr/>
              <p:nvPr/>
            </p:nvPicPr>
            <p:blipFill>
              <a:blip r:embed="rId5"/>
              <a:stretch>
                <a:fillRect/>
              </a:stretch>
            </p:blipFill>
            <p:spPr>
              <a:xfrm>
                <a:off x="437040" y="1495800"/>
                <a:ext cx="3803400" cy="355752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3"/>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MP4 - Starter Code </a:t>
            </a:r>
            <a:endParaRPr/>
          </a:p>
        </p:txBody>
      </p:sp>
      <p:pic>
        <p:nvPicPr>
          <p:cNvPr id="220" name="Google Shape;220;p33" title="Screenshot 2026-10-04 at 9.46.03 AM.png"/>
          <p:cNvPicPr preferRelativeResize="0"/>
          <p:nvPr/>
        </p:nvPicPr>
        <p:blipFill>
          <a:blip r:embed="rId3">
            <a:alphaModFix/>
          </a:blip>
          <a:stretch>
            <a:fillRect/>
          </a:stretch>
        </p:blipFill>
        <p:spPr>
          <a:xfrm>
            <a:off x="152400" y="670600"/>
            <a:ext cx="8839199" cy="2847361"/>
          </a:xfrm>
          <a:prstGeom prst="rect">
            <a:avLst/>
          </a:prstGeom>
          <a:noFill/>
          <a:ln w="19050"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BFF7E0C-98E8-69F3-730A-AF3576EAFC00}"/>
                  </a:ext>
                </a:extLst>
              </p14:cNvPr>
              <p14:cNvContentPartPr/>
              <p14:nvPr/>
            </p14:nvContentPartPr>
            <p14:xfrm>
              <a:off x="1985400" y="1980360"/>
              <a:ext cx="1443240" cy="965520"/>
            </p14:xfrm>
          </p:contentPart>
        </mc:Choice>
        <mc:Fallback xmlns="">
          <p:pic>
            <p:nvPicPr>
              <p:cNvPr id="2" name="Ink 1">
                <a:extLst>
                  <a:ext uri="{FF2B5EF4-FFF2-40B4-BE49-F238E27FC236}">
                    <a16:creationId xmlns:a16="http://schemas.microsoft.com/office/drawing/2014/main" id="{DBFF7E0C-98E8-69F3-730A-AF3576EAFC00}"/>
                  </a:ext>
                </a:extLst>
              </p:cNvPr>
              <p:cNvPicPr/>
              <p:nvPr/>
            </p:nvPicPr>
            <p:blipFill>
              <a:blip r:embed="rId5"/>
              <a:stretch>
                <a:fillRect/>
              </a:stretch>
            </p:blipFill>
            <p:spPr>
              <a:xfrm>
                <a:off x="1976040" y="1971000"/>
                <a:ext cx="1461960" cy="98424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4"/>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MP4 - Example</a:t>
            </a:r>
            <a:endParaRPr/>
          </a:p>
        </p:txBody>
      </p:sp>
      <p:sp>
        <p:nvSpPr>
          <p:cNvPr id="226" name="Google Shape;226;p34"/>
          <p:cNvSpPr txBox="1"/>
          <p:nvPr/>
        </p:nvSpPr>
        <p:spPr>
          <a:xfrm>
            <a:off x="158075" y="670600"/>
            <a:ext cx="8130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endParaRPr sz="2000">
              <a:solidFill>
                <a:schemeClr val="dk2"/>
              </a:solidFill>
              <a:latin typeface="Proxima Nova"/>
              <a:ea typeface="Proxima Nova"/>
              <a:cs typeface="Proxima Nova"/>
              <a:sym typeface="Proxima Nova"/>
            </a:endParaRPr>
          </a:p>
        </p:txBody>
      </p:sp>
      <p:pic>
        <p:nvPicPr>
          <p:cNvPr id="227" name="Google Shape;227;p34" title="Screenshot 2026-03-03 at 9.19.57 AM.png"/>
          <p:cNvPicPr preferRelativeResize="0"/>
          <p:nvPr/>
        </p:nvPicPr>
        <p:blipFill>
          <a:blip r:embed="rId3">
            <a:alphaModFix/>
          </a:blip>
          <a:stretch>
            <a:fillRect/>
          </a:stretch>
        </p:blipFill>
        <p:spPr>
          <a:xfrm>
            <a:off x="4647300" y="248750"/>
            <a:ext cx="4267200" cy="2705100"/>
          </a:xfrm>
          <a:prstGeom prst="rect">
            <a:avLst/>
          </a:prstGeom>
          <a:noFill/>
          <a:ln w="28575"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02E6A5B-639A-F591-7AB8-D2418DDCEBBA}"/>
                  </a:ext>
                </a:extLst>
              </p14:cNvPr>
              <p14:cNvContentPartPr/>
              <p14:nvPr/>
            </p14:nvContentPartPr>
            <p14:xfrm>
              <a:off x="1018440" y="3477960"/>
              <a:ext cx="1594440" cy="859680"/>
            </p14:xfrm>
          </p:contentPart>
        </mc:Choice>
        <mc:Fallback xmlns="">
          <p:pic>
            <p:nvPicPr>
              <p:cNvPr id="2" name="Ink 1">
                <a:extLst>
                  <a:ext uri="{FF2B5EF4-FFF2-40B4-BE49-F238E27FC236}">
                    <a16:creationId xmlns:a16="http://schemas.microsoft.com/office/drawing/2014/main" id="{602E6A5B-639A-F591-7AB8-D2418DDCEBBA}"/>
                  </a:ext>
                </a:extLst>
              </p:cNvPr>
              <p:cNvPicPr/>
              <p:nvPr/>
            </p:nvPicPr>
            <p:blipFill>
              <a:blip r:embed="rId5"/>
              <a:stretch>
                <a:fillRect/>
              </a:stretch>
            </p:blipFill>
            <p:spPr>
              <a:xfrm>
                <a:off x="1002600" y="3414600"/>
                <a:ext cx="1625760" cy="986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45A9570A-04DB-5E70-1405-E0D20B989238}"/>
                  </a:ext>
                </a:extLst>
              </p14:cNvPr>
              <p14:cNvContentPartPr/>
              <p14:nvPr/>
            </p14:nvContentPartPr>
            <p14:xfrm>
              <a:off x="382320" y="523800"/>
              <a:ext cx="8438400" cy="4473000"/>
            </p14:xfrm>
          </p:contentPart>
        </mc:Choice>
        <mc:Fallback xmlns="">
          <p:pic>
            <p:nvPicPr>
              <p:cNvPr id="3" name="Ink 2">
                <a:extLst>
                  <a:ext uri="{FF2B5EF4-FFF2-40B4-BE49-F238E27FC236}">
                    <a16:creationId xmlns:a16="http://schemas.microsoft.com/office/drawing/2014/main" id="{45A9570A-04DB-5E70-1405-E0D20B989238}"/>
                  </a:ext>
                </a:extLst>
              </p:cNvPr>
              <p:cNvPicPr/>
              <p:nvPr/>
            </p:nvPicPr>
            <p:blipFill>
              <a:blip r:embed="rId7"/>
              <a:stretch>
                <a:fillRect/>
              </a:stretch>
            </p:blipFill>
            <p:spPr>
              <a:xfrm>
                <a:off x="372960" y="514440"/>
                <a:ext cx="8457120" cy="449172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5"/>
          <p:cNvSpPr txBox="1">
            <a:spLocks noGrp="1"/>
          </p:cNvSpPr>
          <p:nvPr>
            <p:ph type="title"/>
          </p:nvPr>
        </p:nvSpPr>
        <p:spPr>
          <a:xfrm>
            <a:off x="85450" y="1431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Agenda </a:t>
            </a:r>
            <a:endParaRPr/>
          </a:p>
        </p:txBody>
      </p:sp>
      <p:sp>
        <p:nvSpPr>
          <p:cNvPr id="233" name="Google Shape;233;p35"/>
          <p:cNvSpPr txBox="1"/>
          <p:nvPr/>
        </p:nvSpPr>
        <p:spPr>
          <a:xfrm>
            <a:off x="214575" y="625350"/>
            <a:ext cx="5782800" cy="51255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2"/>
              </a:buClr>
              <a:buSzPts val="2300"/>
              <a:buFont typeface="Proxima Nova"/>
              <a:buAutoNum type="arabicPeriod"/>
            </a:pPr>
            <a:r>
              <a:rPr lang="en" sz="2300">
                <a:solidFill>
                  <a:schemeClr val="dk2"/>
                </a:solidFill>
                <a:latin typeface="Proxima Nova"/>
                <a:ea typeface="Proxima Nova"/>
                <a:cs typeface="Proxima Nova"/>
                <a:sym typeface="Proxima Nova"/>
              </a:rPr>
              <a:t>A Program’s Memory</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Description </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Examples</a:t>
            </a:r>
            <a:endParaRPr sz="2300">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a:solidFill>
                  <a:schemeClr val="dk2"/>
                </a:solidFill>
                <a:latin typeface="Proxima Nova"/>
                <a:ea typeface="Proxima Nova"/>
                <a:cs typeface="Proxima Nova"/>
                <a:sym typeface="Proxima Nova"/>
              </a:rPr>
              <a:t>Clickers</a:t>
            </a:r>
            <a:endParaRPr sz="2300">
              <a:solidFill>
                <a:schemeClr val="dk2"/>
              </a:solidFill>
              <a:latin typeface="Proxima Nova"/>
              <a:ea typeface="Proxima Nova"/>
              <a:cs typeface="Proxima Nova"/>
              <a:sym typeface="Proxima Nova"/>
            </a:endParaRPr>
          </a:p>
          <a:p>
            <a:pPr marL="914400" lvl="0" indent="0" algn="l" rtl="0">
              <a:spcBef>
                <a:spcPts val="1000"/>
              </a:spcBef>
              <a:spcAft>
                <a:spcPts val="0"/>
              </a:spcAft>
              <a:buNone/>
            </a:pPr>
            <a:endParaRPr sz="10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AutoNum type="arabicPeriod"/>
            </a:pPr>
            <a:r>
              <a:rPr lang="en" sz="2300">
                <a:solidFill>
                  <a:schemeClr val="dk2"/>
                </a:solidFill>
                <a:latin typeface="Proxima Nova"/>
                <a:ea typeface="Proxima Nova"/>
                <a:cs typeface="Proxima Nova"/>
                <a:sym typeface="Proxima Nova"/>
              </a:rPr>
              <a:t>MP4 intro</a:t>
            </a:r>
            <a:endParaRPr sz="23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8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AutoNum type="arabicPeriod"/>
            </a:pPr>
            <a:r>
              <a:rPr lang="en" sz="2300" b="1">
                <a:solidFill>
                  <a:schemeClr val="dk2"/>
                </a:solidFill>
                <a:latin typeface="Proxima Nova"/>
                <a:ea typeface="Proxima Nova"/>
                <a:cs typeface="Proxima Nova"/>
                <a:sym typeface="Proxima Nova"/>
              </a:rPr>
              <a:t>Virtual  Memory</a:t>
            </a:r>
            <a:endParaRPr sz="2300" b="1">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b="1">
                <a:solidFill>
                  <a:schemeClr val="dk2"/>
                </a:solidFill>
                <a:latin typeface="Proxima Nova"/>
                <a:ea typeface="Proxima Nova"/>
                <a:cs typeface="Proxima Nova"/>
                <a:sym typeface="Proxima Nova"/>
              </a:rPr>
              <a:t>Description</a:t>
            </a:r>
            <a:endParaRPr sz="2300" b="1">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b="1">
                <a:solidFill>
                  <a:schemeClr val="dk2"/>
                </a:solidFill>
                <a:latin typeface="Proxima Nova"/>
                <a:ea typeface="Proxima Nova"/>
                <a:cs typeface="Proxima Nova"/>
                <a:sym typeface="Proxima Nova"/>
              </a:rPr>
              <a:t>Examples</a:t>
            </a:r>
            <a:endParaRPr sz="2300" b="1">
              <a:solidFill>
                <a:schemeClr val="dk2"/>
              </a:solidFill>
              <a:latin typeface="Proxima Nova"/>
              <a:ea typeface="Proxima Nova"/>
              <a:cs typeface="Proxima Nova"/>
              <a:sym typeface="Proxima Nova"/>
            </a:endParaRPr>
          </a:p>
          <a:p>
            <a:pPr marL="914400" lvl="1" indent="-374650" algn="l" rtl="0">
              <a:spcBef>
                <a:spcPts val="0"/>
              </a:spcBef>
              <a:spcAft>
                <a:spcPts val="0"/>
              </a:spcAft>
              <a:buClr>
                <a:schemeClr val="dk2"/>
              </a:buClr>
              <a:buSzPts val="2300"/>
              <a:buFont typeface="Proxima Nova"/>
              <a:buAutoNum type="alphaLcPeriod"/>
            </a:pPr>
            <a:r>
              <a:rPr lang="en" sz="2300" b="1">
                <a:solidFill>
                  <a:schemeClr val="dk2"/>
                </a:solidFill>
                <a:latin typeface="Proxima Nova"/>
                <a:ea typeface="Proxima Nova"/>
                <a:cs typeface="Proxima Nova"/>
                <a:sym typeface="Proxima Nova"/>
              </a:rPr>
              <a:t>Clickers</a:t>
            </a:r>
            <a:endParaRPr sz="2300" b="1">
              <a:solidFill>
                <a:schemeClr val="dk2"/>
              </a:solidFill>
              <a:latin typeface="Proxima Nova"/>
              <a:ea typeface="Proxima Nova"/>
              <a:cs typeface="Proxima Nova"/>
              <a:sym typeface="Proxima Nova"/>
            </a:endParaRPr>
          </a:p>
          <a:p>
            <a:pPr marL="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0" lvl="0" indent="0" algn="l" rtl="0">
              <a:spcBef>
                <a:spcPts val="1000"/>
              </a:spcBef>
              <a:spcAft>
                <a:spcPts val="1000"/>
              </a:spcAft>
              <a:buNone/>
            </a:pPr>
            <a:endParaRPr sz="2300">
              <a:solidFill>
                <a:schemeClr val="dk2"/>
              </a:solidFill>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6"/>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Program Memory - Takeaways </a:t>
            </a:r>
            <a:endParaRPr/>
          </a:p>
        </p:txBody>
      </p:sp>
      <p:sp>
        <p:nvSpPr>
          <p:cNvPr id="239" name="Google Shape;239;p36"/>
          <p:cNvSpPr txBox="1"/>
          <p:nvPr/>
        </p:nvSpPr>
        <p:spPr>
          <a:xfrm>
            <a:off x="63775" y="670600"/>
            <a:ext cx="8746800" cy="42687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2"/>
              </a:buClr>
              <a:buSzPts val="2300"/>
              <a:buFont typeface="Proxima Nova"/>
              <a:buChar char="●"/>
            </a:pPr>
            <a:r>
              <a:rPr lang="en" sz="2300">
                <a:solidFill>
                  <a:schemeClr val="dk2"/>
                </a:solidFill>
                <a:latin typeface="Proxima Nova"/>
                <a:ea typeface="Proxima Nova"/>
                <a:cs typeface="Proxima Nova"/>
                <a:sym typeface="Proxima Nova"/>
              </a:rPr>
              <a:t>A C program sees its addresses as starting at 0 and going until 2^64. </a:t>
            </a:r>
            <a:endParaRPr sz="23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Char char="●"/>
            </a:pPr>
            <a:r>
              <a:rPr lang="en" sz="2300">
                <a:solidFill>
                  <a:schemeClr val="dk2"/>
                </a:solidFill>
                <a:latin typeface="Proxima Nova"/>
                <a:ea typeface="Proxima Nova"/>
                <a:cs typeface="Proxima Nova"/>
                <a:sym typeface="Proxima Nova"/>
              </a:rPr>
              <a:t>C code -&gt; </a:t>
            </a:r>
            <a:endParaRPr sz="23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Char char="●"/>
            </a:pPr>
            <a:r>
              <a:rPr lang="en" sz="2300">
                <a:solidFill>
                  <a:schemeClr val="dk2"/>
                </a:solidFill>
                <a:latin typeface="Proxima Nova"/>
                <a:ea typeface="Proxima Nova"/>
                <a:cs typeface="Proxima Nova"/>
                <a:sym typeface="Proxima Nova"/>
              </a:rPr>
              <a:t>Heap</a:t>
            </a:r>
            <a:endParaRPr sz="23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Char char="●"/>
            </a:pPr>
            <a:r>
              <a:rPr lang="en" sz="2300">
                <a:solidFill>
                  <a:schemeClr val="dk2"/>
                </a:solidFill>
                <a:latin typeface="Proxima Nova"/>
                <a:ea typeface="Proxima Nova"/>
                <a:cs typeface="Proxima Nova"/>
                <a:sym typeface="Proxima Nova"/>
              </a:rPr>
              <a:t>Stack</a:t>
            </a:r>
            <a:endParaRPr sz="2300">
              <a:solidFill>
                <a:schemeClr val="dk2"/>
              </a:solidFill>
              <a:latin typeface="Proxima Nova"/>
              <a:ea typeface="Proxima Nova"/>
              <a:cs typeface="Proxima Nova"/>
              <a:sym typeface="Proxima Nova"/>
            </a:endParaRPr>
          </a:p>
          <a:p>
            <a:pPr marL="0" lvl="0" indent="0" algn="l" rtl="0">
              <a:spcBef>
                <a:spcPts val="1000"/>
              </a:spcBef>
              <a:spcAft>
                <a:spcPts val="1000"/>
              </a:spcAft>
              <a:buNone/>
            </a:pPr>
            <a:endParaRPr sz="2300">
              <a:solidFill>
                <a:schemeClr val="dk2"/>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64D963C-3B6E-F01E-23C2-DEA72B0A4F4A}"/>
                  </a:ext>
                </a:extLst>
              </p14:cNvPr>
              <p14:cNvContentPartPr/>
              <p14:nvPr/>
            </p14:nvContentPartPr>
            <p14:xfrm>
              <a:off x="447120" y="1059480"/>
              <a:ext cx="8002800" cy="3537000"/>
            </p14:xfrm>
          </p:contentPart>
        </mc:Choice>
        <mc:Fallback xmlns="">
          <p:pic>
            <p:nvPicPr>
              <p:cNvPr id="2" name="Ink 1">
                <a:extLst>
                  <a:ext uri="{FF2B5EF4-FFF2-40B4-BE49-F238E27FC236}">
                    <a16:creationId xmlns:a16="http://schemas.microsoft.com/office/drawing/2014/main" id="{B64D963C-3B6E-F01E-23C2-DEA72B0A4F4A}"/>
                  </a:ext>
                </a:extLst>
              </p:cNvPr>
              <p:cNvPicPr/>
              <p:nvPr/>
            </p:nvPicPr>
            <p:blipFill>
              <a:blip r:embed="rId4"/>
              <a:stretch>
                <a:fillRect/>
              </a:stretch>
            </p:blipFill>
            <p:spPr>
              <a:xfrm>
                <a:off x="437760" y="1050120"/>
                <a:ext cx="8021520" cy="355572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7"/>
          <p:cNvSpPr txBox="1">
            <a:spLocks noGrp="1"/>
          </p:cNvSpPr>
          <p:nvPr>
            <p:ph type="title"/>
          </p:nvPr>
        </p:nvSpPr>
        <p:spPr>
          <a:xfrm>
            <a:off x="207025" y="149525"/>
            <a:ext cx="5747700" cy="1115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the following translated to? </a:t>
            </a:r>
            <a:endParaRPr/>
          </a:p>
          <a:p>
            <a:pPr marL="0" lvl="0" indent="0" algn="l" rtl="0">
              <a:spcBef>
                <a:spcPts val="0"/>
              </a:spcBef>
              <a:spcAft>
                <a:spcPts val="0"/>
              </a:spcAft>
              <a:buNone/>
            </a:pPr>
            <a:r>
              <a:rPr lang="en">
                <a:solidFill>
                  <a:srgbClr val="434343"/>
                </a:solidFill>
                <a:latin typeface="Proxima Nova Semibold"/>
                <a:ea typeface="Proxima Nova Semibold"/>
                <a:cs typeface="Proxima Nova Semibold"/>
                <a:sym typeface="Proxima Nova Semibold"/>
              </a:rPr>
              <a:t>2^(64) Bytes</a:t>
            </a:r>
            <a:endParaRPr>
              <a:solidFill>
                <a:srgbClr val="434343"/>
              </a:solidFill>
              <a:latin typeface="Proxima Nova Semibold"/>
              <a:ea typeface="Proxima Nova Semibold"/>
              <a:cs typeface="Proxima Nova Semibold"/>
              <a:sym typeface="Proxima Nova Semibold"/>
            </a:endParaRPr>
          </a:p>
        </p:txBody>
      </p:sp>
      <p:grpSp>
        <p:nvGrpSpPr>
          <p:cNvPr id="245" name="Google Shape;245;p37"/>
          <p:cNvGrpSpPr/>
          <p:nvPr/>
        </p:nvGrpSpPr>
        <p:grpSpPr>
          <a:xfrm>
            <a:off x="6266800" y="358700"/>
            <a:ext cx="2390400" cy="1764425"/>
            <a:chOff x="6691575" y="164975"/>
            <a:chExt cx="2390400" cy="1764425"/>
          </a:xfrm>
        </p:grpSpPr>
        <p:grpSp>
          <p:nvGrpSpPr>
            <p:cNvPr id="246" name="Google Shape;246;p37"/>
            <p:cNvGrpSpPr/>
            <p:nvPr/>
          </p:nvGrpSpPr>
          <p:grpSpPr>
            <a:xfrm>
              <a:off x="6691575" y="164975"/>
              <a:ext cx="2390400" cy="1764300"/>
              <a:chOff x="6630750" y="111575"/>
              <a:chExt cx="2390400" cy="1764300"/>
            </a:xfrm>
          </p:grpSpPr>
          <p:sp>
            <p:nvSpPr>
              <p:cNvPr id="247" name="Google Shape;247;p37"/>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248" name="Google Shape;248;p37"/>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249" name="Google Shape;249;p37"/>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250" name="Google Shape;250;p37"/>
              <p:cNvSpPr txBox="1"/>
              <p:nvPr/>
            </p:nvSpPr>
            <p:spPr>
              <a:xfrm>
                <a:off x="6630750" y="514200"/>
                <a:ext cx="900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Q6</a:t>
                </a:r>
                <a:endParaRPr sz="3600" b="1">
                  <a:solidFill>
                    <a:srgbClr val="FFFFFF"/>
                  </a:solidFill>
                  <a:latin typeface="PT Sans Narrow"/>
                  <a:ea typeface="PT Sans Narrow"/>
                  <a:cs typeface="PT Sans Narrow"/>
                  <a:sym typeface="PT Sans Narrow"/>
                </a:endParaRPr>
              </a:p>
            </p:txBody>
          </p:sp>
        </p:grpSp>
        <p:sp>
          <p:nvSpPr>
            <p:cNvPr id="251" name="Google Shape;251;p37"/>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pic>
        <p:nvPicPr>
          <p:cNvPr id="252" name="Google Shape;252;p37" title="Screenshot 2026-02-09 at 9.56.25 AM.png"/>
          <p:cNvPicPr preferRelativeResize="0"/>
          <p:nvPr/>
        </p:nvPicPr>
        <p:blipFill>
          <a:blip r:embed="rId4">
            <a:alphaModFix/>
          </a:blip>
          <a:stretch>
            <a:fillRect/>
          </a:stretch>
        </p:blipFill>
        <p:spPr>
          <a:xfrm>
            <a:off x="207025" y="1556552"/>
            <a:ext cx="5940224" cy="3510125"/>
          </a:xfrm>
          <a:prstGeom prst="rect">
            <a:avLst/>
          </a:prstGeom>
          <a:noFill/>
          <a:ln>
            <a:noFill/>
          </a:ln>
        </p:spPr>
      </p:pic>
      <p:sp>
        <p:nvSpPr>
          <p:cNvPr id="253" name="Google Shape;253;p37"/>
          <p:cNvSpPr txBox="1"/>
          <p:nvPr/>
        </p:nvSpPr>
        <p:spPr>
          <a:xfrm>
            <a:off x="6521200" y="2263125"/>
            <a:ext cx="2136000" cy="2185800"/>
          </a:xfrm>
          <a:prstGeom prst="rect">
            <a:avLst/>
          </a:prstGeom>
          <a:noFill/>
          <a:ln>
            <a:noFill/>
          </a:ln>
        </p:spPr>
        <p:txBody>
          <a:bodyPr spcFirstLastPara="1" wrap="square" lIns="91425" tIns="91425" rIns="91425" bIns="91425" anchor="t" anchorCtr="0">
            <a:spAutoFit/>
          </a:bodyPr>
          <a:lstStyle/>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16 TB</a:t>
            </a:r>
            <a:endParaRPr sz="2600">
              <a:solidFill>
                <a:srgbClr val="666666"/>
              </a:solidFill>
              <a:latin typeface="Proxima Nova"/>
              <a:ea typeface="Proxima Nova"/>
              <a:cs typeface="Proxima Nova"/>
              <a:sym typeface="Proxima Nova"/>
            </a:endParaRPr>
          </a:p>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32 GB</a:t>
            </a:r>
            <a:endParaRPr sz="2600">
              <a:solidFill>
                <a:srgbClr val="666666"/>
              </a:solidFill>
              <a:latin typeface="Proxima Nova"/>
              <a:ea typeface="Proxima Nova"/>
              <a:cs typeface="Proxima Nova"/>
              <a:sym typeface="Proxima Nova"/>
            </a:endParaRPr>
          </a:p>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16 PB</a:t>
            </a:r>
            <a:endParaRPr sz="2600">
              <a:solidFill>
                <a:srgbClr val="666666"/>
              </a:solidFill>
              <a:latin typeface="Proxima Nova"/>
              <a:ea typeface="Proxima Nova"/>
              <a:cs typeface="Proxima Nova"/>
              <a:sym typeface="Proxima Nova"/>
            </a:endParaRPr>
          </a:p>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32 EB</a:t>
            </a:r>
            <a:endParaRPr sz="2600">
              <a:solidFill>
                <a:srgbClr val="666666"/>
              </a:solidFill>
              <a:latin typeface="Proxima Nova"/>
              <a:ea typeface="Proxima Nova"/>
              <a:cs typeface="Proxima Nova"/>
              <a:sym typeface="Proxima Nova"/>
            </a:endParaRPr>
          </a:p>
          <a:p>
            <a:pPr marL="457200" lvl="0" indent="-393700" algn="l" rtl="0">
              <a:spcBef>
                <a:spcPts val="0"/>
              </a:spcBef>
              <a:spcAft>
                <a:spcPts val="0"/>
              </a:spcAft>
              <a:buClr>
                <a:srgbClr val="666666"/>
              </a:buClr>
              <a:buSzPts val="2600"/>
              <a:buFont typeface="Proxima Nova"/>
              <a:buAutoNum type="alphaUcParenR"/>
            </a:pPr>
            <a:r>
              <a:rPr lang="en" sz="2600">
                <a:solidFill>
                  <a:srgbClr val="666666"/>
                </a:solidFill>
                <a:latin typeface="Proxima Nova"/>
                <a:ea typeface="Proxima Nova"/>
                <a:cs typeface="Proxima Nova"/>
                <a:sym typeface="Proxima Nova"/>
              </a:rPr>
              <a:t>16 EB</a:t>
            </a:r>
            <a:endParaRPr sz="2600">
              <a:solidFill>
                <a:srgbClr val="666666"/>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DBB96298-9D48-7580-5B10-1003D67D8545}"/>
                  </a:ext>
                </a:extLst>
              </p14:cNvPr>
              <p14:cNvContentPartPr/>
              <p14:nvPr/>
            </p14:nvContentPartPr>
            <p14:xfrm>
              <a:off x="2324160" y="885240"/>
              <a:ext cx="5737320" cy="3570120"/>
            </p14:xfrm>
          </p:contentPart>
        </mc:Choice>
        <mc:Fallback xmlns="">
          <p:pic>
            <p:nvPicPr>
              <p:cNvPr id="2" name="Ink 1">
                <a:extLst>
                  <a:ext uri="{FF2B5EF4-FFF2-40B4-BE49-F238E27FC236}">
                    <a16:creationId xmlns:a16="http://schemas.microsoft.com/office/drawing/2014/main" id="{DBB96298-9D48-7580-5B10-1003D67D8545}"/>
                  </a:ext>
                </a:extLst>
              </p:cNvPr>
              <p:cNvPicPr/>
              <p:nvPr/>
            </p:nvPicPr>
            <p:blipFill>
              <a:blip r:embed="rId6"/>
              <a:stretch>
                <a:fillRect/>
              </a:stretch>
            </p:blipFill>
            <p:spPr>
              <a:xfrm>
                <a:off x="2314800" y="875880"/>
                <a:ext cx="5756040" cy="358884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8"/>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Potential Issues</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083DF18-1F33-B356-66C4-9597D938AA0A}"/>
                  </a:ext>
                </a:extLst>
              </p14:cNvPr>
              <p14:cNvContentPartPr/>
              <p14:nvPr/>
            </p14:nvContentPartPr>
            <p14:xfrm>
              <a:off x="552960" y="411840"/>
              <a:ext cx="8108640" cy="2635560"/>
            </p14:xfrm>
          </p:contentPart>
        </mc:Choice>
        <mc:Fallback xmlns="">
          <p:pic>
            <p:nvPicPr>
              <p:cNvPr id="2" name="Ink 1">
                <a:extLst>
                  <a:ext uri="{FF2B5EF4-FFF2-40B4-BE49-F238E27FC236}">
                    <a16:creationId xmlns:a16="http://schemas.microsoft.com/office/drawing/2014/main" id="{7083DF18-1F33-B356-66C4-9597D938AA0A}"/>
                  </a:ext>
                </a:extLst>
              </p:cNvPr>
              <p:cNvPicPr/>
              <p:nvPr/>
            </p:nvPicPr>
            <p:blipFill>
              <a:blip r:embed="rId4"/>
              <a:stretch>
                <a:fillRect/>
              </a:stretch>
            </p:blipFill>
            <p:spPr>
              <a:xfrm>
                <a:off x="543600" y="402480"/>
                <a:ext cx="8127360" cy="265428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9"/>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Solution</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DE2A349-5544-2372-C833-6BA6FB1FBC17}"/>
                  </a:ext>
                </a:extLst>
              </p14:cNvPr>
              <p14:cNvContentPartPr/>
              <p14:nvPr/>
            </p14:nvContentPartPr>
            <p14:xfrm>
              <a:off x="564840" y="164880"/>
              <a:ext cx="8114400" cy="4867200"/>
            </p14:xfrm>
          </p:contentPart>
        </mc:Choice>
        <mc:Fallback xmlns="">
          <p:pic>
            <p:nvPicPr>
              <p:cNvPr id="2" name="Ink 1">
                <a:extLst>
                  <a:ext uri="{FF2B5EF4-FFF2-40B4-BE49-F238E27FC236}">
                    <a16:creationId xmlns:a16="http://schemas.microsoft.com/office/drawing/2014/main" id="{6DE2A349-5544-2372-C833-6BA6FB1FBC17}"/>
                  </a:ext>
                </a:extLst>
              </p:cNvPr>
              <p:cNvPicPr/>
              <p:nvPr/>
            </p:nvPicPr>
            <p:blipFill>
              <a:blip r:embed="rId4"/>
              <a:stretch>
                <a:fillRect/>
              </a:stretch>
            </p:blipFill>
            <p:spPr>
              <a:xfrm>
                <a:off x="555480" y="155520"/>
                <a:ext cx="8133120" cy="488592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0"/>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Virtual Memory</a:t>
            </a:r>
            <a:endParaRPr/>
          </a:p>
        </p:txBody>
      </p:sp>
      <p:sp>
        <p:nvSpPr>
          <p:cNvPr id="269" name="Google Shape;269;p40"/>
          <p:cNvSpPr txBox="1"/>
          <p:nvPr/>
        </p:nvSpPr>
        <p:spPr>
          <a:xfrm>
            <a:off x="158075" y="670600"/>
            <a:ext cx="813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endParaRPr sz="2300">
              <a:solidFill>
                <a:schemeClr val="dk2"/>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A0F3A0E-44B2-F692-AE32-D6024CB84CF6}"/>
                  </a:ext>
                </a:extLst>
              </p14:cNvPr>
              <p14:cNvContentPartPr/>
              <p14:nvPr/>
            </p14:nvContentPartPr>
            <p14:xfrm>
              <a:off x="158760" y="647280"/>
              <a:ext cx="8856000" cy="3418920"/>
            </p14:xfrm>
          </p:contentPart>
        </mc:Choice>
        <mc:Fallback xmlns="">
          <p:pic>
            <p:nvPicPr>
              <p:cNvPr id="2" name="Ink 1">
                <a:extLst>
                  <a:ext uri="{FF2B5EF4-FFF2-40B4-BE49-F238E27FC236}">
                    <a16:creationId xmlns:a16="http://schemas.microsoft.com/office/drawing/2014/main" id="{3A0F3A0E-44B2-F692-AE32-D6024CB84CF6}"/>
                  </a:ext>
                </a:extLst>
              </p:cNvPr>
              <p:cNvPicPr/>
              <p:nvPr/>
            </p:nvPicPr>
            <p:blipFill>
              <a:blip r:embed="rId4"/>
              <a:stretch>
                <a:fillRect/>
              </a:stretch>
            </p:blipFill>
            <p:spPr>
              <a:xfrm>
                <a:off x="149400" y="637920"/>
                <a:ext cx="8874720" cy="343764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Virtual Memory Example #1</a:t>
            </a:r>
            <a:endParaRPr/>
          </a:p>
        </p:txBody>
      </p:sp>
      <p:sp>
        <p:nvSpPr>
          <p:cNvPr id="275" name="Google Shape;275;p41"/>
          <p:cNvSpPr txBox="1"/>
          <p:nvPr/>
        </p:nvSpPr>
        <p:spPr>
          <a:xfrm>
            <a:off x="158075" y="670600"/>
            <a:ext cx="813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endParaRPr sz="2300">
              <a:solidFill>
                <a:schemeClr val="dk2"/>
              </a:solidFill>
              <a:latin typeface="Proxima Nova"/>
              <a:ea typeface="Proxima Nova"/>
              <a:cs typeface="Proxima Nova"/>
              <a:sym typeface="Proxima Nova"/>
            </a:endParaRPr>
          </a:p>
        </p:txBody>
      </p:sp>
      <p:pic>
        <p:nvPicPr>
          <p:cNvPr id="276" name="Google Shape;276;p41" title="Screenshot 2026-10-06 at 9.33.16 AM.png"/>
          <p:cNvPicPr preferRelativeResize="0"/>
          <p:nvPr/>
        </p:nvPicPr>
        <p:blipFill>
          <a:blip r:embed="rId3">
            <a:alphaModFix/>
          </a:blip>
          <a:stretch>
            <a:fillRect/>
          </a:stretch>
        </p:blipFill>
        <p:spPr>
          <a:xfrm>
            <a:off x="158075" y="670600"/>
            <a:ext cx="2054900" cy="1039000"/>
          </a:xfrm>
          <a:prstGeom prst="rect">
            <a:avLst/>
          </a:prstGeom>
          <a:noFill/>
          <a:ln w="19050"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76D3894-E8EE-3FEE-C955-CA60BC5019BE}"/>
                  </a:ext>
                </a:extLst>
              </p14:cNvPr>
              <p14:cNvContentPartPr/>
              <p14:nvPr/>
            </p14:nvContentPartPr>
            <p14:xfrm>
              <a:off x="5400" y="55800"/>
              <a:ext cx="8542800" cy="4777200"/>
            </p14:xfrm>
          </p:contentPart>
        </mc:Choice>
        <mc:Fallback xmlns="">
          <p:pic>
            <p:nvPicPr>
              <p:cNvPr id="2" name="Ink 1">
                <a:extLst>
                  <a:ext uri="{FF2B5EF4-FFF2-40B4-BE49-F238E27FC236}">
                    <a16:creationId xmlns:a16="http://schemas.microsoft.com/office/drawing/2014/main" id="{676D3894-E8EE-3FEE-C955-CA60BC5019BE}"/>
                  </a:ext>
                </a:extLst>
              </p:cNvPr>
              <p:cNvPicPr/>
              <p:nvPr/>
            </p:nvPicPr>
            <p:blipFill>
              <a:blip r:embed="rId5"/>
              <a:stretch>
                <a:fillRect/>
              </a:stretch>
            </p:blipFill>
            <p:spPr>
              <a:xfrm>
                <a:off x="-3960" y="46440"/>
                <a:ext cx="8561520" cy="479592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2"/>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Virtual Memory Example #2</a:t>
            </a:r>
            <a:endParaRPr/>
          </a:p>
        </p:txBody>
      </p:sp>
      <p:sp>
        <p:nvSpPr>
          <p:cNvPr id="282" name="Google Shape;282;p42"/>
          <p:cNvSpPr txBox="1"/>
          <p:nvPr/>
        </p:nvSpPr>
        <p:spPr>
          <a:xfrm>
            <a:off x="158075" y="670600"/>
            <a:ext cx="813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endParaRPr sz="2300">
              <a:solidFill>
                <a:schemeClr val="dk2"/>
              </a:solidFill>
              <a:latin typeface="Proxima Nova"/>
              <a:ea typeface="Proxima Nova"/>
              <a:cs typeface="Proxima Nova"/>
              <a:sym typeface="Proxima Nova"/>
            </a:endParaRPr>
          </a:p>
        </p:txBody>
      </p:sp>
      <p:pic>
        <p:nvPicPr>
          <p:cNvPr id="283" name="Google Shape;283;p42" title="Screenshot 2026-10-06 at 9.33.48 AM.png"/>
          <p:cNvPicPr preferRelativeResize="0"/>
          <p:nvPr/>
        </p:nvPicPr>
        <p:blipFill>
          <a:blip r:embed="rId3">
            <a:alphaModFix/>
          </a:blip>
          <a:stretch>
            <a:fillRect/>
          </a:stretch>
        </p:blipFill>
        <p:spPr>
          <a:xfrm>
            <a:off x="158075" y="670600"/>
            <a:ext cx="2086775" cy="1024000"/>
          </a:xfrm>
          <a:prstGeom prst="rect">
            <a:avLst/>
          </a:prstGeom>
          <a:noFill/>
          <a:ln w="19050" cap="flat" cmpd="sng">
            <a:solidFill>
              <a:schemeClr val="dk2"/>
            </a:solidFill>
            <a:prstDash val="solid"/>
            <a:round/>
            <a:headEnd type="none" w="sm" len="sm"/>
            <a:tailEnd type="none" w="sm" len="sm"/>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4CCC7F1-543F-8BC0-E59D-311E4EBF8AC7}"/>
                  </a:ext>
                </a:extLst>
              </p14:cNvPr>
              <p14:cNvContentPartPr/>
              <p14:nvPr/>
            </p14:nvContentPartPr>
            <p14:xfrm>
              <a:off x="3801240" y="1241640"/>
              <a:ext cx="3754440" cy="88560"/>
            </p14:xfrm>
          </p:contentPart>
        </mc:Choice>
        <mc:Fallback xmlns="">
          <p:pic>
            <p:nvPicPr>
              <p:cNvPr id="2" name="Ink 1">
                <a:extLst>
                  <a:ext uri="{FF2B5EF4-FFF2-40B4-BE49-F238E27FC236}">
                    <a16:creationId xmlns:a16="http://schemas.microsoft.com/office/drawing/2014/main" id="{C4CCC7F1-543F-8BC0-E59D-311E4EBF8AC7}"/>
                  </a:ext>
                </a:extLst>
              </p:cNvPr>
              <p:cNvPicPr/>
              <p:nvPr/>
            </p:nvPicPr>
            <p:blipFill>
              <a:blip r:embed="rId5"/>
              <a:stretch>
                <a:fillRect/>
              </a:stretch>
            </p:blipFill>
            <p:spPr>
              <a:xfrm>
                <a:off x="3785400" y="1178280"/>
                <a:ext cx="37857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7905169-ABC3-5DB8-5B65-FD511BDAF7A4}"/>
                  </a:ext>
                </a:extLst>
              </p14:cNvPr>
              <p14:cNvContentPartPr/>
              <p14:nvPr/>
            </p14:nvContentPartPr>
            <p14:xfrm>
              <a:off x="35280" y="606240"/>
              <a:ext cx="9108720" cy="4449240"/>
            </p14:xfrm>
          </p:contentPart>
        </mc:Choice>
        <mc:Fallback xmlns="">
          <p:pic>
            <p:nvPicPr>
              <p:cNvPr id="3" name="Ink 2">
                <a:extLst>
                  <a:ext uri="{FF2B5EF4-FFF2-40B4-BE49-F238E27FC236}">
                    <a16:creationId xmlns:a16="http://schemas.microsoft.com/office/drawing/2014/main" id="{97905169-ABC3-5DB8-5B65-FD511BDAF7A4}"/>
                  </a:ext>
                </a:extLst>
              </p:cNvPr>
              <p:cNvPicPr/>
              <p:nvPr/>
            </p:nvPicPr>
            <p:blipFill>
              <a:blip r:embed="rId7"/>
              <a:stretch>
                <a:fillRect/>
              </a:stretch>
            </p:blipFill>
            <p:spPr>
              <a:xfrm>
                <a:off x="25920" y="596880"/>
                <a:ext cx="9127440" cy="446796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3"/>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Takeaways </a:t>
            </a:r>
            <a:endParaRPr/>
          </a:p>
        </p:txBody>
      </p:sp>
      <p:sp>
        <p:nvSpPr>
          <p:cNvPr id="289" name="Google Shape;289;p43"/>
          <p:cNvSpPr txBox="1"/>
          <p:nvPr/>
        </p:nvSpPr>
        <p:spPr>
          <a:xfrm>
            <a:off x="63775" y="607100"/>
            <a:ext cx="8746800" cy="44895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Clr>
                <a:schemeClr val="dk2"/>
              </a:buClr>
              <a:buSzPts val="1900"/>
              <a:buFont typeface="Proxima Nova"/>
              <a:buChar char="●"/>
            </a:pPr>
            <a:r>
              <a:rPr lang="en" sz="1900">
                <a:solidFill>
                  <a:schemeClr val="dk2"/>
                </a:solidFill>
                <a:latin typeface="Proxima Nova"/>
                <a:ea typeface="Proxima Nova"/>
                <a:cs typeface="Proxima Nova"/>
                <a:sym typeface="Proxima Nova"/>
              </a:rPr>
              <a:t>Virtual memory - isolates programs for security and the illusion of space.</a:t>
            </a:r>
            <a:endParaRPr sz="1900">
              <a:solidFill>
                <a:schemeClr val="dk2"/>
              </a:solidFill>
              <a:latin typeface="Proxima Nova"/>
              <a:ea typeface="Proxima Nova"/>
              <a:cs typeface="Proxima Nova"/>
              <a:sym typeface="Proxima Nova"/>
            </a:endParaRPr>
          </a:p>
          <a:p>
            <a:pPr marL="914400" lvl="0" indent="0" algn="l" rtl="0">
              <a:spcBef>
                <a:spcPts val="1000"/>
              </a:spcBef>
              <a:spcAft>
                <a:spcPts val="0"/>
              </a:spcAft>
              <a:buNone/>
            </a:pPr>
            <a:endParaRPr sz="1900">
              <a:solidFill>
                <a:schemeClr val="dk2"/>
              </a:solidFill>
              <a:latin typeface="Proxima Nova"/>
              <a:ea typeface="Proxima Nova"/>
              <a:cs typeface="Proxima Nova"/>
              <a:sym typeface="Proxima Nova"/>
            </a:endParaRPr>
          </a:p>
          <a:p>
            <a:pPr marL="457200" lvl="0" indent="-349250" algn="l" rtl="0">
              <a:spcBef>
                <a:spcPts val="1000"/>
              </a:spcBef>
              <a:spcAft>
                <a:spcPts val="0"/>
              </a:spcAft>
              <a:buClr>
                <a:schemeClr val="dk2"/>
              </a:buClr>
              <a:buSzPts val="1900"/>
              <a:buFont typeface="Proxima Nova"/>
              <a:buChar char="●"/>
            </a:pPr>
            <a:r>
              <a:rPr lang="en" sz="1900">
                <a:solidFill>
                  <a:schemeClr val="dk2"/>
                </a:solidFill>
                <a:latin typeface="Proxima Nova"/>
                <a:ea typeface="Proxima Nova"/>
                <a:cs typeface="Proxima Nova"/>
                <a:sym typeface="Proxima Nova"/>
              </a:rPr>
              <a:t>You (the programmer) cannot see or know what physical address your code is using. You can only access the virtual addresses for your specific program. </a:t>
            </a:r>
            <a:endParaRPr sz="19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1900">
              <a:solidFill>
                <a:schemeClr val="dk2"/>
              </a:solidFill>
              <a:latin typeface="Proxima Nova"/>
              <a:ea typeface="Proxima Nova"/>
              <a:cs typeface="Proxima Nova"/>
              <a:sym typeface="Proxima Nova"/>
            </a:endParaRPr>
          </a:p>
          <a:p>
            <a:pPr marL="457200" lvl="0" indent="-349250" algn="l" rtl="0">
              <a:spcBef>
                <a:spcPts val="1000"/>
              </a:spcBef>
              <a:spcAft>
                <a:spcPts val="0"/>
              </a:spcAft>
              <a:buClr>
                <a:schemeClr val="dk2"/>
              </a:buClr>
              <a:buSzPts val="1900"/>
              <a:buFont typeface="Proxima Nova"/>
              <a:buChar char="●"/>
            </a:pPr>
            <a:r>
              <a:rPr lang="en" sz="1900">
                <a:solidFill>
                  <a:schemeClr val="dk2"/>
                </a:solidFill>
                <a:latin typeface="Proxima Nova"/>
                <a:ea typeface="Proxima Nova"/>
                <a:cs typeface="Proxima Nova"/>
                <a:sym typeface="Proxima Nova"/>
              </a:rPr>
              <a:t>Each running program gets its own page table. Virtual addresses may overlap between programs but physical addresses cannot. </a:t>
            </a:r>
            <a:endParaRPr sz="19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1900">
              <a:solidFill>
                <a:schemeClr val="dk2"/>
              </a:solidFill>
              <a:latin typeface="Proxima Nova"/>
              <a:ea typeface="Proxima Nova"/>
              <a:cs typeface="Proxima Nova"/>
              <a:sym typeface="Proxima Nova"/>
            </a:endParaRPr>
          </a:p>
          <a:p>
            <a:pPr marL="457200" lvl="0" indent="-349250" algn="l" rtl="0">
              <a:spcBef>
                <a:spcPts val="1000"/>
              </a:spcBef>
              <a:spcAft>
                <a:spcPts val="0"/>
              </a:spcAft>
              <a:buClr>
                <a:schemeClr val="dk2"/>
              </a:buClr>
              <a:buSzPts val="1900"/>
              <a:buFont typeface="Proxima Nova"/>
              <a:buChar char="●"/>
            </a:pPr>
            <a:r>
              <a:rPr lang="en" sz="1900">
                <a:solidFill>
                  <a:schemeClr val="dk2"/>
                </a:solidFill>
                <a:latin typeface="Proxima Nova"/>
                <a:ea typeface="Proxima Nova"/>
                <a:cs typeface="Proxima Nova"/>
                <a:sym typeface="Proxima Nova"/>
              </a:rPr>
              <a:t>Physical memory for a program can vary in size and location.</a:t>
            </a:r>
            <a:endParaRPr sz="19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19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Char char="●"/>
            </a:pPr>
            <a:r>
              <a:rPr lang="en" sz="1900">
                <a:solidFill>
                  <a:schemeClr val="dk2"/>
                </a:solidFill>
                <a:latin typeface="Proxima Nova"/>
                <a:ea typeface="Proxima Nova"/>
                <a:cs typeface="Proxima Nova"/>
                <a:sym typeface="Proxima Nova"/>
              </a:rPr>
              <a:t>Virtual memory has a fixed size and a consistent location. </a:t>
            </a:r>
            <a:endParaRPr sz="1900">
              <a:solidFill>
                <a:schemeClr val="dk2"/>
              </a:solidFill>
              <a:latin typeface="Proxima Nova"/>
              <a:ea typeface="Proxima Nova"/>
              <a:cs typeface="Proxima Nova"/>
              <a:sym typeface="Proxima Nova"/>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DB6627F-77AA-2AD1-CC3F-5064E5229E4D}"/>
                  </a:ext>
                </a:extLst>
              </p14:cNvPr>
              <p14:cNvContentPartPr/>
              <p14:nvPr/>
            </p14:nvContentPartPr>
            <p14:xfrm>
              <a:off x="3724560" y="1006200"/>
              <a:ext cx="4395960" cy="1972080"/>
            </p14:xfrm>
          </p:contentPart>
        </mc:Choice>
        <mc:Fallback xmlns="">
          <p:pic>
            <p:nvPicPr>
              <p:cNvPr id="2" name="Ink 1">
                <a:extLst>
                  <a:ext uri="{FF2B5EF4-FFF2-40B4-BE49-F238E27FC236}">
                    <a16:creationId xmlns:a16="http://schemas.microsoft.com/office/drawing/2014/main" id="{FDB6627F-77AA-2AD1-CC3F-5064E5229E4D}"/>
                  </a:ext>
                </a:extLst>
              </p:cNvPr>
              <p:cNvPicPr/>
              <p:nvPr/>
            </p:nvPicPr>
            <p:blipFill>
              <a:blip r:embed="rId4"/>
              <a:stretch>
                <a:fillRect/>
              </a:stretch>
            </p:blipFill>
            <p:spPr>
              <a:xfrm>
                <a:off x="3715200" y="996840"/>
                <a:ext cx="4414680" cy="199080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4"/>
          <p:cNvSpPr txBox="1">
            <a:spLocks noGrp="1"/>
          </p:cNvSpPr>
          <p:nvPr>
            <p:ph type="title"/>
          </p:nvPr>
        </p:nvSpPr>
        <p:spPr>
          <a:xfrm>
            <a:off x="207025" y="149525"/>
            <a:ext cx="5747700" cy="211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Am I guaranteed that ptr and ptr2 hold values 6,000 bytes apart in physical memory?</a:t>
            </a:r>
            <a:endParaRPr/>
          </a:p>
        </p:txBody>
      </p:sp>
      <p:grpSp>
        <p:nvGrpSpPr>
          <p:cNvPr id="295" name="Google Shape;295;p44"/>
          <p:cNvGrpSpPr/>
          <p:nvPr/>
        </p:nvGrpSpPr>
        <p:grpSpPr>
          <a:xfrm>
            <a:off x="6266800" y="358700"/>
            <a:ext cx="2390400" cy="1764425"/>
            <a:chOff x="6691575" y="164975"/>
            <a:chExt cx="2390400" cy="1764425"/>
          </a:xfrm>
        </p:grpSpPr>
        <p:grpSp>
          <p:nvGrpSpPr>
            <p:cNvPr id="296" name="Google Shape;296;p44"/>
            <p:cNvGrpSpPr/>
            <p:nvPr/>
          </p:nvGrpSpPr>
          <p:grpSpPr>
            <a:xfrm>
              <a:off x="6691575" y="164975"/>
              <a:ext cx="2390400" cy="1764300"/>
              <a:chOff x="6630750" y="111575"/>
              <a:chExt cx="2390400" cy="1764300"/>
            </a:xfrm>
          </p:grpSpPr>
          <p:sp>
            <p:nvSpPr>
              <p:cNvPr id="297" name="Google Shape;297;p44"/>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298" name="Google Shape;298;p44"/>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299" name="Google Shape;299;p44"/>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300" name="Google Shape;300;p44"/>
              <p:cNvSpPr txBox="1"/>
              <p:nvPr/>
            </p:nvSpPr>
            <p:spPr>
              <a:xfrm>
                <a:off x="6798850" y="514199"/>
                <a:ext cx="732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Q7</a:t>
                </a:r>
                <a:endParaRPr sz="3600" b="1">
                  <a:solidFill>
                    <a:srgbClr val="FFFFFF"/>
                  </a:solidFill>
                  <a:latin typeface="PT Sans Narrow"/>
                  <a:ea typeface="PT Sans Narrow"/>
                  <a:cs typeface="PT Sans Narrow"/>
                  <a:sym typeface="PT Sans Narrow"/>
                </a:endParaRPr>
              </a:p>
            </p:txBody>
          </p:sp>
        </p:grpSp>
        <p:sp>
          <p:nvSpPr>
            <p:cNvPr id="301" name="Google Shape;301;p44"/>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sp>
        <p:nvSpPr>
          <p:cNvPr id="302" name="Google Shape;302;p44"/>
          <p:cNvSpPr txBox="1"/>
          <p:nvPr/>
        </p:nvSpPr>
        <p:spPr>
          <a:xfrm>
            <a:off x="330500" y="2264525"/>
            <a:ext cx="5223300" cy="191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chemeClr val="dk2"/>
                </a:solidFill>
                <a:latin typeface="Proxima Nova"/>
                <a:ea typeface="Proxima Nova"/>
                <a:cs typeface="Proxima Nova"/>
                <a:sym typeface="Proxima Nova"/>
              </a:rPr>
              <a:t>char x = 7;</a:t>
            </a:r>
            <a:endParaRPr sz="3200">
              <a:solidFill>
                <a:schemeClr val="dk2"/>
              </a:solidFill>
              <a:latin typeface="Proxima Nova"/>
              <a:ea typeface="Proxima Nova"/>
              <a:cs typeface="Proxima Nova"/>
              <a:sym typeface="Proxima Nova"/>
            </a:endParaRPr>
          </a:p>
          <a:p>
            <a:pPr marL="0" lvl="0" indent="0" algn="l" rtl="0">
              <a:spcBef>
                <a:spcPts val="1000"/>
              </a:spcBef>
              <a:spcAft>
                <a:spcPts val="0"/>
              </a:spcAft>
              <a:buNone/>
            </a:pPr>
            <a:r>
              <a:rPr lang="en" sz="3200">
                <a:solidFill>
                  <a:schemeClr val="dk2"/>
                </a:solidFill>
                <a:latin typeface="Proxima Nova"/>
                <a:ea typeface="Proxima Nova"/>
                <a:cs typeface="Proxima Nova"/>
                <a:sym typeface="Proxima Nova"/>
              </a:rPr>
              <a:t>char *ptr = &amp;x;</a:t>
            </a:r>
            <a:endParaRPr sz="3200">
              <a:solidFill>
                <a:schemeClr val="dk2"/>
              </a:solidFill>
              <a:latin typeface="Proxima Nova"/>
              <a:ea typeface="Proxima Nova"/>
              <a:cs typeface="Proxima Nova"/>
              <a:sym typeface="Proxima Nova"/>
            </a:endParaRPr>
          </a:p>
          <a:p>
            <a:pPr marL="0" lvl="0" indent="0" algn="l" rtl="0">
              <a:spcBef>
                <a:spcPts val="1000"/>
              </a:spcBef>
              <a:spcAft>
                <a:spcPts val="1000"/>
              </a:spcAft>
              <a:buNone/>
            </a:pPr>
            <a:r>
              <a:rPr lang="en" sz="3200">
                <a:solidFill>
                  <a:schemeClr val="dk2"/>
                </a:solidFill>
                <a:latin typeface="Proxima Nova"/>
                <a:ea typeface="Proxima Nova"/>
                <a:cs typeface="Proxima Nova"/>
                <a:sym typeface="Proxima Nova"/>
              </a:rPr>
              <a:t>char *ptr2 = ptr + 6000;</a:t>
            </a:r>
            <a:endParaRPr sz="3200">
              <a:solidFill>
                <a:schemeClr val="dk2"/>
              </a:solidFill>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207025" y="149525"/>
            <a:ext cx="5747700" cy="2115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Am I guaranteed that ptr and ptr2 hold values 6,000 bytes apart in virtual memory?</a:t>
            </a:r>
            <a:endParaRPr/>
          </a:p>
        </p:txBody>
      </p:sp>
      <p:grpSp>
        <p:nvGrpSpPr>
          <p:cNvPr id="308" name="Google Shape;308;p45"/>
          <p:cNvGrpSpPr/>
          <p:nvPr/>
        </p:nvGrpSpPr>
        <p:grpSpPr>
          <a:xfrm>
            <a:off x="6266800" y="358700"/>
            <a:ext cx="2390400" cy="1764425"/>
            <a:chOff x="6691575" y="164975"/>
            <a:chExt cx="2390400" cy="1764425"/>
          </a:xfrm>
        </p:grpSpPr>
        <p:grpSp>
          <p:nvGrpSpPr>
            <p:cNvPr id="309" name="Google Shape;309;p45"/>
            <p:cNvGrpSpPr/>
            <p:nvPr/>
          </p:nvGrpSpPr>
          <p:grpSpPr>
            <a:xfrm>
              <a:off x="6691575" y="164975"/>
              <a:ext cx="2390400" cy="1764300"/>
              <a:chOff x="6630750" y="111575"/>
              <a:chExt cx="2390400" cy="1764300"/>
            </a:xfrm>
          </p:grpSpPr>
          <p:sp>
            <p:nvSpPr>
              <p:cNvPr id="310" name="Google Shape;310;p45"/>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311" name="Google Shape;311;p45"/>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312" name="Google Shape;312;p45"/>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313" name="Google Shape;313;p45"/>
              <p:cNvSpPr txBox="1"/>
              <p:nvPr/>
            </p:nvSpPr>
            <p:spPr>
              <a:xfrm>
                <a:off x="6798850" y="514199"/>
                <a:ext cx="732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Q8</a:t>
                </a:r>
                <a:endParaRPr sz="3600" b="1">
                  <a:solidFill>
                    <a:srgbClr val="FFFFFF"/>
                  </a:solidFill>
                  <a:latin typeface="PT Sans Narrow"/>
                  <a:ea typeface="PT Sans Narrow"/>
                  <a:cs typeface="PT Sans Narrow"/>
                  <a:sym typeface="PT Sans Narrow"/>
                </a:endParaRPr>
              </a:p>
            </p:txBody>
          </p:sp>
        </p:grpSp>
        <p:sp>
          <p:nvSpPr>
            <p:cNvPr id="314" name="Google Shape;314;p45"/>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sp>
        <p:nvSpPr>
          <p:cNvPr id="315" name="Google Shape;315;p45"/>
          <p:cNvSpPr txBox="1"/>
          <p:nvPr/>
        </p:nvSpPr>
        <p:spPr>
          <a:xfrm>
            <a:off x="347925" y="2194350"/>
            <a:ext cx="4483500" cy="191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chemeClr val="dk2"/>
                </a:solidFill>
                <a:latin typeface="Proxima Nova"/>
                <a:ea typeface="Proxima Nova"/>
                <a:cs typeface="Proxima Nova"/>
                <a:sym typeface="Proxima Nova"/>
              </a:rPr>
              <a:t>char x = 7;</a:t>
            </a:r>
            <a:endParaRPr sz="3200">
              <a:solidFill>
                <a:schemeClr val="dk2"/>
              </a:solidFill>
              <a:latin typeface="Proxima Nova"/>
              <a:ea typeface="Proxima Nova"/>
              <a:cs typeface="Proxima Nova"/>
              <a:sym typeface="Proxima Nova"/>
            </a:endParaRPr>
          </a:p>
          <a:p>
            <a:pPr marL="0" lvl="0" indent="0" algn="l" rtl="0">
              <a:spcBef>
                <a:spcPts val="1000"/>
              </a:spcBef>
              <a:spcAft>
                <a:spcPts val="0"/>
              </a:spcAft>
              <a:buNone/>
            </a:pPr>
            <a:r>
              <a:rPr lang="en" sz="3200">
                <a:solidFill>
                  <a:schemeClr val="dk2"/>
                </a:solidFill>
                <a:latin typeface="Proxima Nova"/>
                <a:ea typeface="Proxima Nova"/>
                <a:cs typeface="Proxima Nova"/>
                <a:sym typeface="Proxima Nova"/>
              </a:rPr>
              <a:t>char *ptr = &amp;x;</a:t>
            </a:r>
            <a:endParaRPr sz="3200">
              <a:solidFill>
                <a:schemeClr val="dk2"/>
              </a:solidFill>
              <a:latin typeface="Proxima Nova"/>
              <a:ea typeface="Proxima Nova"/>
              <a:cs typeface="Proxima Nova"/>
              <a:sym typeface="Proxima Nova"/>
            </a:endParaRPr>
          </a:p>
          <a:p>
            <a:pPr marL="0" lvl="0" indent="0" algn="l" rtl="0">
              <a:spcBef>
                <a:spcPts val="1000"/>
              </a:spcBef>
              <a:spcAft>
                <a:spcPts val="1000"/>
              </a:spcAft>
              <a:buNone/>
            </a:pPr>
            <a:r>
              <a:rPr lang="en" sz="3200">
                <a:solidFill>
                  <a:schemeClr val="dk2"/>
                </a:solidFill>
                <a:latin typeface="Proxima Nova"/>
                <a:ea typeface="Proxima Nova"/>
                <a:cs typeface="Proxima Nova"/>
                <a:sym typeface="Proxima Nova"/>
              </a:rPr>
              <a:t>char *ptr2 = ptr + 6000;</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6"/>
          <p:cNvSpPr txBox="1">
            <a:spLocks noGrp="1"/>
          </p:cNvSpPr>
          <p:nvPr>
            <p:ph type="title"/>
          </p:nvPr>
        </p:nvSpPr>
        <p:spPr>
          <a:xfrm>
            <a:off x="207025" y="149525"/>
            <a:ext cx="5747700" cy="2234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If program 1 stores my password in a c-string at virtual address 0xB50632 will this code in program 2 get me that password?</a:t>
            </a:r>
            <a:endParaRPr/>
          </a:p>
        </p:txBody>
      </p:sp>
      <p:grpSp>
        <p:nvGrpSpPr>
          <p:cNvPr id="321" name="Google Shape;321;p46"/>
          <p:cNvGrpSpPr/>
          <p:nvPr/>
        </p:nvGrpSpPr>
        <p:grpSpPr>
          <a:xfrm>
            <a:off x="6266800" y="358700"/>
            <a:ext cx="2390400" cy="1764425"/>
            <a:chOff x="6691575" y="164975"/>
            <a:chExt cx="2390400" cy="1764425"/>
          </a:xfrm>
        </p:grpSpPr>
        <p:grpSp>
          <p:nvGrpSpPr>
            <p:cNvPr id="322" name="Google Shape;322;p46"/>
            <p:cNvGrpSpPr/>
            <p:nvPr/>
          </p:nvGrpSpPr>
          <p:grpSpPr>
            <a:xfrm>
              <a:off x="6691575" y="164975"/>
              <a:ext cx="2390400" cy="1764300"/>
              <a:chOff x="6630750" y="111575"/>
              <a:chExt cx="2390400" cy="1764300"/>
            </a:xfrm>
          </p:grpSpPr>
          <p:sp>
            <p:nvSpPr>
              <p:cNvPr id="323" name="Google Shape;323;p46"/>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324" name="Google Shape;324;p46"/>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325" name="Google Shape;325;p46"/>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326" name="Google Shape;326;p46"/>
              <p:cNvSpPr txBox="1"/>
              <p:nvPr/>
            </p:nvSpPr>
            <p:spPr>
              <a:xfrm>
                <a:off x="6798850" y="514199"/>
                <a:ext cx="7323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Q9</a:t>
                </a:r>
                <a:endParaRPr sz="3600" b="1">
                  <a:solidFill>
                    <a:srgbClr val="FFFFFF"/>
                  </a:solidFill>
                  <a:latin typeface="PT Sans Narrow"/>
                  <a:ea typeface="PT Sans Narrow"/>
                  <a:cs typeface="PT Sans Narrow"/>
                  <a:sym typeface="PT Sans Narrow"/>
                </a:endParaRPr>
              </a:p>
            </p:txBody>
          </p:sp>
        </p:grpSp>
        <p:sp>
          <p:nvSpPr>
            <p:cNvPr id="327" name="Google Shape;327;p46"/>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sp>
        <p:nvSpPr>
          <p:cNvPr id="328" name="Google Shape;328;p46"/>
          <p:cNvSpPr txBox="1"/>
          <p:nvPr/>
        </p:nvSpPr>
        <p:spPr>
          <a:xfrm>
            <a:off x="311725" y="2571750"/>
            <a:ext cx="5543700" cy="129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chemeClr val="dk2"/>
                </a:solidFill>
                <a:latin typeface="Proxima Nova"/>
                <a:ea typeface="Proxima Nova"/>
                <a:cs typeface="Proxima Nova"/>
                <a:sym typeface="Proxima Nova"/>
              </a:rPr>
              <a:t>char *ptr = (char*)0xB50632;</a:t>
            </a:r>
            <a:endParaRPr sz="3200">
              <a:solidFill>
                <a:schemeClr val="dk2"/>
              </a:solidFill>
              <a:latin typeface="Proxima Nova"/>
              <a:ea typeface="Proxima Nova"/>
              <a:cs typeface="Proxima Nova"/>
              <a:sym typeface="Proxima Nova"/>
            </a:endParaRPr>
          </a:p>
          <a:p>
            <a:pPr marL="0" lvl="0" indent="0" algn="l" rtl="0">
              <a:spcBef>
                <a:spcPts val="1000"/>
              </a:spcBef>
              <a:spcAft>
                <a:spcPts val="1000"/>
              </a:spcAft>
              <a:buNone/>
            </a:pPr>
            <a:r>
              <a:rPr lang="en" sz="3200">
                <a:solidFill>
                  <a:schemeClr val="dk2"/>
                </a:solidFill>
                <a:latin typeface="Proxima Nova"/>
                <a:ea typeface="Proxima Nova"/>
                <a:cs typeface="Proxima Nova"/>
                <a:sym typeface="Proxima Nova"/>
              </a:rPr>
              <a:t>printf(“%s”, ptr);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7"/>
          <p:cNvSpPr txBox="1">
            <a:spLocks noGrp="1"/>
          </p:cNvSpPr>
          <p:nvPr>
            <p:ph type="title"/>
          </p:nvPr>
        </p:nvSpPr>
        <p:spPr>
          <a:xfrm>
            <a:off x="207025" y="149525"/>
            <a:ext cx="5747700" cy="223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Is it possible for these two programs to print out the same value while running at the same time?</a:t>
            </a:r>
            <a:endParaRPr/>
          </a:p>
        </p:txBody>
      </p:sp>
      <p:grpSp>
        <p:nvGrpSpPr>
          <p:cNvPr id="334" name="Google Shape;334;p47"/>
          <p:cNvGrpSpPr/>
          <p:nvPr/>
        </p:nvGrpSpPr>
        <p:grpSpPr>
          <a:xfrm>
            <a:off x="6266800" y="358700"/>
            <a:ext cx="2390400" cy="1764425"/>
            <a:chOff x="6691575" y="164975"/>
            <a:chExt cx="2390400" cy="1764425"/>
          </a:xfrm>
        </p:grpSpPr>
        <p:grpSp>
          <p:nvGrpSpPr>
            <p:cNvPr id="335" name="Google Shape;335;p47"/>
            <p:cNvGrpSpPr/>
            <p:nvPr/>
          </p:nvGrpSpPr>
          <p:grpSpPr>
            <a:xfrm>
              <a:off x="6691575" y="164975"/>
              <a:ext cx="2390400" cy="1764300"/>
              <a:chOff x="6630750" y="111575"/>
              <a:chExt cx="2390400" cy="1764300"/>
            </a:xfrm>
          </p:grpSpPr>
          <p:sp>
            <p:nvSpPr>
              <p:cNvPr id="336" name="Google Shape;336;p47"/>
              <p:cNvSpPr/>
              <p:nvPr/>
            </p:nvSpPr>
            <p:spPr>
              <a:xfrm>
                <a:off x="6666000" y="111575"/>
                <a:ext cx="2319900" cy="1764300"/>
              </a:xfrm>
              <a:prstGeom prst="rect">
                <a:avLst/>
              </a:prstGeom>
              <a:solidFill>
                <a:srgbClr val="00508A"/>
              </a:solidFill>
              <a:ln w="38100" cap="flat" cmpd="sng">
                <a:solidFill>
                  <a:srgbClr val="86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337" name="Google Shape;337;p47"/>
              <p:cNvPicPr preferRelativeResize="0"/>
              <p:nvPr/>
            </p:nvPicPr>
            <p:blipFill>
              <a:blip r:embed="rId3">
                <a:alphaModFix/>
              </a:blip>
              <a:stretch>
                <a:fillRect/>
              </a:stretch>
            </p:blipFill>
            <p:spPr>
              <a:xfrm>
                <a:off x="7627069" y="514200"/>
                <a:ext cx="1240031" cy="1233650"/>
              </a:xfrm>
              <a:prstGeom prst="rect">
                <a:avLst/>
              </a:prstGeom>
              <a:noFill/>
              <a:ln w="28575" cap="flat" cmpd="sng">
                <a:solidFill>
                  <a:srgbClr val="86FFFF"/>
                </a:solidFill>
                <a:prstDash val="solid"/>
                <a:round/>
                <a:headEnd type="none" w="sm" len="sm"/>
                <a:tailEnd type="none" w="sm" len="sm"/>
              </a:ln>
            </p:spPr>
          </p:pic>
          <p:sp>
            <p:nvSpPr>
              <p:cNvPr id="338" name="Google Shape;338;p47"/>
              <p:cNvSpPr txBox="1"/>
              <p:nvPr/>
            </p:nvSpPr>
            <p:spPr>
              <a:xfrm>
                <a:off x="6630750" y="111575"/>
                <a:ext cx="2390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rgbClr val="FFFFFF"/>
                    </a:solidFill>
                  </a:rPr>
                  <a:t>clicker.cs.illinois.edu</a:t>
                </a:r>
                <a:endParaRPr sz="1700" b="1">
                  <a:solidFill>
                    <a:srgbClr val="FFFFFF"/>
                  </a:solidFill>
                </a:endParaRPr>
              </a:p>
            </p:txBody>
          </p:sp>
          <p:sp>
            <p:nvSpPr>
              <p:cNvPr id="339" name="Google Shape;339;p47"/>
              <p:cNvSpPr txBox="1"/>
              <p:nvPr/>
            </p:nvSpPr>
            <p:spPr>
              <a:xfrm>
                <a:off x="6666000" y="514200"/>
                <a:ext cx="9819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FFFFFF"/>
                    </a:solidFill>
                    <a:latin typeface="PT Sans Narrow"/>
                    <a:ea typeface="PT Sans Narrow"/>
                    <a:cs typeface="PT Sans Narrow"/>
                    <a:sym typeface="PT Sans Narrow"/>
                  </a:rPr>
                  <a:t>Q10</a:t>
                </a:r>
                <a:endParaRPr sz="3600" b="1">
                  <a:solidFill>
                    <a:srgbClr val="FFFFFF"/>
                  </a:solidFill>
                  <a:latin typeface="PT Sans Narrow"/>
                  <a:ea typeface="PT Sans Narrow"/>
                  <a:cs typeface="PT Sans Narrow"/>
                  <a:sym typeface="PT Sans Narrow"/>
                </a:endParaRPr>
              </a:p>
            </p:txBody>
          </p:sp>
        </p:grpSp>
        <p:sp>
          <p:nvSpPr>
            <p:cNvPr id="340" name="Google Shape;340;p47"/>
            <p:cNvSpPr txBox="1"/>
            <p:nvPr/>
          </p:nvSpPr>
          <p:spPr>
            <a:xfrm>
              <a:off x="6691575" y="1221400"/>
              <a:ext cx="981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FFFFFF"/>
                  </a:solidFill>
                </a:rPr>
                <a:t>~Code~ 340</a:t>
              </a:r>
              <a:endParaRPr sz="1700" b="1">
                <a:solidFill>
                  <a:srgbClr val="FFFFFF"/>
                </a:solidFill>
              </a:endParaRPr>
            </a:p>
          </p:txBody>
        </p:sp>
      </p:grpSp>
      <p:sp>
        <p:nvSpPr>
          <p:cNvPr id="341" name="Google Shape;341;p47"/>
          <p:cNvSpPr txBox="1"/>
          <p:nvPr/>
        </p:nvSpPr>
        <p:spPr>
          <a:xfrm>
            <a:off x="302550" y="2425050"/>
            <a:ext cx="3300600" cy="12981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chemeClr val="dk2"/>
                </a:solidFill>
                <a:latin typeface="Proxima Nova"/>
                <a:ea typeface="Proxima Nova"/>
                <a:cs typeface="Proxima Nova"/>
                <a:sym typeface="Proxima Nova"/>
              </a:rPr>
              <a:t>int x = 5;</a:t>
            </a:r>
            <a:endParaRPr sz="3200">
              <a:solidFill>
                <a:schemeClr val="dk2"/>
              </a:solidFill>
              <a:latin typeface="Proxima Nova"/>
              <a:ea typeface="Proxima Nova"/>
              <a:cs typeface="Proxima Nova"/>
              <a:sym typeface="Proxima Nova"/>
            </a:endParaRPr>
          </a:p>
          <a:p>
            <a:pPr marL="0" lvl="0" indent="0" algn="l" rtl="0">
              <a:spcBef>
                <a:spcPts val="1000"/>
              </a:spcBef>
              <a:spcAft>
                <a:spcPts val="1000"/>
              </a:spcAft>
              <a:buNone/>
            </a:pPr>
            <a:r>
              <a:rPr lang="en" sz="3200">
                <a:solidFill>
                  <a:schemeClr val="dk2"/>
                </a:solidFill>
                <a:latin typeface="Proxima Nova"/>
                <a:ea typeface="Proxima Nova"/>
                <a:cs typeface="Proxima Nova"/>
                <a:sym typeface="Proxima Nova"/>
              </a:rPr>
              <a:t>printf(“%#x”, &amp;x);</a:t>
            </a:r>
            <a:endParaRPr sz="3200">
              <a:solidFill>
                <a:schemeClr val="dk2"/>
              </a:solidFill>
              <a:latin typeface="Proxima Nova"/>
              <a:ea typeface="Proxima Nova"/>
              <a:cs typeface="Proxima Nova"/>
              <a:sym typeface="Proxima Nova"/>
            </a:endParaRPr>
          </a:p>
        </p:txBody>
      </p:sp>
      <p:sp>
        <p:nvSpPr>
          <p:cNvPr id="342" name="Google Shape;342;p47"/>
          <p:cNvSpPr txBox="1"/>
          <p:nvPr/>
        </p:nvSpPr>
        <p:spPr>
          <a:xfrm>
            <a:off x="4048975" y="2425050"/>
            <a:ext cx="3300600" cy="12981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3200">
                <a:solidFill>
                  <a:schemeClr val="dk2"/>
                </a:solidFill>
                <a:latin typeface="Proxima Nova"/>
                <a:ea typeface="Proxima Nova"/>
                <a:cs typeface="Proxima Nova"/>
                <a:sym typeface="Proxima Nova"/>
              </a:rPr>
              <a:t>int x = 2;</a:t>
            </a:r>
            <a:endParaRPr sz="3200">
              <a:solidFill>
                <a:schemeClr val="dk2"/>
              </a:solidFill>
              <a:latin typeface="Proxima Nova"/>
              <a:ea typeface="Proxima Nova"/>
              <a:cs typeface="Proxima Nova"/>
              <a:sym typeface="Proxima Nova"/>
            </a:endParaRPr>
          </a:p>
          <a:p>
            <a:pPr marL="0" lvl="0" indent="0" algn="l" rtl="0">
              <a:spcBef>
                <a:spcPts val="1000"/>
              </a:spcBef>
              <a:spcAft>
                <a:spcPts val="1000"/>
              </a:spcAft>
              <a:buNone/>
            </a:pPr>
            <a:r>
              <a:rPr lang="en" sz="3200">
                <a:solidFill>
                  <a:schemeClr val="dk2"/>
                </a:solidFill>
                <a:latin typeface="Proxima Nova"/>
                <a:ea typeface="Proxima Nova"/>
                <a:cs typeface="Proxima Nova"/>
                <a:sym typeface="Proxima Nova"/>
              </a:rPr>
              <a:t>printf(“%#x”, &amp;x);</a:t>
            </a:r>
            <a:endParaRPr sz="3200">
              <a:solidFill>
                <a:schemeClr val="dk2"/>
              </a:solidFill>
              <a:latin typeface="Proxima Nova"/>
              <a:ea typeface="Proxima Nova"/>
              <a:cs typeface="Proxima Nova"/>
              <a:sym typeface="Proxima Nov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8"/>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Permissions</a:t>
            </a:r>
            <a:endParaRPr/>
          </a:p>
        </p:txBody>
      </p:sp>
      <p:sp>
        <p:nvSpPr>
          <p:cNvPr id="348" name="Google Shape;348;p48"/>
          <p:cNvSpPr txBox="1"/>
          <p:nvPr/>
        </p:nvSpPr>
        <p:spPr>
          <a:xfrm>
            <a:off x="158075" y="670600"/>
            <a:ext cx="813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1000"/>
              </a:spcAft>
              <a:buNone/>
            </a:pPr>
            <a:endParaRPr sz="2300">
              <a:solidFill>
                <a:schemeClr val="dk2"/>
              </a:solidFill>
              <a:latin typeface="Proxima Nova"/>
              <a:ea typeface="Proxima Nova"/>
              <a:cs typeface="Proxima Nova"/>
              <a:sym typeface="Proxima Nov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9"/>
          <p:cNvSpPr txBox="1">
            <a:spLocks noGrp="1"/>
          </p:cNvSpPr>
          <p:nvPr>
            <p:ph type="title"/>
          </p:nvPr>
        </p:nvSpPr>
        <p:spPr>
          <a:xfrm>
            <a:off x="63775" y="979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Takeaways II </a:t>
            </a:r>
            <a:endParaRPr/>
          </a:p>
        </p:txBody>
      </p:sp>
      <p:sp>
        <p:nvSpPr>
          <p:cNvPr id="354" name="Google Shape;354;p49"/>
          <p:cNvSpPr txBox="1"/>
          <p:nvPr/>
        </p:nvSpPr>
        <p:spPr>
          <a:xfrm>
            <a:off x="63775" y="670600"/>
            <a:ext cx="8746800" cy="3175800"/>
          </a:xfrm>
          <a:prstGeom prst="rect">
            <a:avLst/>
          </a:prstGeom>
          <a:noFill/>
          <a:ln>
            <a:noFill/>
          </a:ln>
        </p:spPr>
        <p:txBody>
          <a:bodyPr spcFirstLastPara="1" wrap="square" lIns="91425" tIns="91425" rIns="91425" bIns="91425" anchor="t" anchorCtr="0">
            <a:spAutoFit/>
          </a:bodyPr>
          <a:lstStyle/>
          <a:p>
            <a:pPr marL="457200" lvl="0" indent="-374650" algn="l" rtl="0">
              <a:spcBef>
                <a:spcPts val="0"/>
              </a:spcBef>
              <a:spcAft>
                <a:spcPts val="0"/>
              </a:spcAft>
              <a:buClr>
                <a:schemeClr val="dk2"/>
              </a:buClr>
              <a:buSzPts val="2300"/>
              <a:buFont typeface="Proxima Nova"/>
              <a:buChar char="●"/>
            </a:pPr>
            <a:r>
              <a:rPr lang="en" sz="2300">
                <a:solidFill>
                  <a:schemeClr val="dk2"/>
                </a:solidFill>
                <a:latin typeface="Proxima Nova"/>
                <a:ea typeface="Proxima Nova"/>
                <a:cs typeface="Proxima Nova"/>
                <a:sym typeface="Proxima Nova"/>
              </a:rPr>
              <a:t>The MMU reads the page table to translate addresses from virtual to physical.</a:t>
            </a:r>
            <a:endParaRPr sz="23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Char char="●"/>
            </a:pPr>
            <a:r>
              <a:rPr lang="en" sz="2300">
                <a:solidFill>
                  <a:schemeClr val="dk2"/>
                </a:solidFill>
                <a:latin typeface="Proxima Nova"/>
                <a:ea typeface="Proxima Nova"/>
                <a:cs typeface="Proxima Nova"/>
                <a:sym typeface="Proxima Nova"/>
              </a:rPr>
              <a:t>Physical memory with physical addresses use the cache for speed.</a:t>
            </a:r>
            <a:endParaRPr sz="2300">
              <a:solidFill>
                <a:schemeClr val="dk2"/>
              </a:solidFill>
              <a:latin typeface="Proxima Nova"/>
              <a:ea typeface="Proxima Nova"/>
              <a:cs typeface="Proxima Nova"/>
              <a:sym typeface="Proxima Nova"/>
            </a:endParaRPr>
          </a:p>
          <a:p>
            <a:pPr marL="457200" lvl="0" indent="0" algn="l" rtl="0">
              <a:spcBef>
                <a:spcPts val="1000"/>
              </a:spcBef>
              <a:spcAft>
                <a:spcPts val="0"/>
              </a:spcAft>
              <a:buNone/>
            </a:pPr>
            <a:endParaRPr sz="2300">
              <a:solidFill>
                <a:schemeClr val="dk2"/>
              </a:solidFill>
              <a:latin typeface="Proxima Nova"/>
              <a:ea typeface="Proxima Nova"/>
              <a:cs typeface="Proxima Nova"/>
              <a:sym typeface="Proxima Nova"/>
            </a:endParaRPr>
          </a:p>
          <a:p>
            <a:pPr marL="457200" lvl="0" indent="-374650" algn="l" rtl="0">
              <a:spcBef>
                <a:spcPts val="1000"/>
              </a:spcBef>
              <a:spcAft>
                <a:spcPts val="0"/>
              </a:spcAft>
              <a:buClr>
                <a:schemeClr val="dk2"/>
              </a:buClr>
              <a:buSzPts val="2300"/>
              <a:buFont typeface="Proxima Nova"/>
              <a:buChar char="●"/>
            </a:pPr>
            <a:r>
              <a:rPr lang="en" sz="2300">
                <a:solidFill>
                  <a:schemeClr val="dk2"/>
                </a:solidFill>
                <a:latin typeface="Proxima Nova"/>
                <a:ea typeface="Proxima Nova"/>
                <a:cs typeface="Proxima Nova"/>
                <a:sym typeface="Proxima Nova"/>
              </a:rPr>
              <a:t>Each page has permission bits that are checked at runtime.</a:t>
            </a:r>
            <a:endParaRPr sz="2300">
              <a:solidFill>
                <a:schemeClr val="dk2"/>
              </a:solidFill>
              <a:latin typeface="Proxima Nova"/>
              <a:ea typeface="Proxima Nova"/>
              <a:cs typeface="Proxima Nova"/>
              <a:sym typeface="Proxima Nov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0"/>
          <p:cNvSpPr txBox="1">
            <a:spLocks noGrp="1"/>
          </p:cNvSpPr>
          <p:nvPr>
            <p:ph type="title"/>
          </p:nvPr>
        </p:nvSpPr>
        <p:spPr>
          <a:xfrm>
            <a:off x="133175" y="333200"/>
            <a:ext cx="8773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Program’s Memory | Virtual Memory</a:t>
            </a:r>
            <a:endParaRPr/>
          </a:p>
          <a:p>
            <a:pPr marL="0" lvl="0" indent="0" algn="l" rtl="0">
              <a:spcBef>
                <a:spcPts val="0"/>
              </a:spcBef>
              <a:spcAft>
                <a:spcPts val="0"/>
              </a:spcAft>
              <a:buNone/>
            </a:pPr>
            <a:endParaRPr/>
          </a:p>
        </p:txBody>
      </p:sp>
      <p:sp>
        <p:nvSpPr>
          <p:cNvPr id="360" name="Google Shape;360;p50"/>
          <p:cNvSpPr txBox="1"/>
          <p:nvPr/>
        </p:nvSpPr>
        <p:spPr>
          <a:xfrm>
            <a:off x="133175" y="905900"/>
            <a:ext cx="8520600" cy="3853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100" b="1">
                <a:latin typeface="Proxima Nova"/>
                <a:ea typeface="Proxima Nova"/>
                <a:cs typeface="Proxima Nova"/>
                <a:sym typeface="Proxima Nova"/>
              </a:rPr>
              <a:t>Today’s LGs - </a:t>
            </a:r>
            <a:r>
              <a:rPr lang="en" sz="2100">
                <a:solidFill>
                  <a:srgbClr val="434343"/>
                </a:solidFill>
                <a:latin typeface="Proxima Nova"/>
                <a:ea typeface="Proxima Nova"/>
                <a:cs typeface="Proxima Nova"/>
                <a:sym typeface="Proxima Nova"/>
              </a:rPr>
              <a:t>Deepen your understanding of how memory works in a C program and on your computer.</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differentiate between globals/static, the stack, and the heap</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identify common issues with the stack and the heap use</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implement a simplified, efficient version of the C allocator</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articulate why we use virtual memory in a computer</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r>
              <a:rPr lang="en" sz="2100">
                <a:solidFill>
                  <a:srgbClr val="434343"/>
                </a:solidFill>
                <a:latin typeface="Proxima Nova"/>
                <a:ea typeface="Proxima Nova"/>
                <a:cs typeface="Proxima Nova"/>
                <a:sym typeface="Proxima Nova"/>
              </a:rPr>
              <a:t>Be able to put together system concepts with virtual memory.</a:t>
            </a: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endParaRPr sz="2100">
              <a:solidFill>
                <a:srgbClr val="434343"/>
              </a:solidFill>
              <a:latin typeface="Proxima Nova"/>
              <a:ea typeface="Proxima Nova"/>
              <a:cs typeface="Proxima Nova"/>
              <a:sym typeface="Proxima Nova"/>
            </a:endParaRPr>
          </a:p>
          <a:p>
            <a:pPr marL="0" lvl="0" indent="0" algn="l" rtl="0">
              <a:lnSpc>
                <a:spcPct val="115000"/>
              </a:lnSpc>
              <a:spcBef>
                <a:spcPts val="0"/>
              </a:spcBef>
              <a:spcAft>
                <a:spcPts val="0"/>
              </a:spcAft>
              <a:buNone/>
            </a:pPr>
            <a:endParaRPr sz="2100">
              <a:solidFill>
                <a:srgbClr val="434343"/>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2099</Words>
  <Application>Microsoft Macintosh PowerPoint</Application>
  <PresentationFormat>On-screen Show (16:9)</PresentationFormat>
  <Paragraphs>309</Paragraphs>
  <Slides>38</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Open Sans</vt:lpstr>
      <vt:lpstr>PT Sans Narrow</vt:lpstr>
      <vt:lpstr>Consolas</vt:lpstr>
      <vt:lpstr>Arial</vt:lpstr>
      <vt:lpstr>Proxima Nova</vt:lpstr>
      <vt:lpstr>Alfa Slab One</vt:lpstr>
      <vt:lpstr>Proxima Nova Semibold</vt:lpstr>
      <vt:lpstr>Gameday</vt:lpstr>
      <vt:lpstr>CS 340</vt:lpstr>
      <vt:lpstr>Updates</vt:lpstr>
      <vt:lpstr>Program’s Memory | Virtual Memory </vt:lpstr>
      <vt:lpstr>Agenda </vt:lpstr>
      <vt:lpstr>The C Program’s View of its Memory Space</vt:lpstr>
      <vt:lpstr>The Stack</vt:lpstr>
      <vt:lpstr>The Heap</vt:lpstr>
      <vt:lpstr>Code/Globals/Static Memory</vt:lpstr>
      <vt:lpstr>Example</vt:lpstr>
      <vt:lpstr>Is there an error?</vt:lpstr>
      <vt:lpstr>Is there an error?</vt:lpstr>
      <vt:lpstr>Explanation </vt:lpstr>
      <vt:lpstr>PowerPoint Presentation</vt:lpstr>
      <vt:lpstr>What is true about this code?</vt:lpstr>
      <vt:lpstr>How many bytes do str + str2 need on the stack? Assuming 8 byte addresses.</vt:lpstr>
      <vt:lpstr>Agenda </vt:lpstr>
      <vt:lpstr>MP4 - Allocator</vt:lpstr>
      <vt:lpstr>MP4 - Allocator</vt:lpstr>
      <vt:lpstr>MP4 - Starter Code </vt:lpstr>
      <vt:lpstr>MP4 - Starter Code </vt:lpstr>
      <vt:lpstr>MP4 - Starter Code </vt:lpstr>
      <vt:lpstr>MP4 - Example</vt:lpstr>
      <vt:lpstr>Agenda </vt:lpstr>
      <vt:lpstr>Program Memory - Takeaways </vt:lpstr>
      <vt:lpstr>What is the following translated to?  2^(64) Bytes</vt:lpstr>
      <vt:lpstr>Potential Issues</vt:lpstr>
      <vt:lpstr>The Solution</vt:lpstr>
      <vt:lpstr>Virtual Memory</vt:lpstr>
      <vt:lpstr>Virtual Memory Example #1</vt:lpstr>
      <vt:lpstr>Virtual Memory Example #2</vt:lpstr>
      <vt:lpstr>Takeaways </vt:lpstr>
      <vt:lpstr>Am I guaranteed that ptr and ptr2 hold values 6,000 bytes apart in physical memory?</vt:lpstr>
      <vt:lpstr>Am I guaranteed that ptr and ptr2 hold values 6,000 bytes apart in virtual memory?</vt:lpstr>
      <vt:lpstr>If program 1 stores my password in a c-string at virtual address 0xB50632 will this code in program 2 get me that password?</vt:lpstr>
      <vt:lpstr>Is it possible for these two programs to print out the same value while running at the same time?</vt:lpstr>
      <vt:lpstr>Permissions</vt:lpstr>
      <vt:lpstr>Takeaways II </vt:lpstr>
      <vt:lpstr>Program’s Memory | Virtual Memory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340</dc:title>
  <cp:lastModifiedBy>Schatz, Jule</cp:lastModifiedBy>
  <cp:revision>2</cp:revision>
  <dcterms:modified xsi:type="dcterms:W3CDTF">2026-10-06T23:05:20Z</dcterms:modified>
</cp:coreProperties>
</file>